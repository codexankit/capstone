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1"/>
  </p:notesMasterIdLst>
  <p:sldIdLst>
    <p:sldId id="423" r:id="rId3"/>
    <p:sldId id="2145705612" r:id="rId4"/>
    <p:sldId id="2146846693" r:id="rId5"/>
    <p:sldId id="2146846694" r:id="rId6"/>
    <p:sldId id="2146846698" r:id="rId7"/>
    <p:sldId id="275" r:id="rId8"/>
    <p:sldId id="258" r:id="rId9"/>
    <p:sldId id="259" r:id="rId10"/>
    <p:sldId id="269" r:id="rId11"/>
    <p:sldId id="265" r:id="rId12"/>
    <p:sldId id="261" r:id="rId13"/>
    <p:sldId id="2146846699" r:id="rId14"/>
    <p:sldId id="260" r:id="rId15"/>
    <p:sldId id="276" r:id="rId16"/>
    <p:sldId id="464" r:id="rId17"/>
    <p:sldId id="277" r:id="rId18"/>
    <p:sldId id="278" r:id="rId19"/>
    <p:sldId id="468" r:id="rId20"/>
    <p:sldId id="2146846700" r:id="rId21"/>
    <p:sldId id="470" r:id="rId22"/>
    <p:sldId id="264" r:id="rId23"/>
    <p:sldId id="273" r:id="rId24"/>
    <p:sldId id="2146846701" r:id="rId25"/>
    <p:sldId id="263" r:id="rId26"/>
    <p:sldId id="270" r:id="rId27"/>
    <p:sldId id="2146846697" r:id="rId28"/>
    <p:sldId id="472" r:id="rId29"/>
    <p:sldId id="474" r:id="rId30"/>
    <p:sldId id="267" r:id="rId31"/>
    <p:sldId id="285" r:id="rId32"/>
    <p:sldId id="2146846705" r:id="rId33"/>
    <p:sldId id="309" r:id="rId34"/>
    <p:sldId id="2146846702" r:id="rId35"/>
    <p:sldId id="475" r:id="rId36"/>
    <p:sldId id="478" r:id="rId37"/>
    <p:sldId id="479" r:id="rId38"/>
    <p:sldId id="2146846695" r:id="rId39"/>
    <p:sldId id="214684670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73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7D462C-BF4A-47EB-8DA8-2DE418E3A577}" v="36" dt="2024-05-01T15:27:44.4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5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ugesan, Niranjana" userId="c1bafbb3-6091-456a-b741-2c09805ccd67" providerId="ADAL" clId="{277D462C-BF4A-47EB-8DA8-2DE418E3A577}"/>
    <pc:docChg chg="undo custSel addSld delSld modSld sldOrd modMainMaster">
      <pc:chgData name="Murugesan, Niranjana" userId="c1bafbb3-6091-456a-b741-2c09805ccd67" providerId="ADAL" clId="{277D462C-BF4A-47EB-8DA8-2DE418E3A577}" dt="2024-05-06T08:51:24.398" v="1049" actId="14100"/>
      <pc:docMkLst>
        <pc:docMk/>
      </pc:docMkLst>
      <pc:sldChg chg="modSp mod">
        <pc:chgData name="Murugesan, Niranjana" userId="c1bafbb3-6091-456a-b741-2c09805ccd67" providerId="ADAL" clId="{277D462C-BF4A-47EB-8DA8-2DE418E3A577}" dt="2024-05-01T15:09:40.988" v="960" actId="1036"/>
        <pc:sldMkLst>
          <pc:docMk/>
          <pc:sldMk cId="569104825" sldId="259"/>
        </pc:sldMkLst>
        <pc:spChg chg="mod">
          <ac:chgData name="Murugesan, Niranjana" userId="c1bafbb3-6091-456a-b741-2c09805ccd67" providerId="ADAL" clId="{277D462C-BF4A-47EB-8DA8-2DE418E3A577}" dt="2024-05-01T15:09:31.505" v="928" actId="1035"/>
          <ac:spMkLst>
            <pc:docMk/>
            <pc:sldMk cId="569104825" sldId="259"/>
            <ac:spMk id="3" creationId="{27659EDB-2E94-A184-DAE3-8F258222C2A0}"/>
          </ac:spMkLst>
        </pc:spChg>
        <pc:graphicFrameChg chg="mod">
          <ac:chgData name="Murugesan, Niranjana" userId="c1bafbb3-6091-456a-b741-2c09805ccd67" providerId="ADAL" clId="{277D462C-BF4A-47EB-8DA8-2DE418E3A577}" dt="2024-05-01T15:09:40.988" v="960" actId="1036"/>
          <ac:graphicFrameMkLst>
            <pc:docMk/>
            <pc:sldMk cId="569104825" sldId="259"/>
            <ac:graphicFrameMk id="7" creationId="{54EA6778-EB55-B775-7B86-BAD0A232A4CA}"/>
          </ac:graphicFrameMkLst>
        </pc:graphicFrameChg>
        <pc:picChg chg="mod">
          <ac:chgData name="Murugesan, Niranjana" userId="c1bafbb3-6091-456a-b741-2c09805ccd67" providerId="ADAL" clId="{277D462C-BF4A-47EB-8DA8-2DE418E3A577}" dt="2024-05-01T15:09:34.211" v="934" actId="1035"/>
          <ac:picMkLst>
            <pc:docMk/>
            <pc:sldMk cId="569104825" sldId="259"/>
            <ac:picMk id="5" creationId="{A64DC821-0187-6E1F-1347-FA4F9BFE212F}"/>
          </ac:picMkLst>
        </pc:picChg>
      </pc:sldChg>
      <pc:sldChg chg="modSp mod">
        <pc:chgData name="Murugesan, Niranjana" userId="c1bafbb3-6091-456a-b741-2c09805ccd67" providerId="ADAL" clId="{277D462C-BF4A-47EB-8DA8-2DE418E3A577}" dt="2024-05-01T15:22:30.688" v="1004" actId="1076"/>
        <pc:sldMkLst>
          <pc:docMk/>
          <pc:sldMk cId="2927255433" sldId="260"/>
        </pc:sldMkLst>
        <pc:spChg chg="mod">
          <ac:chgData name="Murugesan, Niranjana" userId="c1bafbb3-6091-456a-b741-2c09805ccd67" providerId="ADAL" clId="{277D462C-BF4A-47EB-8DA8-2DE418E3A577}" dt="2024-05-01T15:22:28.230" v="1003" actId="1076"/>
          <ac:spMkLst>
            <pc:docMk/>
            <pc:sldMk cId="2927255433" sldId="260"/>
            <ac:spMk id="2" creationId="{5BFD8B38-7E75-D3EB-69FF-4A854B1B6F07}"/>
          </ac:spMkLst>
        </pc:spChg>
        <pc:spChg chg="mod">
          <ac:chgData name="Murugesan, Niranjana" userId="c1bafbb3-6091-456a-b741-2c09805ccd67" providerId="ADAL" clId="{277D462C-BF4A-47EB-8DA8-2DE418E3A577}" dt="2024-05-01T15:22:30.688" v="1004" actId="1076"/>
          <ac:spMkLst>
            <pc:docMk/>
            <pc:sldMk cId="2927255433" sldId="260"/>
            <ac:spMk id="6" creationId="{C3CE9F71-A0DE-BB42-146B-0CDBD443282B}"/>
          </ac:spMkLst>
        </pc:spChg>
      </pc:sldChg>
      <pc:sldChg chg="modSp mod ord">
        <pc:chgData name="Murugesan, Niranjana" userId="c1bafbb3-6091-456a-b741-2c09805ccd67" providerId="ADAL" clId="{277D462C-BF4A-47EB-8DA8-2DE418E3A577}" dt="2024-05-01T15:18:05.388" v="1002" actId="14100"/>
        <pc:sldMkLst>
          <pc:docMk/>
          <pc:sldMk cId="2915317772" sldId="261"/>
        </pc:sldMkLst>
        <pc:spChg chg="mod">
          <ac:chgData name="Murugesan, Niranjana" userId="c1bafbb3-6091-456a-b741-2c09805ccd67" providerId="ADAL" clId="{277D462C-BF4A-47EB-8DA8-2DE418E3A577}" dt="2024-05-01T15:18:05.388" v="1002" actId="14100"/>
          <ac:spMkLst>
            <pc:docMk/>
            <pc:sldMk cId="2915317772" sldId="261"/>
            <ac:spMk id="3" creationId="{27659EDB-2E94-A184-DAE3-8F258222C2A0}"/>
          </ac:spMkLst>
        </pc:spChg>
      </pc:sldChg>
      <pc:sldChg chg="ord">
        <pc:chgData name="Murugesan, Niranjana" userId="c1bafbb3-6091-456a-b741-2c09805ccd67" providerId="ADAL" clId="{277D462C-BF4A-47EB-8DA8-2DE418E3A577}" dt="2024-05-01T15:10:09.444" v="969" actId="20578"/>
        <pc:sldMkLst>
          <pc:docMk/>
          <pc:sldMk cId="1500752587" sldId="265"/>
        </pc:sldMkLst>
      </pc:sldChg>
      <pc:sldChg chg="del">
        <pc:chgData name="Murugesan, Niranjana" userId="c1bafbb3-6091-456a-b741-2c09805ccd67" providerId="ADAL" clId="{277D462C-BF4A-47EB-8DA8-2DE418E3A577}" dt="2024-04-29T03:29:56.588" v="607" actId="2696"/>
        <pc:sldMkLst>
          <pc:docMk/>
          <pc:sldMk cId="4065043729" sldId="266"/>
        </pc:sldMkLst>
      </pc:sldChg>
      <pc:sldChg chg="del">
        <pc:chgData name="Murugesan, Niranjana" userId="c1bafbb3-6091-456a-b741-2c09805ccd67" providerId="ADAL" clId="{277D462C-BF4A-47EB-8DA8-2DE418E3A577}" dt="2024-04-29T03:30:14.373" v="608" actId="2696"/>
        <pc:sldMkLst>
          <pc:docMk/>
          <pc:sldMk cId="4094921597" sldId="268"/>
        </pc:sldMkLst>
      </pc:sldChg>
      <pc:sldChg chg="modSp mod ord modShow">
        <pc:chgData name="Murugesan, Niranjana" userId="c1bafbb3-6091-456a-b741-2c09805ccd67" providerId="ADAL" clId="{277D462C-BF4A-47EB-8DA8-2DE418E3A577}" dt="2024-05-01T15:10:14.650" v="973" actId="20578"/>
        <pc:sldMkLst>
          <pc:docMk/>
          <pc:sldMk cId="4042616391" sldId="269"/>
        </pc:sldMkLst>
        <pc:spChg chg="mod">
          <ac:chgData name="Murugesan, Niranjana" userId="c1bafbb3-6091-456a-b741-2c09805ccd67" providerId="ADAL" clId="{277D462C-BF4A-47EB-8DA8-2DE418E3A577}" dt="2024-05-01T14:48:39.545" v="610" actId="120"/>
          <ac:spMkLst>
            <pc:docMk/>
            <pc:sldMk cId="4042616391" sldId="269"/>
            <ac:spMk id="2" creationId="{38E39329-1161-AC56-57B4-16A8D1198859}"/>
          </ac:spMkLst>
        </pc:spChg>
      </pc:sldChg>
      <pc:sldChg chg="del">
        <pc:chgData name="Murugesan, Niranjana" userId="c1bafbb3-6091-456a-b741-2c09805ccd67" providerId="ADAL" clId="{277D462C-BF4A-47EB-8DA8-2DE418E3A577}" dt="2024-05-01T14:52:53.298" v="737" actId="47"/>
        <pc:sldMkLst>
          <pc:docMk/>
          <pc:sldMk cId="3339795514" sldId="272"/>
        </pc:sldMkLst>
      </pc:sldChg>
      <pc:sldChg chg="modSp mod">
        <pc:chgData name="Murugesan, Niranjana" userId="c1bafbb3-6091-456a-b741-2c09805ccd67" providerId="ADAL" clId="{277D462C-BF4A-47EB-8DA8-2DE418E3A577}" dt="2024-05-01T15:09:47.826" v="961" actId="1076"/>
        <pc:sldMkLst>
          <pc:docMk/>
          <pc:sldMk cId="267500074" sldId="275"/>
        </pc:sldMkLst>
        <pc:spChg chg="mod">
          <ac:chgData name="Murugesan, Niranjana" userId="c1bafbb3-6091-456a-b741-2c09805ccd67" providerId="ADAL" clId="{277D462C-BF4A-47EB-8DA8-2DE418E3A577}" dt="2024-05-01T15:09:47.826" v="961" actId="1076"/>
          <ac:spMkLst>
            <pc:docMk/>
            <pc:sldMk cId="267500074" sldId="275"/>
            <ac:spMk id="3" creationId="{7C4F78B7-A78C-F24D-5733-8A34A2088E7F}"/>
          </ac:spMkLst>
        </pc:spChg>
      </pc:sldChg>
      <pc:sldChg chg="del">
        <pc:chgData name="Murugesan, Niranjana" userId="c1bafbb3-6091-456a-b741-2c09805ccd67" providerId="ADAL" clId="{277D462C-BF4A-47EB-8DA8-2DE418E3A577}" dt="2024-05-01T14:53:37.390" v="751" actId="47"/>
        <pc:sldMkLst>
          <pc:docMk/>
          <pc:sldMk cId="3262432045" sldId="279"/>
        </pc:sldMkLst>
      </pc:sldChg>
      <pc:sldChg chg="del">
        <pc:chgData name="Murugesan, Niranjana" userId="c1bafbb3-6091-456a-b741-2c09805ccd67" providerId="ADAL" clId="{277D462C-BF4A-47EB-8DA8-2DE418E3A577}" dt="2024-05-01T14:53:28.439" v="745" actId="47"/>
        <pc:sldMkLst>
          <pc:docMk/>
          <pc:sldMk cId="2837115993" sldId="280"/>
        </pc:sldMkLst>
      </pc:sldChg>
      <pc:sldChg chg="del">
        <pc:chgData name="Murugesan, Niranjana" userId="c1bafbb3-6091-456a-b741-2c09805ccd67" providerId="ADAL" clId="{277D462C-BF4A-47EB-8DA8-2DE418E3A577}" dt="2024-05-01T14:52:51.942" v="736" actId="47"/>
        <pc:sldMkLst>
          <pc:docMk/>
          <pc:sldMk cId="1092166201" sldId="281"/>
        </pc:sldMkLst>
      </pc:sldChg>
      <pc:sldChg chg="del">
        <pc:chgData name="Murugesan, Niranjana" userId="c1bafbb3-6091-456a-b741-2c09805ccd67" providerId="ADAL" clId="{277D462C-BF4A-47EB-8DA8-2DE418E3A577}" dt="2024-05-01T14:53:14.573" v="739" actId="47"/>
        <pc:sldMkLst>
          <pc:docMk/>
          <pc:sldMk cId="3680960602" sldId="282"/>
        </pc:sldMkLst>
      </pc:sldChg>
      <pc:sldChg chg="del">
        <pc:chgData name="Murugesan, Niranjana" userId="c1bafbb3-6091-456a-b741-2c09805ccd67" providerId="ADAL" clId="{277D462C-BF4A-47EB-8DA8-2DE418E3A577}" dt="2024-05-01T14:53:16.614" v="740" actId="47"/>
        <pc:sldMkLst>
          <pc:docMk/>
          <pc:sldMk cId="2745879135" sldId="283"/>
        </pc:sldMkLst>
      </pc:sldChg>
      <pc:sldChg chg="del">
        <pc:chgData name="Murugesan, Niranjana" userId="c1bafbb3-6091-456a-b741-2c09805ccd67" providerId="ADAL" clId="{277D462C-BF4A-47EB-8DA8-2DE418E3A577}" dt="2024-05-01T14:53:35.116" v="749" actId="47"/>
        <pc:sldMkLst>
          <pc:docMk/>
          <pc:sldMk cId="1160069451" sldId="284"/>
        </pc:sldMkLst>
      </pc:sldChg>
      <pc:sldChg chg="del">
        <pc:chgData name="Murugesan, Niranjana" userId="c1bafbb3-6091-456a-b741-2c09805ccd67" providerId="ADAL" clId="{277D462C-BF4A-47EB-8DA8-2DE418E3A577}" dt="2024-05-01T14:53:25.348" v="743" actId="47"/>
        <pc:sldMkLst>
          <pc:docMk/>
          <pc:sldMk cId="4226723857" sldId="287"/>
        </pc:sldMkLst>
      </pc:sldChg>
      <pc:sldChg chg="del">
        <pc:chgData name="Murugesan, Niranjana" userId="c1bafbb3-6091-456a-b741-2c09805ccd67" providerId="ADAL" clId="{277D462C-BF4A-47EB-8DA8-2DE418E3A577}" dt="2024-05-01T14:53:31.244" v="747" actId="47"/>
        <pc:sldMkLst>
          <pc:docMk/>
          <pc:sldMk cId="3928525070" sldId="288"/>
        </pc:sldMkLst>
      </pc:sldChg>
      <pc:sldChg chg="del">
        <pc:chgData name="Murugesan, Niranjana" userId="c1bafbb3-6091-456a-b741-2c09805ccd67" providerId="ADAL" clId="{277D462C-BF4A-47EB-8DA8-2DE418E3A577}" dt="2024-05-01T14:53:26.867" v="744" actId="47"/>
        <pc:sldMkLst>
          <pc:docMk/>
          <pc:sldMk cId="3767440697" sldId="289"/>
        </pc:sldMkLst>
      </pc:sldChg>
      <pc:sldChg chg="del">
        <pc:chgData name="Murugesan, Niranjana" userId="c1bafbb3-6091-456a-b741-2c09805ccd67" providerId="ADAL" clId="{277D462C-BF4A-47EB-8DA8-2DE418E3A577}" dt="2024-05-01T14:53:33.081" v="748" actId="47"/>
        <pc:sldMkLst>
          <pc:docMk/>
          <pc:sldMk cId="1737930987" sldId="290"/>
        </pc:sldMkLst>
      </pc:sldChg>
      <pc:sldChg chg="del">
        <pc:chgData name="Murugesan, Niranjana" userId="c1bafbb3-6091-456a-b741-2c09805ccd67" providerId="ADAL" clId="{277D462C-BF4A-47EB-8DA8-2DE418E3A577}" dt="2024-05-01T14:53:41.114" v="753" actId="47"/>
        <pc:sldMkLst>
          <pc:docMk/>
          <pc:sldMk cId="2772495190" sldId="291"/>
        </pc:sldMkLst>
      </pc:sldChg>
      <pc:sldChg chg="del">
        <pc:chgData name="Murugesan, Niranjana" userId="c1bafbb3-6091-456a-b741-2c09805ccd67" providerId="ADAL" clId="{277D462C-BF4A-47EB-8DA8-2DE418E3A577}" dt="2024-05-01T14:53:36.440" v="750" actId="47"/>
        <pc:sldMkLst>
          <pc:docMk/>
          <pc:sldMk cId="3852058395" sldId="292"/>
        </pc:sldMkLst>
      </pc:sldChg>
      <pc:sldChg chg="del">
        <pc:chgData name="Murugesan, Niranjana" userId="c1bafbb3-6091-456a-b741-2c09805ccd67" providerId="ADAL" clId="{277D462C-BF4A-47EB-8DA8-2DE418E3A577}" dt="2024-05-01T14:53:42.015" v="754" actId="47"/>
        <pc:sldMkLst>
          <pc:docMk/>
          <pc:sldMk cId="2489627540" sldId="293"/>
        </pc:sldMkLst>
      </pc:sldChg>
      <pc:sldChg chg="del">
        <pc:chgData name="Murugesan, Niranjana" userId="c1bafbb3-6091-456a-b741-2c09805ccd67" providerId="ADAL" clId="{277D462C-BF4A-47EB-8DA8-2DE418E3A577}" dt="2024-05-01T14:53:42.855" v="755" actId="47"/>
        <pc:sldMkLst>
          <pc:docMk/>
          <pc:sldMk cId="2852995636" sldId="294"/>
        </pc:sldMkLst>
      </pc:sldChg>
      <pc:sldChg chg="del">
        <pc:chgData name="Murugesan, Niranjana" userId="c1bafbb3-6091-456a-b741-2c09805ccd67" providerId="ADAL" clId="{277D462C-BF4A-47EB-8DA8-2DE418E3A577}" dt="2024-05-01T14:49:50.635" v="620" actId="2696"/>
        <pc:sldMkLst>
          <pc:docMk/>
          <pc:sldMk cId="1935281582" sldId="295"/>
        </pc:sldMkLst>
      </pc:sldChg>
      <pc:sldChg chg="del">
        <pc:chgData name="Murugesan, Niranjana" userId="c1bafbb3-6091-456a-b741-2c09805ccd67" providerId="ADAL" clId="{277D462C-BF4A-47EB-8DA8-2DE418E3A577}" dt="2024-05-01T14:49:47.959" v="619" actId="2696"/>
        <pc:sldMkLst>
          <pc:docMk/>
          <pc:sldMk cId="3336430641" sldId="296"/>
        </pc:sldMkLst>
      </pc:sldChg>
      <pc:sldChg chg="del">
        <pc:chgData name="Murugesan, Niranjana" userId="c1bafbb3-6091-456a-b741-2c09805ccd67" providerId="ADAL" clId="{277D462C-BF4A-47EB-8DA8-2DE418E3A577}" dt="2024-05-01T14:49:45.701" v="618" actId="2696"/>
        <pc:sldMkLst>
          <pc:docMk/>
          <pc:sldMk cId="1378870731" sldId="297"/>
        </pc:sldMkLst>
      </pc:sldChg>
      <pc:sldChg chg="del">
        <pc:chgData name="Murugesan, Niranjana" userId="c1bafbb3-6091-456a-b741-2c09805ccd67" providerId="ADAL" clId="{277D462C-BF4A-47EB-8DA8-2DE418E3A577}" dt="2024-05-01T14:49:43.248" v="617" actId="2696"/>
        <pc:sldMkLst>
          <pc:docMk/>
          <pc:sldMk cId="3808623893" sldId="298"/>
        </pc:sldMkLst>
      </pc:sldChg>
      <pc:sldChg chg="del">
        <pc:chgData name="Murugesan, Niranjana" userId="c1bafbb3-6091-456a-b741-2c09805ccd67" providerId="ADAL" clId="{277D462C-BF4A-47EB-8DA8-2DE418E3A577}" dt="2024-05-01T14:49:40.905" v="616" actId="2696"/>
        <pc:sldMkLst>
          <pc:docMk/>
          <pc:sldMk cId="3168350952" sldId="299"/>
        </pc:sldMkLst>
      </pc:sldChg>
      <pc:sldChg chg="modSp del mod">
        <pc:chgData name="Murugesan, Niranjana" userId="c1bafbb3-6091-456a-b741-2c09805ccd67" providerId="ADAL" clId="{277D462C-BF4A-47EB-8DA8-2DE418E3A577}" dt="2024-05-01T14:49:38.152" v="615" actId="2696"/>
        <pc:sldMkLst>
          <pc:docMk/>
          <pc:sldMk cId="1428204932" sldId="300"/>
        </pc:sldMkLst>
        <pc:picChg chg="mod">
          <ac:chgData name="Murugesan, Niranjana" userId="c1bafbb3-6091-456a-b741-2c09805ccd67" providerId="ADAL" clId="{277D462C-BF4A-47EB-8DA8-2DE418E3A577}" dt="2024-04-29T03:29:34.270" v="606" actId="1076"/>
          <ac:picMkLst>
            <pc:docMk/>
            <pc:sldMk cId="1428204932" sldId="300"/>
            <ac:picMk id="5" creationId="{8C9B15B9-B5C6-0BA3-2566-5EEACE225438}"/>
          </ac:picMkLst>
        </pc:picChg>
      </pc:sldChg>
      <pc:sldChg chg="modSp del mod">
        <pc:chgData name="Murugesan, Niranjana" userId="c1bafbb3-6091-456a-b741-2c09805ccd67" providerId="ADAL" clId="{277D462C-BF4A-47EB-8DA8-2DE418E3A577}" dt="2024-05-01T14:55:29.792" v="787" actId="47"/>
        <pc:sldMkLst>
          <pc:docMk/>
          <pc:sldMk cId="3482415235" sldId="302"/>
        </pc:sldMkLst>
        <pc:spChg chg="mod">
          <ac:chgData name="Murugesan, Niranjana" userId="c1bafbb3-6091-456a-b741-2c09805ccd67" providerId="ADAL" clId="{277D462C-BF4A-47EB-8DA8-2DE418E3A577}" dt="2024-05-01T14:50:32.750" v="651" actId="20577"/>
          <ac:spMkLst>
            <pc:docMk/>
            <pc:sldMk cId="3482415235" sldId="302"/>
            <ac:spMk id="4" creationId="{868B77F9-7B15-63B5-4BB9-18C262B8DFC1}"/>
          </ac:spMkLst>
        </pc:spChg>
        <pc:spChg chg="mod">
          <ac:chgData name="Murugesan, Niranjana" userId="c1bafbb3-6091-456a-b741-2c09805ccd67" providerId="ADAL" clId="{277D462C-BF4A-47EB-8DA8-2DE418E3A577}" dt="2024-05-01T14:51:38.543" v="707" actId="20577"/>
          <ac:spMkLst>
            <pc:docMk/>
            <pc:sldMk cId="3482415235" sldId="302"/>
            <ac:spMk id="5" creationId="{C6762CDE-ECE9-5F74-1E56-80A244930F31}"/>
          </ac:spMkLst>
        </pc:spChg>
        <pc:spChg chg="mod">
          <ac:chgData name="Murugesan, Niranjana" userId="c1bafbb3-6091-456a-b741-2c09805ccd67" providerId="ADAL" clId="{277D462C-BF4A-47EB-8DA8-2DE418E3A577}" dt="2024-05-01T14:52:37.545" v="735" actId="6549"/>
          <ac:spMkLst>
            <pc:docMk/>
            <pc:sldMk cId="3482415235" sldId="302"/>
            <ac:spMk id="7" creationId="{621445CD-FF69-C467-0965-A52E222CAC39}"/>
          </ac:spMkLst>
        </pc:spChg>
      </pc:sldChg>
      <pc:sldChg chg="del">
        <pc:chgData name="Murugesan, Niranjana" userId="c1bafbb3-6091-456a-b741-2c09805ccd67" providerId="ADAL" clId="{277D462C-BF4A-47EB-8DA8-2DE418E3A577}" dt="2024-05-01T14:53:18.696" v="741" actId="47"/>
        <pc:sldMkLst>
          <pc:docMk/>
          <pc:sldMk cId="1391469607" sldId="304"/>
        </pc:sldMkLst>
      </pc:sldChg>
      <pc:sldChg chg="del">
        <pc:chgData name="Murugesan, Niranjana" userId="c1bafbb3-6091-456a-b741-2c09805ccd67" providerId="ADAL" clId="{277D462C-BF4A-47EB-8DA8-2DE418E3A577}" dt="2024-05-01T14:53:23.829" v="742" actId="47"/>
        <pc:sldMkLst>
          <pc:docMk/>
          <pc:sldMk cId="1567097160" sldId="305"/>
        </pc:sldMkLst>
      </pc:sldChg>
      <pc:sldChg chg="del">
        <pc:chgData name="Murugesan, Niranjana" userId="c1bafbb3-6091-456a-b741-2c09805ccd67" providerId="ADAL" clId="{277D462C-BF4A-47EB-8DA8-2DE418E3A577}" dt="2024-05-01T14:53:29.914" v="746" actId="47"/>
        <pc:sldMkLst>
          <pc:docMk/>
          <pc:sldMk cId="3136634504" sldId="306"/>
        </pc:sldMkLst>
      </pc:sldChg>
      <pc:sldChg chg="del">
        <pc:chgData name="Murugesan, Niranjana" userId="c1bafbb3-6091-456a-b741-2c09805ccd67" providerId="ADAL" clId="{277D462C-BF4A-47EB-8DA8-2DE418E3A577}" dt="2024-05-01T14:53:38.508" v="752" actId="47"/>
        <pc:sldMkLst>
          <pc:docMk/>
          <pc:sldMk cId="163602845" sldId="307"/>
        </pc:sldMkLst>
      </pc:sldChg>
      <pc:sldChg chg="del">
        <pc:chgData name="Murugesan, Niranjana" userId="c1bafbb3-6091-456a-b741-2c09805ccd67" providerId="ADAL" clId="{277D462C-BF4A-47EB-8DA8-2DE418E3A577}" dt="2024-05-01T14:49:54.220" v="621" actId="2696"/>
        <pc:sldMkLst>
          <pc:docMk/>
          <pc:sldMk cId="265511264" sldId="308"/>
        </pc:sldMkLst>
      </pc:sldChg>
      <pc:sldChg chg="modSp mod">
        <pc:chgData name="Murugesan, Niranjana" userId="c1bafbb3-6091-456a-b741-2c09805ccd67" providerId="ADAL" clId="{277D462C-BF4A-47EB-8DA8-2DE418E3A577}" dt="2024-05-01T15:27:51.289" v="1041" actId="1076"/>
        <pc:sldMkLst>
          <pc:docMk/>
          <pc:sldMk cId="3401709320" sldId="309"/>
        </pc:sldMkLst>
        <pc:spChg chg="mod">
          <ac:chgData name="Murugesan, Niranjana" userId="c1bafbb3-6091-456a-b741-2c09805ccd67" providerId="ADAL" clId="{277D462C-BF4A-47EB-8DA8-2DE418E3A577}" dt="2024-05-01T15:01:56.076" v="797"/>
          <ac:spMkLst>
            <pc:docMk/>
            <pc:sldMk cId="3401709320" sldId="309"/>
            <ac:spMk id="3" creationId="{D02ED932-085D-EDCA-123C-5646D38DBE56}"/>
          </ac:spMkLst>
        </pc:spChg>
        <pc:picChg chg="mod">
          <ac:chgData name="Murugesan, Niranjana" userId="c1bafbb3-6091-456a-b741-2c09805ccd67" providerId="ADAL" clId="{277D462C-BF4A-47EB-8DA8-2DE418E3A577}" dt="2024-05-01T15:27:51.289" v="1041" actId="1076"/>
          <ac:picMkLst>
            <pc:docMk/>
            <pc:sldMk cId="3401709320" sldId="309"/>
            <ac:picMk id="5" creationId="{EEAF5E81-4D23-B91D-C73A-6F4392C437BF}"/>
          </ac:picMkLst>
        </pc:picChg>
      </pc:sldChg>
      <pc:sldChg chg="del">
        <pc:chgData name="Murugesan, Niranjana" userId="c1bafbb3-6091-456a-b741-2c09805ccd67" providerId="ADAL" clId="{277D462C-BF4A-47EB-8DA8-2DE418E3A577}" dt="2024-05-01T14:49:32.631" v="614" actId="2696"/>
        <pc:sldMkLst>
          <pc:docMk/>
          <pc:sldMk cId="2987913467" sldId="310"/>
        </pc:sldMkLst>
      </pc:sldChg>
      <pc:sldChg chg="del">
        <pc:chgData name="Murugesan, Niranjana" userId="c1bafbb3-6091-456a-b741-2c09805ccd67" providerId="ADAL" clId="{277D462C-BF4A-47EB-8DA8-2DE418E3A577}" dt="2024-05-01T14:49:30.526" v="613" actId="2696"/>
        <pc:sldMkLst>
          <pc:docMk/>
          <pc:sldMk cId="1236726806" sldId="311"/>
        </pc:sldMkLst>
      </pc:sldChg>
      <pc:sldChg chg="del">
        <pc:chgData name="Murugesan, Niranjana" userId="c1bafbb3-6091-456a-b741-2c09805ccd67" providerId="ADAL" clId="{277D462C-BF4A-47EB-8DA8-2DE418E3A577}" dt="2024-05-01T14:49:27.803" v="612" actId="2696"/>
        <pc:sldMkLst>
          <pc:docMk/>
          <pc:sldMk cId="1510530306" sldId="312"/>
        </pc:sldMkLst>
      </pc:sldChg>
      <pc:sldChg chg="del">
        <pc:chgData name="Murugesan, Niranjana" userId="c1bafbb3-6091-456a-b741-2c09805ccd67" providerId="ADAL" clId="{277D462C-BF4A-47EB-8DA8-2DE418E3A577}" dt="2024-05-01T14:49:24.263" v="611" actId="2696"/>
        <pc:sldMkLst>
          <pc:docMk/>
          <pc:sldMk cId="3267907638" sldId="313"/>
        </pc:sldMkLst>
      </pc:sldChg>
      <pc:sldChg chg="del">
        <pc:chgData name="Murugesan, Niranjana" userId="c1bafbb3-6091-456a-b741-2c09805ccd67" providerId="ADAL" clId="{277D462C-BF4A-47EB-8DA8-2DE418E3A577}" dt="2024-05-01T14:54:51.889" v="786" actId="47"/>
        <pc:sldMkLst>
          <pc:docMk/>
          <pc:sldMk cId="1776922107" sldId="465"/>
        </pc:sldMkLst>
      </pc:sldChg>
      <pc:sldChg chg="modSp mod">
        <pc:chgData name="Murugesan, Niranjana" userId="c1bafbb3-6091-456a-b741-2c09805ccd67" providerId="ADAL" clId="{277D462C-BF4A-47EB-8DA8-2DE418E3A577}" dt="2024-05-01T15:01:56.076" v="797"/>
        <pc:sldMkLst>
          <pc:docMk/>
          <pc:sldMk cId="2723879332" sldId="470"/>
        </pc:sldMkLst>
        <pc:spChg chg="mod">
          <ac:chgData name="Murugesan, Niranjana" userId="c1bafbb3-6091-456a-b741-2c09805ccd67" providerId="ADAL" clId="{277D462C-BF4A-47EB-8DA8-2DE418E3A577}" dt="2024-05-01T15:01:56.076" v="797"/>
          <ac:spMkLst>
            <pc:docMk/>
            <pc:sldMk cId="2723879332" sldId="470"/>
            <ac:spMk id="3" creationId="{705379B3-35AF-0946-C1B8-87BD387D6A96}"/>
          </ac:spMkLst>
        </pc:spChg>
      </pc:sldChg>
      <pc:sldChg chg="delSp modSp mod">
        <pc:chgData name="Murugesan, Niranjana" userId="c1bafbb3-6091-456a-b741-2c09805ccd67" providerId="ADAL" clId="{277D462C-BF4A-47EB-8DA8-2DE418E3A577}" dt="2024-05-01T14:51:14.362" v="695"/>
        <pc:sldMkLst>
          <pc:docMk/>
          <pc:sldMk cId="3115251548" sldId="472"/>
        </pc:sldMkLst>
        <pc:spChg chg="mod">
          <ac:chgData name="Murugesan, Niranjana" userId="c1bafbb3-6091-456a-b741-2c09805ccd67" providerId="ADAL" clId="{277D462C-BF4A-47EB-8DA8-2DE418E3A577}" dt="2024-05-01T14:51:11.478" v="693"/>
          <ac:spMkLst>
            <pc:docMk/>
            <pc:sldMk cId="3115251548" sldId="472"/>
            <ac:spMk id="5" creationId="{E943501C-6B52-8B21-3347-3F8D3EFCE707}"/>
          </ac:spMkLst>
        </pc:spChg>
        <pc:spChg chg="del mod">
          <ac:chgData name="Murugesan, Niranjana" userId="c1bafbb3-6091-456a-b741-2c09805ccd67" providerId="ADAL" clId="{277D462C-BF4A-47EB-8DA8-2DE418E3A577}" dt="2024-05-01T14:51:14.362" v="695"/>
          <ac:spMkLst>
            <pc:docMk/>
            <pc:sldMk cId="3115251548" sldId="472"/>
            <ac:spMk id="6" creationId="{8AC7D091-89CC-43C3-BF23-BD91285454B8}"/>
          </ac:spMkLst>
        </pc:spChg>
      </pc:sldChg>
      <pc:sldChg chg="modSp mod">
        <pc:chgData name="Murugesan, Niranjana" userId="c1bafbb3-6091-456a-b741-2c09805ccd67" providerId="ADAL" clId="{277D462C-BF4A-47EB-8DA8-2DE418E3A577}" dt="2024-05-01T15:28:10.873" v="1043" actId="1076"/>
        <pc:sldMkLst>
          <pc:docMk/>
          <pc:sldMk cId="2779694926" sldId="475"/>
        </pc:sldMkLst>
        <pc:spChg chg="mod">
          <ac:chgData name="Murugesan, Niranjana" userId="c1bafbb3-6091-456a-b741-2c09805ccd67" providerId="ADAL" clId="{277D462C-BF4A-47EB-8DA8-2DE418E3A577}" dt="2024-05-01T15:01:56.076" v="797"/>
          <ac:spMkLst>
            <pc:docMk/>
            <pc:sldMk cId="2779694926" sldId="475"/>
            <ac:spMk id="2" creationId="{D407C478-9BE3-4D1D-E77B-861D91A5E28F}"/>
          </ac:spMkLst>
        </pc:spChg>
        <pc:spChg chg="mod">
          <ac:chgData name="Murugesan, Niranjana" userId="c1bafbb3-6091-456a-b741-2c09805ccd67" providerId="ADAL" clId="{277D462C-BF4A-47EB-8DA8-2DE418E3A577}" dt="2024-05-01T15:28:10.873" v="1043" actId="1076"/>
          <ac:spMkLst>
            <pc:docMk/>
            <pc:sldMk cId="2779694926" sldId="475"/>
            <ac:spMk id="3" creationId="{E1B19F40-90F5-91F4-6A28-0DB06222319A}"/>
          </ac:spMkLst>
        </pc:spChg>
      </pc:sldChg>
      <pc:sldChg chg="modSp mod">
        <pc:chgData name="Murugesan, Niranjana" userId="c1bafbb3-6091-456a-b741-2c09805ccd67" providerId="ADAL" clId="{277D462C-BF4A-47EB-8DA8-2DE418E3A577}" dt="2024-05-06T08:51:24.398" v="1049" actId="14100"/>
        <pc:sldMkLst>
          <pc:docMk/>
          <pc:sldMk cId="407185241" sldId="478"/>
        </pc:sldMkLst>
        <pc:spChg chg="mod">
          <ac:chgData name="Murugesan, Niranjana" userId="c1bafbb3-6091-456a-b741-2c09805ccd67" providerId="ADAL" clId="{277D462C-BF4A-47EB-8DA8-2DE418E3A577}" dt="2024-05-01T15:01:56.076" v="797"/>
          <ac:spMkLst>
            <pc:docMk/>
            <pc:sldMk cId="407185241" sldId="478"/>
            <ac:spMk id="2" creationId="{EAC929ED-F14B-5FB7-B87D-131DD38A7C29}"/>
          </ac:spMkLst>
        </pc:spChg>
        <pc:picChg chg="mod">
          <ac:chgData name="Murugesan, Niranjana" userId="c1bafbb3-6091-456a-b741-2c09805ccd67" providerId="ADAL" clId="{277D462C-BF4A-47EB-8DA8-2DE418E3A577}" dt="2024-05-06T08:51:24.398" v="1049" actId="14100"/>
          <ac:picMkLst>
            <pc:docMk/>
            <pc:sldMk cId="407185241" sldId="478"/>
            <ac:picMk id="14" creationId="{AF6D6950-5920-3AC3-DC01-3627AF4A7161}"/>
          </ac:picMkLst>
        </pc:picChg>
      </pc:sldChg>
      <pc:sldChg chg="modSp mod">
        <pc:chgData name="Murugesan, Niranjana" userId="c1bafbb3-6091-456a-b741-2c09805ccd67" providerId="ADAL" clId="{277D462C-BF4A-47EB-8DA8-2DE418E3A577}" dt="2024-05-06T08:51:10.694" v="1048" actId="14100"/>
        <pc:sldMkLst>
          <pc:docMk/>
          <pc:sldMk cId="1495769319" sldId="479"/>
        </pc:sldMkLst>
        <pc:spChg chg="mod">
          <ac:chgData name="Murugesan, Niranjana" userId="c1bafbb3-6091-456a-b741-2c09805ccd67" providerId="ADAL" clId="{277D462C-BF4A-47EB-8DA8-2DE418E3A577}" dt="2024-05-06T08:51:10.694" v="1048" actId="14100"/>
          <ac:spMkLst>
            <pc:docMk/>
            <pc:sldMk cId="1495769319" sldId="479"/>
            <ac:spMk id="11" creationId="{DC031FEB-FAB2-D8E3-8C62-3E70D134B8FB}"/>
          </ac:spMkLst>
        </pc:spChg>
        <pc:picChg chg="mod">
          <ac:chgData name="Murugesan, Niranjana" userId="c1bafbb3-6091-456a-b741-2c09805ccd67" providerId="ADAL" clId="{277D462C-BF4A-47EB-8DA8-2DE418E3A577}" dt="2024-05-06T08:50:59.764" v="1045" actId="14100"/>
          <ac:picMkLst>
            <pc:docMk/>
            <pc:sldMk cId="1495769319" sldId="479"/>
            <ac:picMk id="8" creationId="{50FBD549-009B-168B-43C9-A0D1EC8A461B}"/>
          </ac:picMkLst>
        </pc:picChg>
        <pc:picChg chg="mod">
          <ac:chgData name="Murugesan, Niranjana" userId="c1bafbb3-6091-456a-b741-2c09805ccd67" providerId="ADAL" clId="{277D462C-BF4A-47EB-8DA8-2DE418E3A577}" dt="2024-05-06T08:51:02.171" v="1046" actId="14100"/>
          <ac:picMkLst>
            <pc:docMk/>
            <pc:sldMk cId="1495769319" sldId="479"/>
            <ac:picMk id="10" creationId="{C4B1C920-851E-6F86-3674-A8EA8655E6C0}"/>
          </ac:picMkLst>
        </pc:picChg>
      </pc:sldChg>
      <pc:sldChg chg="del">
        <pc:chgData name="Murugesan, Niranjana" userId="c1bafbb3-6091-456a-b741-2c09805ccd67" providerId="ADAL" clId="{277D462C-BF4A-47EB-8DA8-2DE418E3A577}" dt="2024-05-01T15:04:37.169" v="810" actId="47"/>
        <pc:sldMkLst>
          <pc:docMk/>
          <pc:sldMk cId="2453420130" sldId="2146846687"/>
        </pc:sldMkLst>
      </pc:sldChg>
      <pc:sldChg chg="del">
        <pc:chgData name="Murugesan, Niranjana" userId="c1bafbb3-6091-456a-b741-2c09805ccd67" providerId="ADAL" clId="{277D462C-BF4A-47EB-8DA8-2DE418E3A577}" dt="2024-05-01T15:04:58.033" v="815" actId="47"/>
        <pc:sldMkLst>
          <pc:docMk/>
          <pc:sldMk cId="3589694604" sldId="2146846688"/>
        </pc:sldMkLst>
      </pc:sldChg>
      <pc:sldChg chg="addSp delSp modSp del mod">
        <pc:chgData name="Murugesan, Niranjana" userId="c1bafbb3-6091-456a-b741-2c09805ccd67" providerId="ADAL" clId="{277D462C-BF4A-47EB-8DA8-2DE418E3A577}" dt="2024-05-01T15:05:47.216" v="829" actId="47"/>
        <pc:sldMkLst>
          <pc:docMk/>
          <pc:sldMk cId="3254042938" sldId="2146846689"/>
        </pc:sldMkLst>
        <pc:spChg chg="add mod">
          <ac:chgData name="Murugesan, Niranjana" userId="c1bafbb3-6091-456a-b741-2c09805ccd67" providerId="ADAL" clId="{277D462C-BF4A-47EB-8DA8-2DE418E3A577}" dt="2024-05-01T15:05:39.815" v="825" actId="21"/>
          <ac:spMkLst>
            <pc:docMk/>
            <pc:sldMk cId="3254042938" sldId="2146846689"/>
            <ac:spMk id="3" creationId="{3AA3F5B9-E2C9-EAAA-D39B-284DA97560B4}"/>
          </ac:spMkLst>
        </pc:spChg>
        <pc:spChg chg="del">
          <ac:chgData name="Murugesan, Niranjana" userId="c1bafbb3-6091-456a-b741-2c09805ccd67" providerId="ADAL" clId="{277D462C-BF4A-47EB-8DA8-2DE418E3A577}" dt="2024-05-01T15:05:39.815" v="825" actId="21"/>
          <ac:spMkLst>
            <pc:docMk/>
            <pc:sldMk cId="3254042938" sldId="2146846689"/>
            <ac:spMk id="4" creationId="{8831C2B5-2CF6-881C-336F-7368C7779FC5}"/>
          </ac:spMkLst>
        </pc:spChg>
      </pc:sldChg>
      <pc:sldChg chg="del setBg">
        <pc:chgData name="Murugesan, Niranjana" userId="c1bafbb3-6091-456a-b741-2c09805ccd67" providerId="ADAL" clId="{277D462C-BF4A-47EB-8DA8-2DE418E3A577}" dt="2024-05-01T15:03:57.761" v="805" actId="47"/>
        <pc:sldMkLst>
          <pc:docMk/>
          <pc:sldMk cId="1175141176" sldId="2146846690"/>
        </pc:sldMkLst>
      </pc:sldChg>
      <pc:sldChg chg="del">
        <pc:chgData name="Murugesan, Niranjana" userId="c1bafbb3-6091-456a-b741-2c09805ccd67" providerId="ADAL" clId="{277D462C-BF4A-47EB-8DA8-2DE418E3A577}" dt="2024-05-01T14:53:11.953" v="738" actId="47"/>
        <pc:sldMkLst>
          <pc:docMk/>
          <pc:sldMk cId="2732382404" sldId="2146846691"/>
        </pc:sldMkLst>
      </pc:sldChg>
      <pc:sldChg chg="addSp delSp modSp del mod">
        <pc:chgData name="Murugesan, Niranjana" userId="c1bafbb3-6091-456a-b741-2c09805ccd67" providerId="ADAL" clId="{277D462C-BF4A-47EB-8DA8-2DE418E3A577}" dt="2024-05-01T15:05:27.861" v="823" actId="47"/>
        <pc:sldMkLst>
          <pc:docMk/>
          <pc:sldMk cId="2098348088" sldId="2146846692"/>
        </pc:sldMkLst>
        <pc:spChg chg="add mod">
          <ac:chgData name="Murugesan, Niranjana" userId="c1bafbb3-6091-456a-b741-2c09805ccd67" providerId="ADAL" clId="{277D462C-BF4A-47EB-8DA8-2DE418E3A577}" dt="2024-05-01T15:05:15.386" v="818" actId="21"/>
          <ac:spMkLst>
            <pc:docMk/>
            <pc:sldMk cId="2098348088" sldId="2146846692"/>
            <ac:spMk id="3" creationId="{5C77A087-91D4-2CCA-375B-AFEF647CF2F9}"/>
          </ac:spMkLst>
        </pc:spChg>
        <pc:spChg chg="del mod">
          <ac:chgData name="Murugesan, Niranjana" userId="c1bafbb3-6091-456a-b741-2c09805ccd67" providerId="ADAL" clId="{277D462C-BF4A-47EB-8DA8-2DE418E3A577}" dt="2024-05-01T15:05:15.386" v="818" actId="21"/>
          <ac:spMkLst>
            <pc:docMk/>
            <pc:sldMk cId="2098348088" sldId="2146846692"/>
            <ac:spMk id="4" creationId="{8831C2B5-2CF6-881C-336F-7368C7779FC5}"/>
          </ac:spMkLst>
        </pc:spChg>
      </pc:sldChg>
      <pc:sldChg chg="modSp mod">
        <pc:chgData name="Murugesan, Niranjana" userId="c1bafbb3-6091-456a-b741-2c09805ccd67" providerId="ADAL" clId="{277D462C-BF4A-47EB-8DA8-2DE418E3A577}" dt="2024-05-01T15:17:48.407" v="999" actId="1076"/>
        <pc:sldMkLst>
          <pc:docMk/>
          <pc:sldMk cId="1753843932" sldId="2146846693"/>
        </pc:sldMkLst>
        <pc:spChg chg="mod">
          <ac:chgData name="Murugesan, Niranjana" userId="c1bafbb3-6091-456a-b741-2c09805ccd67" providerId="ADAL" clId="{277D462C-BF4A-47EB-8DA8-2DE418E3A577}" dt="2024-05-01T15:01:56.076" v="797"/>
          <ac:spMkLst>
            <pc:docMk/>
            <pc:sldMk cId="1753843932" sldId="2146846693"/>
            <ac:spMk id="2" creationId="{2BB53F32-681F-DF34-331E-47F049B960C0}"/>
          </ac:spMkLst>
        </pc:spChg>
        <pc:spChg chg="mod">
          <ac:chgData name="Murugesan, Niranjana" userId="c1bafbb3-6091-456a-b741-2c09805ccd67" providerId="ADAL" clId="{277D462C-BF4A-47EB-8DA8-2DE418E3A577}" dt="2024-05-01T15:17:48.407" v="999" actId="1076"/>
          <ac:spMkLst>
            <pc:docMk/>
            <pc:sldMk cId="1753843932" sldId="2146846693"/>
            <ac:spMk id="3" creationId="{85A5F340-5901-576F-4720-463E731EA215}"/>
          </ac:spMkLst>
        </pc:spChg>
      </pc:sldChg>
      <pc:sldChg chg="modSp mod">
        <pc:chgData name="Murugesan, Niranjana" userId="c1bafbb3-6091-456a-b741-2c09805ccd67" providerId="ADAL" clId="{277D462C-BF4A-47EB-8DA8-2DE418E3A577}" dt="2024-05-01T15:17:03.959" v="997" actId="1076"/>
        <pc:sldMkLst>
          <pc:docMk/>
          <pc:sldMk cId="1165565507" sldId="2146846694"/>
        </pc:sldMkLst>
        <pc:spChg chg="mod">
          <ac:chgData name="Murugesan, Niranjana" userId="c1bafbb3-6091-456a-b741-2c09805ccd67" providerId="ADAL" clId="{277D462C-BF4A-47EB-8DA8-2DE418E3A577}" dt="2024-05-01T15:17:01.327" v="996" actId="1076"/>
          <ac:spMkLst>
            <pc:docMk/>
            <pc:sldMk cId="1165565507" sldId="2146846694"/>
            <ac:spMk id="2" creationId="{E7DD9CE2-1BB9-B810-FD6A-C6252A072249}"/>
          </ac:spMkLst>
        </pc:spChg>
        <pc:spChg chg="mod">
          <ac:chgData name="Murugesan, Niranjana" userId="c1bafbb3-6091-456a-b741-2c09805ccd67" providerId="ADAL" clId="{277D462C-BF4A-47EB-8DA8-2DE418E3A577}" dt="2024-05-01T15:17:03.959" v="997" actId="1076"/>
          <ac:spMkLst>
            <pc:docMk/>
            <pc:sldMk cId="1165565507" sldId="2146846694"/>
            <ac:spMk id="3" creationId="{391042D9-2B1B-795E-52A8-4A71E336FE7D}"/>
          </ac:spMkLst>
        </pc:spChg>
      </pc:sldChg>
      <pc:sldChg chg="modSp new mod">
        <pc:chgData name="Murugesan, Niranjana" userId="c1bafbb3-6091-456a-b741-2c09805ccd67" providerId="ADAL" clId="{277D462C-BF4A-47EB-8DA8-2DE418E3A577}" dt="2024-05-06T08:48:25.559" v="1044" actId="404"/>
        <pc:sldMkLst>
          <pc:docMk/>
          <pc:sldMk cId="337480840" sldId="2146846695"/>
        </pc:sldMkLst>
        <pc:spChg chg="mod">
          <ac:chgData name="Murugesan, Niranjana" userId="c1bafbb3-6091-456a-b741-2c09805ccd67" providerId="ADAL" clId="{277D462C-BF4A-47EB-8DA8-2DE418E3A577}" dt="2024-05-01T15:08:32.296" v="878" actId="1076"/>
          <ac:spMkLst>
            <pc:docMk/>
            <pc:sldMk cId="337480840" sldId="2146846695"/>
            <ac:spMk id="2" creationId="{52C2C913-8620-4AF9-C944-98C37223FCEE}"/>
          </ac:spMkLst>
        </pc:spChg>
        <pc:spChg chg="mod">
          <ac:chgData name="Murugesan, Niranjana" userId="c1bafbb3-6091-456a-b741-2c09805ccd67" providerId="ADAL" clId="{277D462C-BF4A-47EB-8DA8-2DE418E3A577}" dt="2024-05-06T08:48:25.559" v="1044" actId="404"/>
          <ac:spMkLst>
            <pc:docMk/>
            <pc:sldMk cId="337480840" sldId="2146846695"/>
            <ac:spMk id="3" creationId="{F34D9CC7-C8E2-961B-326C-50A03FFBF322}"/>
          </ac:spMkLst>
        </pc:spChg>
      </pc:sldChg>
      <pc:sldChg chg="modSp add del mod setBg">
        <pc:chgData name="Murugesan, Niranjana" userId="c1bafbb3-6091-456a-b741-2c09805ccd67" providerId="ADAL" clId="{277D462C-BF4A-47EB-8DA8-2DE418E3A577}" dt="2024-05-01T15:06:13.973" v="846" actId="47"/>
        <pc:sldMkLst>
          <pc:docMk/>
          <pc:sldMk cId="2090490934" sldId="2146846696"/>
        </pc:sldMkLst>
        <pc:spChg chg="mod">
          <ac:chgData name="Murugesan, Niranjana" userId="c1bafbb3-6091-456a-b741-2c09805ccd67" providerId="ADAL" clId="{277D462C-BF4A-47EB-8DA8-2DE418E3A577}" dt="2024-05-01T14:54:33.327" v="785" actId="20577"/>
          <ac:spMkLst>
            <pc:docMk/>
            <pc:sldMk cId="2090490934" sldId="2146846696"/>
            <ac:spMk id="4" creationId="{8831C2B5-2CF6-881C-336F-7368C7779FC5}"/>
          </ac:spMkLst>
        </pc:spChg>
      </pc:sldChg>
      <pc:sldChg chg="add del setBg">
        <pc:chgData name="Murugesan, Niranjana" userId="c1bafbb3-6091-456a-b741-2c09805ccd67" providerId="ADAL" clId="{277D462C-BF4A-47EB-8DA8-2DE418E3A577}" dt="2024-05-01T14:56:46.067" v="791"/>
        <pc:sldMkLst>
          <pc:docMk/>
          <pc:sldMk cId="1573114405" sldId="2146846697"/>
        </pc:sldMkLst>
      </pc:sldChg>
      <pc:sldChg chg="add del setBg">
        <pc:chgData name="Murugesan, Niranjana" userId="c1bafbb3-6091-456a-b741-2c09805ccd67" providerId="ADAL" clId="{277D462C-BF4A-47EB-8DA8-2DE418E3A577}" dt="2024-05-01T14:56:21.999" v="789"/>
        <pc:sldMkLst>
          <pc:docMk/>
          <pc:sldMk cId="2986155853" sldId="2146846697"/>
        </pc:sldMkLst>
      </pc:sldChg>
      <pc:sldChg chg="delSp modSp new mod">
        <pc:chgData name="Murugesan, Niranjana" userId="c1bafbb3-6091-456a-b741-2c09805ccd67" providerId="ADAL" clId="{277D462C-BF4A-47EB-8DA8-2DE418E3A577}" dt="2024-05-01T15:12:10.268" v="980" actId="478"/>
        <pc:sldMkLst>
          <pc:docMk/>
          <pc:sldMk cId="3097681138" sldId="2146846697"/>
        </pc:sldMkLst>
        <pc:spChg chg="del">
          <ac:chgData name="Murugesan, Niranjana" userId="c1bafbb3-6091-456a-b741-2c09805ccd67" providerId="ADAL" clId="{277D462C-BF4A-47EB-8DA8-2DE418E3A577}" dt="2024-05-01T15:12:10.268" v="980" actId="478"/>
          <ac:spMkLst>
            <pc:docMk/>
            <pc:sldMk cId="3097681138" sldId="2146846697"/>
            <ac:spMk id="2" creationId="{CF8FA002-CE04-0746-9EF0-17AD5F12BC25}"/>
          </ac:spMkLst>
        </pc:spChg>
        <pc:spChg chg="del">
          <ac:chgData name="Murugesan, Niranjana" userId="c1bafbb3-6091-456a-b741-2c09805ccd67" providerId="ADAL" clId="{277D462C-BF4A-47EB-8DA8-2DE418E3A577}" dt="2024-05-01T15:06:06.026" v="843" actId="478"/>
          <ac:spMkLst>
            <pc:docMk/>
            <pc:sldMk cId="3097681138" sldId="2146846697"/>
            <ac:spMk id="3" creationId="{12674F26-E9E0-5F3B-5985-C2CF66191926}"/>
          </ac:spMkLst>
        </pc:spChg>
        <pc:spChg chg="mod">
          <ac:chgData name="Murugesan, Niranjana" userId="c1bafbb3-6091-456a-b741-2c09805ccd67" providerId="ADAL" clId="{277D462C-BF4A-47EB-8DA8-2DE418E3A577}" dt="2024-05-01T15:06:03.274" v="842" actId="122"/>
          <ac:spMkLst>
            <pc:docMk/>
            <pc:sldMk cId="3097681138" sldId="2146846697"/>
            <ac:spMk id="4" creationId="{9C536308-5562-FA5C-413B-E44199B5CF28}"/>
          </ac:spMkLst>
        </pc:spChg>
      </pc:sldChg>
      <pc:sldChg chg="addSp delSp modSp new mod">
        <pc:chgData name="Murugesan, Niranjana" userId="c1bafbb3-6091-456a-b741-2c09805ccd67" providerId="ADAL" clId="{277D462C-BF4A-47EB-8DA8-2DE418E3A577}" dt="2024-05-01T15:13:30.626" v="984" actId="478"/>
        <pc:sldMkLst>
          <pc:docMk/>
          <pc:sldMk cId="2013185764" sldId="2146846698"/>
        </pc:sldMkLst>
        <pc:spChg chg="del mod">
          <ac:chgData name="Murugesan, Niranjana" userId="c1bafbb3-6091-456a-b741-2c09805ccd67" providerId="ADAL" clId="{277D462C-BF4A-47EB-8DA8-2DE418E3A577}" dt="2024-05-01T15:13:30.626" v="984" actId="478"/>
          <ac:spMkLst>
            <pc:docMk/>
            <pc:sldMk cId="2013185764" sldId="2146846698"/>
            <ac:spMk id="2" creationId="{CD970188-375D-9DB5-A4E3-50EB617EB78B}"/>
          </ac:spMkLst>
        </pc:spChg>
        <pc:spChg chg="del">
          <ac:chgData name="Murugesan, Niranjana" userId="c1bafbb3-6091-456a-b741-2c09805ccd67" providerId="ADAL" clId="{277D462C-BF4A-47EB-8DA8-2DE418E3A577}" dt="2024-05-01T15:04:34.331" v="809" actId="478"/>
          <ac:spMkLst>
            <pc:docMk/>
            <pc:sldMk cId="2013185764" sldId="2146846698"/>
            <ac:spMk id="3" creationId="{B97621E8-C459-595D-C764-5BA9FA330B95}"/>
          </ac:spMkLst>
        </pc:spChg>
        <pc:spChg chg="del">
          <ac:chgData name="Murugesan, Niranjana" userId="c1bafbb3-6091-456a-b741-2c09805ccd67" providerId="ADAL" clId="{277D462C-BF4A-47EB-8DA8-2DE418E3A577}" dt="2024-05-01T15:04:29.321" v="808" actId="478"/>
          <ac:spMkLst>
            <pc:docMk/>
            <pc:sldMk cId="2013185764" sldId="2146846698"/>
            <ac:spMk id="4" creationId="{08991302-445B-3344-C79C-BF9BB73F4DC4}"/>
          </ac:spMkLst>
        </pc:spChg>
        <pc:spChg chg="add mod">
          <ac:chgData name="Murugesan, Niranjana" userId="c1bafbb3-6091-456a-b741-2c09805ccd67" providerId="ADAL" clId="{277D462C-BF4A-47EB-8DA8-2DE418E3A577}" dt="2024-05-01T15:04:26.661" v="807"/>
          <ac:spMkLst>
            <pc:docMk/>
            <pc:sldMk cId="2013185764" sldId="2146846698"/>
            <ac:spMk id="5" creationId="{BE58645F-D656-B690-A9D7-F935E5EB21C5}"/>
          </ac:spMkLst>
        </pc:spChg>
      </pc:sldChg>
      <pc:sldChg chg="addSp delSp modSp new mod">
        <pc:chgData name="Murugesan, Niranjana" userId="c1bafbb3-6091-456a-b741-2c09805ccd67" providerId="ADAL" clId="{277D462C-BF4A-47EB-8DA8-2DE418E3A577}" dt="2024-05-01T15:10:10.662" v="970" actId="2711"/>
        <pc:sldMkLst>
          <pc:docMk/>
          <pc:sldMk cId="1555793438" sldId="2146846699"/>
        </pc:sldMkLst>
        <pc:spChg chg="del">
          <ac:chgData name="Murugesan, Niranjana" userId="c1bafbb3-6091-456a-b741-2c09805ccd67" providerId="ADAL" clId="{277D462C-BF4A-47EB-8DA8-2DE418E3A577}" dt="2024-05-01T15:04:56.282" v="814" actId="478"/>
          <ac:spMkLst>
            <pc:docMk/>
            <pc:sldMk cId="1555793438" sldId="2146846699"/>
            <ac:spMk id="2" creationId="{5A6FFFF3-AB6C-050A-552B-CAE8E91381A2}"/>
          </ac:spMkLst>
        </pc:spChg>
        <pc:spChg chg="del">
          <ac:chgData name="Murugesan, Niranjana" userId="c1bafbb3-6091-456a-b741-2c09805ccd67" providerId="ADAL" clId="{277D462C-BF4A-47EB-8DA8-2DE418E3A577}" dt="2024-05-01T15:04:55.164" v="813" actId="478"/>
          <ac:spMkLst>
            <pc:docMk/>
            <pc:sldMk cId="1555793438" sldId="2146846699"/>
            <ac:spMk id="3" creationId="{281B1606-8263-4E83-4B1F-328BD6CAB847}"/>
          </ac:spMkLst>
        </pc:spChg>
        <pc:spChg chg="add mod">
          <ac:chgData name="Murugesan, Niranjana" userId="c1bafbb3-6091-456a-b741-2c09805ccd67" providerId="ADAL" clId="{277D462C-BF4A-47EB-8DA8-2DE418E3A577}" dt="2024-05-01T15:10:10.662" v="970" actId="2711"/>
          <ac:spMkLst>
            <pc:docMk/>
            <pc:sldMk cId="1555793438" sldId="2146846699"/>
            <ac:spMk id="4" creationId="{E6E2427A-B655-27F8-B2B2-7D2D3B1BF400}"/>
          </ac:spMkLst>
        </pc:spChg>
      </pc:sldChg>
      <pc:sldChg chg="addSp delSp modSp new mod">
        <pc:chgData name="Murugesan, Niranjana" userId="c1bafbb3-6091-456a-b741-2c09805ccd67" providerId="ADAL" clId="{277D462C-BF4A-47EB-8DA8-2DE418E3A577}" dt="2024-05-01T15:11:39.628" v="978" actId="113"/>
        <pc:sldMkLst>
          <pc:docMk/>
          <pc:sldMk cId="3018901799" sldId="2146846700"/>
        </pc:sldMkLst>
        <pc:spChg chg="del">
          <ac:chgData name="Murugesan, Niranjana" userId="c1bafbb3-6091-456a-b741-2c09805ccd67" providerId="ADAL" clId="{277D462C-BF4A-47EB-8DA8-2DE418E3A577}" dt="2024-05-01T15:05:25.009" v="822" actId="478"/>
          <ac:spMkLst>
            <pc:docMk/>
            <pc:sldMk cId="3018901799" sldId="2146846700"/>
            <ac:spMk id="2" creationId="{ACB223EE-2320-B02B-A376-7C83208B298D}"/>
          </ac:spMkLst>
        </pc:spChg>
        <pc:spChg chg="del">
          <ac:chgData name="Murugesan, Niranjana" userId="c1bafbb3-6091-456a-b741-2c09805ccd67" providerId="ADAL" clId="{277D462C-BF4A-47EB-8DA8-2DE418E3A577}" dt="2024-05-01T15:05:23.437" v="821" actId="478"/>
          <ac:spMkLst>
            <pc:docMk/>
            <pc:sldMk cId="3018901799" sldId="2146846700"/>
            <ac:spMk id="3" creationId="{D784C8C5-89F9-52B9-360B-B5B2683C2A90}"/>
          </ac:spMkLst>
        </pc:spChg>
        <pc:spChg chg="add mod">
          <ac:chgData name="Murugesan, Niranjana" userId="c1bafbb3-6091-456a-b741-2c09805ccd67" providerId="ADAL" clId="{277D462C-BF4A-47EB-8DA8-2DE418E3A577}" dt="2024-05-01T15:11:39.628" v="978" actId="113"/>
          <ac:spMkLst>
            <pc:docMk/>
            <pc:sldMk cId="3018901799" sldId="2146846700"/>
            <ac:spMk id="4" creationId="{B0717186-958C-19B5-C547-5FB5170AD4DD}"/>
          </ac:spMkLst>
        </pc:spChg>
      </pc:sldChg>
      <pc:sldChg chg="addSp delSp modSp new mod">
        <pc:chgData name="Murugesan, Niranjana" userId="c1bafbb3-6091-456a-b741-2c09805ccd67" providerId="ADAL" clId="{277D462C-BF4A-47EB-8DA8-2DE418E3A577}" dt="2024-05-01T15:12:16.196" v="981" actId="478"/>
        <pc:sldMkLst>
          <pc:docMk/>
          <pc:sldMk cId="4099624749" sldId="2146846701"/>
        </pc:sldMkLst>
        <pc:spChg chg="del">
          <ac:chgData name="Murugesan, Niranjana" userId="c1bafbb3-6091-456a-b741-2c09805ccd67" providerId="ADAL" clId="{277D462C-BF4A-47EB-8DA8-2DE418E3A577}" dt="2024-05-01T15:12:16.196" v="981" actId="478"/>
          <ac:spMkLst>
            <pc:docMk/>
            <pc:sldMk cId="4099624749" sldId="2146846701"/>
            <ac:spMk id="2" creationId="{AE4696A9-CDB9-277C-B0CD-34A75D31397D}"/>
          </ac:spMkLst>
        </pc:spChg>
        <pc:spChg chg="del">
          <ac:chgData name="Murugesan, Niranjana" userId="c1bafbb3-6091-456a-b741-2c09805ccd67" providerId="ADAL" clId="{277D462C-BF4A-47EB-8DA8-2DE418E3A577}" dt="2024-05-01T15:05:45.497" v="828" actId="478"/>
          <ac:spMkLst>
            <pc:docMk/>
            <pc:sldMk cId="4099624749" sldId="2146846701"/>
            <ac:spMk id="3" creationId="{80E9489E-F04D-D22A-B54F-24A40E08C66D}"/>
          </ac:spMkLst>
        </pc:spChg>
        <pc:spChg chg="del">
          <ac:chgData name="Murugesan, Niranjana" userId="c1bafbb3-6091-456a-b741-2c09805ccd67" providerId="ADAL" clId="{277D462C-BF4A-47EB-8DA8-2DE418E3A577}" dt="2024-05-01T15:05:43.956" v="827" actId="478"/>
          <ac:spMkLst>
            <pc:docMk/>
            <pc:sldMk cId="4099624749" sldId="2146846701"/>
            <ac:spMk id="4" creationId="{5169DD94-2076-789C-D060-9E6698846D92}"/>
          </ac:spMkLst>
        </pc:spChg>
        <pc:spChg chg="add mod">
          <ac:chgData name="Murugesan, Niranjana" userId="c1bafbb3-6091-456a-b741-2c09805ccd67" providerId="ADAL" clId="{277D462C-BF4A-47EB-8DA8-2DE418E3A577}" dt="2024-05-01T15:05:41.773" v="826"/>
          <ac:spMkLst>
            <pc:docMk/>
            <pc:sldMk cId="4099624749" sldId="2146846701"/>
            <ac:spMk id="5" creationId="{298D18C9-EAEB-AE06-437C-2AC080DA0E7C}"/>
          </ac:spMkLst>
        </pc:spChg>
      </pc:sldChg>
      <pc:sldChg chg="new del">
        <pc:chgData name="Murugesan, Niranjana" userId="c1bafbb3-6091-456a-b741-2c09805ccd67" providerId="ADAL" clId="{277D462C-BF4A-47EB-8DA8-2DE418E3A577}" dt="2024-05-01T15:06:12.632" v="845" actId="47"/>
        <pc:sldMkLst>
          <pc:docMk/>
          <pc:sldMk cId="23544164" sldId="2146846702"/>
        </pc:sldMkLst>
      </pc:sldChg>
      <pc:sldChg chg="delSp modSp new mod">
        <pc:chgData name="Murugesan, Niranjana" userId="c1bafbb3-6091-456a-b741-2c09805ccd67" providerId="ADAL" clId="{277D462C-BF4A-47EB-8DA8-2DE418E3A577}" dt="2024-05-01T15:28:06.393" v="1042" actId="1076"/>
        <pc:sldMkLst>
          <pc:docMk/>
          <pc:sldMk cId="1168214755" sldId="2146846702"/>
        </pc:sldMkLst>
        <pc:spChg chg="del">
          <ac:chgData name="Murugesan, Niranjana" userId="c1bafbb3-6091-456a-b741-2c09805ccd67" providerId="ADAL" clId="{277D462C-BF4A-47EB-8DA8-2DE418E3A577}" dt="2024-05-01T15:12:03.282" v="979" actId="478"/>
          <ac:spMkLst>
            <pc:docMk/>
            <pc:sldMk cId="1168214755" sldId="2146846702"/>
            <ac:spMk id="2" creationId="{AF16CDA8-4CD1-69F9-3DB1-1E1A577419D0}"/>
          </ac:spMkLst>
        </pc:spChg>
        <pc:spChg chg="mod">
          <ac:chgData name="Murugesan, Niranjana" userId="c1bafbb3-6091-456a-b741-2c09805ccd67" providerId="ADAL" clId="{277D462C-BF4A-47EB-8DA8-2DE418E3A577}" dt="2024-05-01T15:28:06.393" v="1042" actId="1076"/>
          <ac:spMkLst>
            <pc:docMk/>
            <pc:sldMk cId="1168214755" sldId="2146846702"/>
            <ac:spMk id="3" creationId="{2B3BED22-93DA-8FA2-81C1-24358FCCEF6D}"/>
          </ac:spMkLst>
        </pc:spChg>
      </pc:sldChg>
      <pc:sldChg chg="new del">
        <pc:chgData name="Murugesan, Niranjana" userId="c1bafbb3-6091-456a-b741-2c09805ccd67" providerId="ADAL" clId="{277D462C-BF4A-47EB-8DA8-2DE418E3A577}" dt="2024-05-01T15:06:23.695" v="848" actId="680"/>
        <pc:sldMkLst>
          <pc:docMk/>
          <pc:sldMk cId="2945864727" sldId="2146846702"/>
        </pc:sldMkLst>
      </pc:sldChg>
      <pc:sldChg chg="modSp new mod">
        <pc:chgData name="Murugesan, Niranjana" userId="c1bafbb3-6091-456a-b741-2c09805ccd67" providerId="ADAL" clId="{277D462C-BF4A-47EB-8DA8-2DE418E3A577}" dt="2024-05-01T15:09:05.903" v="893" actId="20577"/>
        <pc:sldMkLst>
          <pc:docMk/>
          <pc:sldMk cId="74143340" sldId="2146846703"/>
        </pc:sldMkLst>
        <pc:spChg chg="mod">
          <ac:chgData name="Murugesan, Niranjana" userId="c1bafbb3-6091-456a-b741-2c09805ccd67" providerId="ADAL" clId="{277D462C-BF4A-47EB-8DA8-2DE418E3A577}" dt="2024-05-01T15:09:05.903" v="893" actId="20577"/>
          <ac:spMkLst>
            <pc:docMk/>
            <pc:sldMk cId="74143340" sldId="2146846703"/>
            <ac:spMk id="2" creationId="{356D8FFE-CCBC-A3C8-0F59-DC077F9A07AC}"/>
          </ac:spMkLst>
        </pc:spChg>
      </pc:sldChg>
      <pc:sldChg chg="addSp delSp modSp new del mod">
        <pc:chgData name="Murugesan, Niranjana" userId="c1bafbb3-6091-456a-b741-2c09805ccd67" providerId="ADAL" clId="{277D462C-BF4A-47EB-8DA8-2DE418E3A577}" dt="2024-05-01T15:27:48.244" v="1040" actId="47"/>
        <pc:sldMkLst>
          <pc:docMk/>
          <pc:sldMk cId="2406359159" sldId="2146846704"/>
        </pc:sldMkLst>
        <pc:spChg chg="del mod">
          <ac:chgData name="Murugesan, Niranjana" userId="c1bafbb3-6091-456a-b741-2c09805ccd67" providerId="ADAL" clId="{277D462C-BF4A-47EB-8DA8-2DE418E3A577}" dt="2024-05-01T15:27:02.037" v="1024" actId="478"/>
          <ac:spMkLst>
            <pc:docMk/>
            <pc:sldMk cId="2406359159" sldId="2146846704"/>
            <ac:spMk id="2" creationId="{A0229820-97FF-53C4-04C7-12A5779C6A39}"/>
          </ac:spMkLst>
        </pc:spChg>
        <pc:spChg chg="add del mod">
          <ac:chgData name="Murugesan, Niranjana" userId="c1bafbb3-6091-456a-b741-2c09805ccd67" providerId="ADAL" clId="{277D462C-BF4A-47EB-8DA8-2DE418E3A577}" dt="2024-05-01T15:26:01.746" v="1013"/>
          <ac:spMkLst>
            <pc:docMk/>
            <pc:sldMk cId="2406359159" sldId="2146846704"/>
            <ac:spMk id="4" creationId="{DEE53246-8A9E-E336-DCF5-86BBCBDAF1B1}"/>
          </ac:spMkLst>
        </pc:spChg>
        <pc:spChg chg="add del mod">
          <ac:chgData name="Murugesan, Niranjana" userId="c1bafbb3-6091-456a-b741-2c09805ccd67" providerId="ADAL" clId="{277D462C-BF4A-47EB-8DA8-2DE418E3A577}" dt="2024-05-01T15:26:01.746" v="1013"/>
          <ac:spMkLst>
            <pc:docMk/>
            <pc:sldMk cId="2406359159" sldId="2146846704"/>
            <ac:spMk id="5" creationId="{7BEEE0AB-786D-55EB-1C9E-668D85D352B0}"/>
          </ac:spMkLst>
        </pc:spChg>
        <pc:spChg chg="add del mod">
          <ac:chgData name="Murugesan, Niranjana" userId="c1bafbb3-6091-456a-b741-2c09805ccd67" providerId="ADAL" clId="{277D462C-BF4A-47EB-8DA8-2DE418E3A577}" dt="2024-05-01T15:26:01.746" v="1013"/>
          <ac:spMkLst>
            <pc:docMk/>
            <pc:sldMk cId="2406359159" sldId="2146846704"/>
            <ac:spMk id="6" creationId="{5F8BE5CA-5481-C07F-2FC2-A57AB84D5828}"/>
          </ac:spMkLst>
        </pc:spChg>
        <pc:spChg chg="add del mod">
          <ac:chgData name="Murugesan, Niranjana" userId="c1bafbb3-6091-456a-b741-2c09805ccd67" providerId="ADAL" clId="{277D462C-BF4A-47EB-8DA8-2DE418E3A577}" dt="2024-05-01T15:26:01.746" v="1013"/>
          <ac:spMkLst>
            <pc:docMk/>
            <pc:sldMk cId="2406359159" sldId="2146846704"/>
            <ac:spMk id="7" creationId="{9C35BC82-9A72-5675-5B2D-703806FCAA6E}"/>
          </ac:spMkLst>
        </pc:spChg>
        <pc:spChg chg="add mod">
          <ac:chgData name="Murugesan, Niranjana" userId="c1bafbb3-6091-456a-b741-2c09805ccd67" providerId="ADAL" clId="{277D462C-BF4A-47EB-8DA8-2DE418E3A577}" dt="2024-05-01T15:26:11.689" v="1014"/>
          <ac:spMkLst>
            <pc:docMk/>
            <pc:sldMk cId="2406359159" sldId="2146846704"/>
            <ac:spMk id="9" creationId="{AA1AA37C-CF0D-9930-8F6B-2B7F7D9867FD}"/>
          </ac:spMkLst>
        </pc:spChg>
        <pc:spChg chg="add mod">
          <ac:chgData name="Murugesan, Niranjana" userId="c1bafbb3-6091-456a-b741-2c09805ccd67" providerId="ADAL" clId="{277D462C-BF4A-47EB-8DA8-2DE418E3A577}" dt="2024-05-01T15:27:15.597" v="1028" actId="21"/>
          <ac:spMkLst>
            <pc:docMk/>
            <pc:sldMk cId="2406359159" sldId="2146846704"/>
            <ac:spMk id="10" creationId="{4E62BD15-A7BE-7447-2C8F-3916AC8CC2D5}"/>
          </ac:spMkLst>
        </pc:spChg>
        <pc:spChg chg="add mod">
          <ac:chgData name="Murugesan, Niranjana" userId="c1bafbb3-6091-456a-b741-2c09805ccd67" providerId="ADAL" clId="{277D462C-BF4A-47EB-8DA8-2DE418E3A577}" dt="2024-05-01T15:27:37.721" v="1035" actId="21"/>
          <ac:spMkLst>
            <pc:docMk/>
            <pc:sldMk cId="2406359159" sldId="2146846704"/>
            <ac:spMk id="11" creationId="{D9DCF1E6-44EA-4B72-39A1-7FF39BE35F01}"/>
          </ac:spMkLst>
        </pc:spChg>
        <pc:spChg chg="add del mod">
          <ac:chgData name="Murugesan, Niranjana" userId="c1bafbb3-6091-456a-b741-2c09805ccd67" providerId="ADAL" clId="{277D462C-BF4A-47EB-8DA8-2DE418E3A577}" dt="2024-05-01T15:27:03.840" v="1025" actId="478"/>
          <ac:spMkLst>
            <pc:docMk/>
            <pc:sldMk cId="2406359159" sldId="2146846704"/>
            <ac:spMk id="14" creationId="{2F0E67E1-1B7D-9DA7-3EE4-8AD40B1B9F3C}"/>
          </ac:spMkLst>
        </pc:spChg>
        <pc:picChg chg="add del mod">
          <ac:chgData name="Murugesan, Niranjana" userId="c1bafbb3-6091-456a-b741-2c09805ccd67" providerId="ADAL" clId="{277D462C-BF4A-47EB-8DA8-2DE418E3A577}" dt="2024-05-01T15:26:01.746" v="1013"/>
          <ac:picMkLst>
            <pc:docMk/>
            <pc:sldMk cId="2406359159" sldId="2146846704"/>
            <ac:picMk id="8" creationId="{3EBE5DEB-A9AD-54C8-A1EC-75AF85732AB7}"/>
          </ac:picMkLst>
        </pc:picChg>
        <pc:picChg chg="add del mod">
          <ac:chgData name="Murugesan, Niranjana" userId="c1bafbb3-6091-456a-b741-2c09805ccd67" providerId="ADAL" clId="{277D462C-BF4A-47EB-8DA8-2DE418E3A577}" dt="2024-05-01T15:27:42.731" v="1037" actId="21"/>
          <ac:picMkLst>
            <pc:docMk/>
            <pc:sldMk cId="2406359159" sldId="2146846704"/>
            <ac:picMk id="12" creationId="{3E5A8B51-DF2D-795D-B6FC-98173393EE2E}"/>
          </ac:picMkLst>
        </pc:picChg>
      </pc:sldChg>
      <pc:sldChg chg="addSp modSp new mod">
        <pc:chgData name="Murugesan, Niranjana" userId="c1bafbb3-6091-456a-b741-2c09805ccd67" providerId="ADAL" clId="{277D462C-BF4A-47EB-8DA8-2DE418E3A577}" dt="2024-05-01T15:27:45.977" v="1039" actId="1076"/>
        <pc:sldMkLst>
          <pc:docMk/>
          <pc:sldMk cId="3083942871" sldId="2146846705"/>
        </pc:sldMkLst>
        <pc:spChg chg="mod">
          <ac:chgData name="Murugesan, Niranjana" userId="c1bafbb3-6091-456a-b741-2c09805ccd67" providerId="ADAL" clId="{277D462C-BF4A-47EB-8DA8-2DE418E3A577}" dt="2024-05-01T15:27:19.436" v="1032" actId="27636"/>
          <ac:spMkLst>
            <pc:docMk/>
            <pc:sldMk cId="3083942871" sldId="2146846705"/>
            <ac:spMk id="2" creationId="{165A54F6-B79F-4D8A-1659-9CE210E32105}"/>
          </ac:spMkLst>
        </pc:spChg>
        <pc:spChg chg="mod">
          <ac:chgData name="Murugesan, Niranjana" userId="c1bafbb3-6091-456a-b741-2c09805ccd67" providerId="ADAL" clId="{277D462C-BF4A-47EB-8DA8-2DE418E3A577}" dt="2024-05-01T15:27:40.179" v="1036"/>
          <ac:spMkLst>
            <pc:docMk/>
            <pc:sldMk cId="3083942871" sldId="2146846705"/>
            <ac:spMk id="3" creationId="{350FF2CD-719C-FB77-5C69-7DA5DE8BAA87}"/>
          </ac:spMkLst>
        </pc:spChg>
        <pc:picChg chg="add mod">
          <ac:chgData name="Murugesan, Niranjana" userId="c1bafbb3-6091-456a-b741-2c09805ccd67" providerId="ADAL" clId="{277D462C-BF4A-47EB-8DA8-2DE418E3A577}" dt="2024-05-01T15:27:45.977" v="1039" actId="1076"/>
          <ac:picMkLst>
            <pc:docMk/>
            <pc:sldMk cId="3083942871" sldId="2146846705"/>
            <ac:picMk id="4" creationId="{CCBC0BD6-9156-9DD4-186E-F50934FEF069}"/>
          </ac:picMkLst>
        </pc:picChg>
      </pc:sldChg>
      <pc:sldMasterChg chg="modSldLayout">
        <pc:chgData name="Murugesan, Niranjana" userId="c1bafbb3-6091-456a-b741-2c09805ccd67" providerId="ADAL" clId="{277D462C-BF4A-47EB-8DA8-2DE418E3A577}" dt="2024-05-01T15:27:30.145" v="1034" actId="1076"/>
        <pc:sldMasterMkLst>
          <pc:docMk/>
          <pc:sldMasterMk cId="131839843" sldId="2147483648"/>
        </pc:sldMasterMkLst>
        <pc:sldLayoutChg chg="modSp mod">
          <pc:chgData name="Murugesan, Niranjana" userId="c1bafbb3-6091-456a-b741-2c09805ccd67" providerId="ADAL" clId="{277D462C-BF4A-47EB-8DA8-2DE418E3A577}" dt="2024-05-01T15:27:30.145" v="1034" actId="1076"/>
          <pc:sldLayoutMkLst>
            <pc:docMk/>
            <pc:sldMasterMk cId="131839843" sldId="2147483648"/>
            <pc:sldLayoutMk cId="1824202828" sldId="2147483650"/>
          </pc:sldLayoutMkLst>
          <pc:spChg chg="mod">
            <ac:chgData name="Murugesan, Niranjana" userId="c1bafbb3-6091-456a-b741-2c09805ccd67" providerId="ADAL" clId="{277D462C-BF4A-47EB-8DA8-2DE418E3A577}" dt="2024-05-01T15:27:27.307" v="1033" actId="1076"/>
            <ac:spMkLst>
              <pc:docMk/>
              <pc:sldMasterMk cId="131839843" sldId="2147483648"/>
              <pc:sldLayoutMk cId="1824202828" sldId="2147483650"/>
              <ac:spMk id="2" creationId="{E64DDABC-01F3-06A7-ADCF-EF96079E17FE}"/>
            </ac:spMkLst>
          </pc:spChg>
          <pc:spChg chg="mod">
            <ac:chgData name="Murugesan, Niranjana" userId="c1bafbb3-6091-456a-b741-2c09805ccd67" providerId="ADAL" clId="{277D462C-BF4A-47EB-8DA8-2DE418E3A577}" dt="2024-05-01T15:27:30.145" v="1034" actId="1076"/>
            <ac:spMkLst>
              <pc:docMk/>
              <pc:sldMasterMk cId="131839843" sldId="2147483648"/>
              <pc:sldLayoutMk cId="1824202828" sldId="2147483650"/>
              <ac:spMk id="3" creationId="{1A83CD31-3C59-18B8-EF76-2A18FFAC0A89}"/>
            </ac:spMkLst>
          </pc:spChg>
        </pc:sldLayoutChg>
        <pc:sldLayoutChg chg="addSp delSp modSp mod">
          <pc:chgData name="Murugesan, Niranjana" userId="c1bafbb3-6091-456a-b741-2c09805ccd67" providerId="ADAL" clId="{277D462C-BF4A-47EB-8DA8-2DE418E3A577}" dt="2024-05-01T15:13:53.273" v="986" actId="478"/>
          <pc:sldLayoutMkLst>
            <pc:docMk/>
            <pc:sldMasterMk cId="131839843" sldId="2147483648"/>
            <pc:sldLayoutMk cId="3626733859" sldId="2147483704"/>
          </pc:sldLayoutMkLst>
          <pc:spChg chg="del">
            <ac:chgData name="Murugesan, Niranjana" userId="c1bafbb3-6091-456a-b741-2c09805ccd67" providerId="ADAL" clId="{277D462C-BF4A-47EB-8DA8-2DE418E3A577}" dt="2024-05-01T15:07:43.484" v="872" actId="478"/>
            <ac:spMkLst>
              <pc:docMk/>
              <pc:sldMasterMk cId="131839843" sldId="2147483648"/>
              <pc:sldLayoutMk cId="3626733859" sldId="2147483704"/>
              <ac:spMk id="11" creationId="{61F8AFE2-A181-D049-957D-1653D225E86B}"/>
            </ac:spMkLst>
          </pc:spChg>
          <pc:spChg chg="mod">
            <ac:chgData name="Murugesan, Niranjana" userId="c1bafbb3-6091-456a-b741-2c09805ccd67" providerId="ADAL" clId="{277D462C-BF4A-47EB-8DA8-2DE418E3A577}" dt="2024-05-01T15:08:01.258" v="876" actId="122"/>
            <ac:spMkLst>
              <pc:docMk/>
              <pc:sldMasterMk cId="131839843" sldId="2147483648"/>
              <pc:sldLayoutMk cId="3626733859" sldId="2147483704"/>
              <ac:spMk id="12" creationId="{149CC0E3-0E5B-3045-A8B9-75DD6A8D71FA}"/>
            </ac:spMkLst>
          </pc:spChg>
          <pc:spChg chg="del">
            <ac:chgData name="Murugesan, Niranjana" userId="c1bafbb3-6091-456a-b741-2c09805ccd67" providerId="ADAL" clId="{277D462C-BF4A-47EB-8DA8-2DE418E3A577}" dt="2024-05-01T15:13:53.273" v="986" actId="478"/>
            <ac:spMkLst>
              <pc:docMk/>
              <pc:sldMasterMk cId="131839843" sldId="2147483648"/>
              <pc:sldLayoutMk cId="3626733859" sldId="2147483704"/>
              <ac:spMk id="17" creationId="{E26B1DFB-D1B2-E641-966A-0B33BE05A008}"/>
            </ac:spMkLst>
          </pc:spChg>
          <pc:picChg chg="add mod">
            <ac:chgData name="Murugesan, Niranjana" userId="c1bafbb3-6091-456a-b741-2c09805ccd67" providerId="ADAL" clId="{277D462C-BF4A-47EB-8DA8-2DE418E3A577}" dt="2024-05-01T15:13:51.016" v="985"/>
            <ac:picMkLst>
              <pc:docMk/>
              <pc:sldMasterMk cId="131839843" sldId="2147483648"/>
              <pc:sldLayoutMk cId="3626733859" sldId="2147483704"/>
              <ac:picMk id="2" creationId="{8AD4E803-8F70-15F2-6F88-27C1469E4222}"/>
            </ac:picMkLst>
          </pc:picChg>
        </pc:sldLayoutChg>
      </pc:sldMasterChg>
      <pc:sldMasterChg chg="modSldLayout">
        <pc:chgData name="Murugesan, Niranjana" userId="c1bafbb3-6091-456a-b741-2c09805ccd67" providerId="ADAL" clId="{277D462C-BF4A-47EB-8DA8-2DE418E3A577}" dt="2024-05-01T15:12:36.129" v="983" actId="478"/>
        <pc:sldMasterMkLst>
          <pc:docMk/>
          <pc:sldMasterMk cId="1403659999" sldId="2147483661"/>
        </pc:sldMasterMkLst>
        <pc:sldLayoutChg chg="delSp mod">
          <pc:chgData name="Murugesan, Niranjana" userId="c1bafbb3-6091-456a-b741-2c09805ccd67" providerId="ADAL" clId="{277D462C-BF4A-47EB-8DA8-2DE418E3A577}" dt="2024-05-01T15:12:36.129" v="983" actId="478"/>
          <pc:sldLayoutMkLst>
            <pc:docMk/>
            <pc:sldMasterMk cId="1403659999" sldId="2147483661"/>
            <pc:sldLayoutMk cId="1343034169" sldId="2147483666"/>
          </pc:sldLayoutMkLst>
          <pc:spChg chg="del">
            <ac:chgData name="Murugesan, Niranjana" userId="c1bafbb3-6091-456a-b741-2c09805ccd67" providerId="ADAL" clId="{277D462C-BF4A-47EB-8DA8-2DE418E3A577}" dt="2024-05-01T15:12:36.129" v="983" actId="478"/>
            <ac:spMkLst>
              <pc:docMk/>
              <pc:sldMasterMk cId="1403659999" sldId="2147483661"/>
              <pc:sldLayoutMk cId="1343034169" sldId="2147483666"/>
              <ac:spMk id="17" creationId="{E26B1DFB-D1B2-E641-966A-0B33BE05A008}"/>
            </ac:spMkLst>
          </pc:spChg>
        </pc:sldLayoutChg>
      </pc:sldMasterChg>
      <pc:sldMasterChg chg="addSp modSldLayout">
        <pc:chgData name="Murugesan, Niranjana" userId="c1bafbb3-6091-456a-b741-2c09805ccd67" providerId="ADAL" clId="{277D462C-BF4A-47EB-8DA8-2DE418E3A577}" dt="2024-05-01T15:00:34.636" v="793"/>
        <pc:sldMasterMkLst>
          <pc:docMk/>
          <pc:sldMasterMk cId="1875733761" sldId="2147483705"/>
        </pc:sldMasterMkLst>
        <pc:spChg chg="add">
          <ac:chgData name="Murugesan, Niranjana" userId="c1bafbb3-6091-456a-b741-2c09805ccd67" providerId="ADAL" clId="{277D462C-BF4A-47EB-8DA8-2DE418E3A577}" dt="2024-05-01T15:00:34.636" v="793"/>
          <ac:spMkLst>
            <pc:docMk/>
            <pc:sldMasterMk cId="1875733761" sldId="2147483705"/>
            <ac:spMk id="8" creationId="{CD53DB7D-CB3B-36DC-09B2-6E7631ED770D}"/>
          </ac:spMkLst>
        </pc:spChg>
        <pc:sldLayoutChg chg="addSp">
          <pc:chgData name="Murugesan, Niranjana" userId="c1bafbb3-6091-456a-b741-2c09805ccd67" providerId="ADAL" clId="{277D462C-BF4A-47EB-8DA8-2DE418E3A577}" dt="2024-05-01T15:00:34.636" v="793"/>
          <pc:sldLayoutMkLst>
            <pc:docMk/>
            <pc:sldMasterMk cId="1875733761" sldId="2147483705"/>
            <pc:sldLayoutMk cId="1388454712" sldId="2147483707"/>
          </pc:sldLayoutMkLst>
          <pc:picChg chg="add">
            <ac:chgData name="Murugesan, Niranjana" userId="c1bafbb3-6091-456a-b741-2c09805ccd67" providerId="ADAL" clId="{277D462C-BF4A-47EB-8DA8-2DE418E3A577}" dt="2024-05-01T15:00:34.636" v="793"/>
            <ac:picMkLst>
              <pc:docMk/>
              <pc:sldMasterMk cId="1875733761" sldId="2147483705"/>
              <pc:sldLayoutMk cId="1388454712" sldId="2147483707"/>
              <ac:picMk id="7" creationId="{30949FB1-A418-7960-6098-5D72E62744D9}"/>
            </ac:picMkLst>
          </pc:picChg>
          <pc:picChg chg="add">
            <ac:chgData name="Murugesan, Niranjana" userId="c1bafbb3-6091-456a-b741-2c09805ccd67" providerId="ADAL" clId="{277D462C-BF4A-47EB-8DA8-2DE418E3A577}" dt="2024-05-01T15:00:34.636" v="793"/>
            <ac:picMkLst>
              <pc:docMk/>
              <pc:sldMasterMk cId="1875733761" sldId="2147483705"/>
              <pc:sldLayoutMk cId="1388454712" sldId="2147483707"/>
              <ac:picMk id="8" creationId="{DCBC9479-B069-C365-EF48-57D543D1A650}"/>
            </ac:picMkLst>
          </pc:picChg>
        </pc:sldLayoutChg>
        <pc:sldLayoutChg chg="addSp">
          <pc:chgData name="Murugesan, Niranjana" userId="c1bafbb3-6091-456a-b741-2c09805ccd67" providerId="ADAL" clId="{277D462C-BF4A-47EB-8DA8-2DE418E3A577}" dt="2024-05-01T15:00:34.636" v="793"/>
          <pc:sldLayoutMkLst>
            <pc:docMk/>
            <pc:sldMasterMk cId="1875733761" sldId="2147483705"/>
            <pc:sldLayoutMk cId="3863979722" sldId="2147483712"/>
          </pc:sldLayoutMkLst>
          <pc:picChg chg="add">
            <ac:chgData name="Murugesan, Niranjana" userId="c1bafbb3-6091-456a-b741-2c09805ccd67" providerId="ADAL" clId="{277D462C-BF4A-47EB-8DA8-2DE418E3A577}" dt="2024-05-01T15:00:34.636" v="793"/>
            <ac:picMkLst>
              <pc:docMk/>
              <pc:sldMasterMk cId="1875733761" sldId="2147483705"/>
              <pc:sldLayoutMk cId="3863979722" sldId="2147483712"/>
              <ac:picMk id="5" creationId="{9900E53B-6CB5-C883-E3BA-5D6F321372A9}"/>
            </ac:picMkLst>
          </pc:picChg>
          <pc:picChg chg="add">
            <ac:chgData name="Murugesan, Niranjana" userId="c1bafbb3-6091-456a-b741-2c09805ccd67" providerId="ADAL" clId="{277D462C-BF4A-47EB-8DA8-2DE418E3A577}" dt="2024-05-01T15:00:34.636" v="793"/>
            <ac:picMkLst>
              <pc:docMk/>
              <pc:sldMasterMk cId="1875733761" sldId="2147483705"/>
              <pc:sldLayoutMk cId="3863979722" sldId="2147483712"/>
              <ac:picMk id="6" creationId="{7EAC821E-CA1F-DC11-0D24-01EDF467EB78}"/>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2D2425-22BE-424B-A89E-BD4DE886E8A5}"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GB"/>
        </a:p>
      </dgm:t>
    </dgm:pt>
    <dgm:pt modelId="{50B2F0AE-D391-455A-AEF5-DB5886921B1F}">
      <dgm:prSet custT="1"/>
      <dgm:spPr>
        <a:solidFill>
          <a:srgbClr val="0081B1"/>
        </a:solidFill>
        <a:ln>
          <a:solidFill>
            <a:srgbClr val="0081B1"/>
          </a:solidFill>
        </a:ln>
      </dgm:spPr>
      <dgm:t>
        <a:bodyPr/>
        <a:lstStyle/>
        <a:p>
          <a:r>
            <a:rPr lang="en-US" sz="2400" dirty="0">
              <a:latin typeface="Calibri"/>
              <a:cs typeface="Calibri"/>
            </a:rPr>
            <a:t>Functional Programming</a:t>
          </a:r>
          <a:endParaRPr lang="en-GB" sz="2400" dirty="0">
            <a:latin typeface="Calibri"/>
            <a:cs typeface="Calibri"/>
          </a:endParaRPr>
        </a:p>
      </dgm:t>
    </dgm:pt>
    <dgm:pt modelId="{475B2137-7146-47FB-B48B-E4D18339CCB4}" type="sibTrans" cxnId="{126E784E-A3CA-440A-B851-CDD4F1CA4A60}">
      <dgm:prSet/>
      <dgm:spPr/>
      <dgm:t>
        <a:bodyPr/>
        <a:lstStyle/>
        <a:p>
          <a:endParaRPr lang="en-GB"/>
        </a:p>
      </dgm:t>
    </dgm:pt>
    <dgm:pt modelId="{ECC91122-A38D-4DC2-87FF-70C802701F3F}" type="parTrans" cxnId="{126E784E-A3CA-440A-B851-CDD4F1CA4A60}">
      <dgm:prSet/>
      <dgm:spPr/>
      <dgm:t>
        <a:bodyPr/>
        <a:lstStyle/>
        <a:p>
          <a:endParaRPr lang="en-GB"/>
        </a:p>
      </dgm:t>
    </dgm:pt>
    <dgm:pt modelId="{26261293-80F0-4152-86B7-A39C5F1D2442}">
      <dgm:prSet custT="1"/>
      <dgm:spPr>
        <a:solidFill>
          <a:schemeClr val="accent6"/>
        </a:solidFill>
      </dgm:spPr>
      <dgm:t>
        <a:bodyPr/>
        <a:lstStyle/>
        <a:p>
          <a:r>
            <a:rPr lang="en-US" sz="2400" dirty="0" err="1">
              <a:latin typeface="Calibri"/>
              <a:cs typeface="Calibri"/>
            </a:rPr>
            <a:t>Lamda</a:t>
          </a:r>
          <a:r>
            <a:rPr lang="en-US" sz="2400" dirty="0">
              <a:latin typeface="Calibri"/>
              <a:cs typeface="Calibri"/>
            </a:rPr>
            <a:t> Expression</a:t>
          </a:r>
          <a:endParaRPr lang="en-GB" sz="2400" dirty="0">
            <a:latin typeface="Calibri"/>
            <a:cs typeface="Calibri"/>
          </a:endParaRPr>
        </a:p>
      </dgm:t>
    </dgm:pt>
    <dgm:pt modelId="{774B8A9F-1CDB-4BF2-9D34-9C7456D06625}" type="sibTrans" cxnId="{EFAC6EEF-C6AC-43BC-BDE0-E0B3E1297ABC}">
      <dgm:prSet/>
      <dgm:spPr/>
      <dgm:t>
        <a:bodyPr/>
        <a:lstStyle/>
        <a:p>
          <a:endParaRPr lang="en-GB"/>
        </a:p>
      </dgm:t>
    </dgm:pt>
    <dgm:pt modelId="{4D915DD9-57A8-4741-BCEB-1AC3F8C4D38C}" type="parTrans" cxnId="{EFAC6EEF-C6AC-43BC-BDE0-E0B3E1297ABC}">
      <dgm:prSet/>
      <dgm:spPr/>
      <dgm:t>
        <a:bodyPr/>
        <a:lstStyle/>
        <a:p>
          <a:endParaRPr lang="en-GB"/>
        </a:p>
      </dgm:t>
    </dgm:pt>
    <dgm:pt modelId="{E5767105-E734-48B3-8FA2-08C0C2DF0771}">
      <dgm:prSet custT="1"/>
      <dgm:spPr>
        <a:solidFill>
          <a:srgbClr val="38D100"/>
        </a:solidFill>
      </dgm:spPr>
      <dgm:t>
        <a:bodyPr/>
        <a:lstStyle/>
        <a:p>
          <a:r>
            <a:rPr lang="en-US" sz="2400" dirty="0">
              <a:latin typeface="Calibri"/>
              <a:cs typeface="Calibri"/>
            </a:rPr>
            <a:t>Optional Class</a:t>
          </a:r>
          <a:endParaRPr lang="en-GB" sz="2400" dirty="0">
            <a:latin typeface="Calibri"/>
            <a:cs typeface="Calibri"/>
          </a:endParaRPr>
        </a:p>
      </dgm:t>
    </dgm:pt>
    <dgm:pt modelId="{8E9B5059-8820-4545-B9C3-0DB243E789CD}" type="sibTrans" cxnId="{0C395048-0B53-460F-8104-E178F72EB77F}">
      <dgm:prSet/>
      <dgm:spPr/>
      <dgm:t>
        <a:bodyPr/>
        <a:lstStyle/>
        <a:p>
          <a:endParaRPr lang="en-GB"/>
        </a:p>
      </dgm:t>
    </dgm:pt>
    <dgm:pt modelId="{F4F3E6D9-4B2D-45B1-B205-6E84E91F4948}" type="parTrans" cxnId="{0C395048-0B53-460F-8104-E178F72EB77F}">
      <dgm:prSet/>
      <dgm:spPr/>
      <dgm:t>
        <a:bodyPr/>
        <a:lstStyle/>
        <a:p>
          <a:endParaRPr lang="en-GB"/>
        </a:p>
      </dgm:t>
    </dgm:pt>
    <dgm:pt modelId="{023FA691-D905-4479-82E0-3EE494F291E1}">
      <dgm:prSet custT="1"/>
      <dgm:spPr>
        <a:solidFill>
          <a:srgbClr val="38D100"/>
        </a:solidFill>
      </dgm:spPr>
      <dgm:t>
        <a:bodyPr/>
        <a:lstStyle/>
        <a:p>
          <a:r>
            <a:rPr lang="en-US" sz="2400" dirty="0">
              <a:latin typeface="Calibri"/>
              <a:cs typeface="Calibri"/>
            </a:rPr>
            <a:t>Stream API</a:t>
          </a:r>
          <a:endParaRPr lang="en-GB" sz="2400" dirty="0">
            <a:latin typeface="Calibri"/>
            <a:cs typeface="Calibri"/>
          </a:endParaRPr>
        </a:p>
      </dgm:t>
    </dgm:pt>
    <dgm:pt modelId="{6CA4870B-8F4A-4BE9-A6DF-D9BED0EFDFB9}" type="parTrans" cxnId="{D8655DCF-549D-4278-8942-AE2F1E706A64}">
      <dgm:prSet/>
      <dgm:spPr/>
      <dgm:t>
        <a:bodyPr/>
        <a:lstStyle/>
        <a:p>
          <a:endParaRPr lang="en-GB"/>
        </a:p>
      </dgm:t>
    </dgm:pt>
    <dgm:pt modelId="{EC19EBA5-0645-4950-8C7B-EC00F3034BBD}" type="sibTrans" cxnId="{D8655DCF-549D-4278-8942-AE2F1E706A64}">
      <dgm:prSet/>
      <dgm:spPr/>
      <dgm:t>
        <a:bodyPr/>
        <a:lstStyle/>
        <a:p>
          <a:endParaRPr lang="en-GB"/>
        </a:p>
      </dgm:t>
    </dgm:pt>
    <dgm:pt modelId="{5CDB641D-9B51-48EA-B511-457ABF75C9D8}">
      <dgm:prSet custT="1"/>
      <dgm:spPr>
        <a:solidFill>
          <a:srgbClr val="00B0F0"/>
        </a:solidFill>
        <a:ln>
          <a:solidFill>
            <a:schemeClr val="accent5">
              <a:lumMod val="75000"/>
            </a:schemeClr>
          </a:solidFill>
        </a:ln>
      </dgm:spPr>
      <dgm:t>
        <a:bodyPr/>
        <a:lstStyle/>
        <a:p>
          <a:r>
            <a:rPr lang="en-US" sz="2400" dirty="0">
              <a:latin typeface="Calibri"/>
              <a:cs typeface="Calibri"/>
            </a:rPr>
            <a:t>Functional Interface</a:t>
          </a:r>
          <a:endParaRPr lang="en-GB" sz="2400" dirty="0">
            <a:latin typeface="Calibri"/>
            <a:cs typeface="Calibri"/>
          </a:endParaRPr>
        </a:p>
      </dgm:t>
    </dgm:pt>
    <dgm:pt modelId="{2A30628E-B4EA-4E68-8729-B7CF188B450F}" type="sibTrans" cxnId="{607F17D3-9895-41AB-BEBB-09A2B6EBA4F4}">
      <dgm:prSet/>
      <dgm:spPr/>
      <dgm:t>
        <a:bodyPr/>
        <a:lstStyle/>
        <a:p>
          <a:endParaRPr lang="en-GB"/>
        </a:p>
      </dgm:t>
    </dgm:pt>
    <dgm:pt modelId="{6C7A4D3F-DF5B-4724-B028-8CEC9F57B61B}" type="parTrans" cxnId="{607F17D3-9895-41AB-BEBB-09A2B6EBA4F4}">
      <dgm:prSet/>
      <dgm:spPr/>
      <dgm:t>
        <a:bodyPr/>
        <a:lstStyle/>
        <a:p>
          <a:endParaRPr lang="en-GB"/>
        </a:p>
      </dgm:t>
    </dgm:pt>
    <dgm:pt modelId="{7BCFFDEA-703A-4577-8F40-1C199F1A037B}">
      <dgm:prSet custT="1"/>
      <dgm:spPr>
        <a:solidFill>
          <a:srgbClr val="74DF4C"/>
        </a:solidFill>
      </dgm:spPr>
      <dgm:t>
        <a:bodyPr/>
        <a:lstStyle/>
        <a:p>
          <a:r>
            <a:rPr lang="en-US" sz="2400" dirty="0">
              <a:latin typeface="Calibri"/>
              <a:cs typeface="Calibri"/>
            </a:rPr>
            <a:t>Method Reference</a:t>
          </a:r>
          <a:endParaRPr lang="en-GB" sz="2400" dirty="0">
            <a:latin typeface="Calibri"/>
            <a:cs typeface="Calibri"/>
          </a:endParaRPr>
        </a:p>
      </dgm:t>
    </dgm:pt>
    <dgm:pt modelId="{A85BB7E4-FD6E-458E-A342-F64DE4D1ACDB}" type="sibTrans" cxnId="{EA617F6B-7292-48AC-AE6E-CA909951FF03}">
      <dgm:prSet/>
      <dgm:spPr/>
      <dgm:t>
        <a:bodyPr/>
        <a:lstStyle/>
        <a:p>
          <a:endParaRPr lang="en-GB"/>
        </a:p>
      </dgm:t>
    </dgm:pt>
    <dgm:pt modelId="{2735973D-2916-465C-B62F-F93E35BB63B7}" type="parTrans" cxnId="{EA617F6B-7292-48AC-AE6E-CA909951FF03}">
      <dgm:prSet/>
      <dgm:spPr/>
      <dgm:t>
        <a:bodyPr/>
        <a:lstStyle/>
        <a:p>
          <a:endParaRPr lang="en-GB"/>
        </a:p>
      </dgm:t>
    </dgm:pt>
    <dgm:pt modelId="{5F976546-0090-40AC-B6BD-76EBD1D37DE9}" type="pres">
      <dgm:prSet presAssocID="{8E2D2425-22BE-424B-A89E-BD4DE886E8A5}" presName="Name0" presStyleCnt="0">
        <dgm:presLayoutVars>
          <dgm:chMax val="7"/>
          <dgm:chPref val="7"/>
          <dgm:dir/>
        </dgm:presLayoutVars>
      </dgm:prSet>
      <dgm:spPr/>
    </dgm:pt>
    <dgm:pt modelId="{DBDE548B-214B-46CC-A97C-FA908C349840}" type="pres">
      <dgm:prSet presAssocID="{8E2D2425-22BE-424B-A89E-BD4DE886E8A5}" presName="Name1" presStyleCnt="0"/>
      <dgm:spPr/>
    </dgm:pt>
    <dgm:pt modelId="{DC5E17E2-906A-4514-BCEA-1A854A6B1844}" type="pres">
      <dgm:prSet presAssocID="{8E2D2425-22BE-424B-A89E-BD4DE886E8A5}" presName="cycle" presStyleCnt="0"/>
      <dgm:spPr/>
    </dgm:pt>
    <dgm:pt modelId="{A759433E-5FA4-4197-B400-0FF52A182A6C}" type="pres">
      <dgm:prSet presAssocID="{8E2D2425-22BE-424B-A89E-BD4DE886E8A5}" presName="srcNode" presStyleLbl="node1" presStyleIdx="0" presStyleCnt="6"/>
      <dgm:spPr/>
    </dgm:pt>
    <dgm:pt modelId="{865D9EE7-F6A5-4461-8AB5-0AA682DCBFBB}" type="pres">
      <dgm:prSet presAssocID="{8E2D2425-22BE-424B-A89E-BD4DE886E8A5}" presName="conn" presStyleLbl="parChTrans1D2" presStyleIdx="0" presStyleCnt="1"/>
      <dgm:spPr/>
    </dgm:pt>
    <dgm:pt modelId="{16882969-45E4-4F88-99B3-989A7308C30A}" type="pres">
      <dgm:prSet presAssocID="{8E2D2425-22BE-424B-A89E-BD4DE886E8A5}" presName="extraNode" presStyleLbl="node1" presStyleIdx="0" presStyleCnt="6"/>
      <dgm:spPr/>
    </dgm:pt>
    <dgm:pt modelId="{C7C9CD79-0177-414B-B08C-2436469BA08C}" type="pres">
      <dgm:prSet presAssocID="{8E2D2425-22BE-424B-A89E-BD4DE886E8A5}" presName="dstNode" presStyleLbl="node1" presStyleIdx="0" presStyleCnt="6"/>
      <dgm:spPr/>
    </dgm:pt>
    <dgm:pt modelId="{67CFAC03-2806-4F25-8087-E05CCF5F29D8}" type="pres">
      <dgm:prSet presAssocID="{50B2F0AE-D391-455A-AEF5-DB5886921B1F}" presName="text_1" presStyleLbl="node1" presStyleIdx="0" presStyleCnt="6" custLinFactNeighborX="814" custLinFactNeighborY="409">
        <dgm:presLayoutVars>
          <dgm:bulletEnabled val="1"/>
        </dgm:presLayoutVars>
      </dgm:prSet>
      <dgm:spPr/>
    </dgm:pt>
    <dgm:pt modelId="{1F1A022D-4483-447F-A9BB-310C05D3C0D2}" type="pres">
      <dgm:prSet presAssocID="{50B2F0AE-D391-455A-AEF5-DB5886921B1F}" presName="accent_1" presStyleCnt="0"/>
      <dgm:spPr/>
    </dgm:pt>
    <dgm:pt modelId="{9AF21944-5150-45B1-B3FB-9E8C6A375FC1}" type="pres">
      <dgm:prSet presAssocID="{50B2F0AE-D391-455A-AEF5-DB5886921B1F}" presName="accentRepeatNode" presStyleLbl="solidFgAcc1" presStyleIdx="0" presStyleCnt="6"/>
      <dgm:spPr/>
    </dgm:pt>
    <dgm:pt modelId="{AFE45E53-4ADB-424C-93F0-0CD91AF4B9F0}" type="pres">
      <dgm:prSet presAssocID="{5CDB641D-9B51-48EA-B511-457ABF75C9D8}" presName="text_2" presStyleLbl="node1" presStyleIdx="1" presStyleCnt="6" custLinFactNeighborX="375" custLinFactNeighborY="1353">
        <dgm:presLayoutVars>
          <dgm:bulletEnabled val="1"/>
        </dgm:presLayoutVars>
      </dgm:prSet>
      <dgm:spPr/>
    </dgm:pt>
    <dgm:pt modelId="{F1E1A77E-7CA1-4530-B86F-77F147640C68}" type="pres">
      <dgm:prSet presAssocID="{5CDB641D-9B51-48EA-B511-457ABF75C9D8}" presName="accent_2" presStyleCnt="0"/>
      <dgm:spPr/>
    </dgm:pt>
    <dgm:pt modelId="{F078BC8F-744E-475B-ABFA-632CA2CD4F50}" type="pres">
      <dgm:prSet presAssocID="{5CDB641D-9B51-48EA-B511-457ABF75C9D8}" presName="accentRepeatNode" presStyleLbl="solidFgAcc1" presStyleIdx="1" presStyleCnt="6"/>
      <dgm:spPr/>
    </dgm:pt>
    <dgm:pt modelId="{05BDF924-4408-4CF2-B802-1254FBE1CAC5}" type="pres">
      <dgm:prSet presAssocID="{26261293-80F0-4152-86B7-A39C5F1D2442}" presName="text_3" presStyleLbl="node1" presStyleIdx="2" presStyleCnt="6" custLinFactNeighborX="155" custLinFactNeighborY="4205">
        <dgm:presLayoutVars>
          <dgm:bulletEnabled val="1"/>
        </dgm:presLayoutVars>
      </dgm:prSet>
      <dgm:spPr/>
    </dgm:pt>
    <dgm:pt modelId="{4543C29A-8333-480B-B447-A471389B200C}" type="pres">
      <dgm:prSet presAssocID="{26261293-80F0-4152-86B7-A39C5F1D2442}" presName="accent_3" presStyleCnt="0"/>
      <dgm:spPr/>
    </dgm:pt>
    <dgm:pt modelId="{F6837D89-40AA-4648-A8D6-8B16D948EACD}" type="pres">
      <dgm:prSet presAssocID="{26261293-80F0-4152-86B7-A39C5F1D2442}" presName="accentRepeatNode" presStyleLbl="solidFgAcc1" presStyleIdx="2" presStyleCnt="6"/>
      <dgm:spPr/>
    </dgm:pt>
    <dgm:pt modelId="{098F93AE-2EE6-4850-A61C-5B3589C0DD90}" type="pres">
      <dgm:prSet presAssocID="{7BCFFDEA-703A-4577-8F40-1C199F1A037B}" presName="text_4" presStyleLbl="node1" presStyleIdx="3" presStyleCnt="6">
        <dgm:presLayoutVars>
          <dgm:bulletEnabled val="1"/>
        </dgm:presLayoutVars>
      </dgm:prSet>
      <dgm:spPr/>
    </dgm:pt>
    <dgm:pt modelId="{FD7449DE-9B35-4704-B3AF-C3A8685DDC20}" type="pres">
      <dgm:prSet presAssocID="{7BCFFDEA-703A-4577-8F40-1C199F1A037B}" presName="accent_4" presStyleCnt="0"/>
      <dgm:spPr/>
    </dgm:pt>
    <dgm:pt modelId="{7013E6EB-4AF5-40C2-B2EA-918449CD6E3D}" type="pres">
      <dgm:prSet presAssocID="{7BCFFDEA-703A-4577-8F40-1C199F1A037B}" presName="accentRepeatNode" presStyleLbl="solidFgAcc1" presStyleIdx="3" presStyleCnt="6"/>
      <dgm:spPr/>
    </dgm:pt>
    <dgm:pt modelId="{ABA4D58E-8B76-4E08-8397-432D46BDD1BA}" type="pres">
      <dgm:prSet presAssocID="{023FA691-D905-4479-82E0-3EE494F291E1}" presName="text_5" presStyleLbl="node1" presStyleIdx="4" presStyleCnt="6" custLinFactNeighborX="375" custLinFactNeighborY="1083">
        <dgm:presLayoutVars>
          <dgm:bulletEnabled val="1"/>
        </dgm:presLayoutVars>
      </dgm:prSet>
      <dgm:spPr/>
    </dgm:pt>
    <dgm:pt modelId="{1E58CAFA-DA93-4FE7-A11E-3BF4802712B0}" type="pres">
      <dgm:prSet presAssocID="{023FA691-D905-4479-82E0-3EE494F291E1}" presName="accent_5" presStyleCnt="0"/>
      <dgm:spPr/>
    </dgm:pt>
    <dgm:pt modelId="{53A18C18-B1AA-41B6-94A8-EABA1B4DECAA}" type="pres">
      <dgm:prSet presAssocID="{023FA691-D905-4479-82E0-3EE494F291E1}" presName="accentRepeatNode" presStyleLbl="solidFgAcc1" presStyleIdx="4" presStyleCnt="6"/>
      <dgm:spPr/>
    </dgm:pt>
    <dgm:pt modelId="{5187C265-F7CD-4148-BE96-C95C88CFFD50}" type="pres">
      <dgm:prSet presAssocID="{E5767105-E734-48B3-8FA2-08C0C2DF0771}" presName="text_6" presStyleLbl="node1" presStyleIdx="5" presStyleCnt="6" custLinFactNeighborX="375" custLinFactNeighborY="1083">
        <dgm:presLayoutVars>
          <dgm:bulletEnabled val="1"/>
        </dgm:presLayoutVars>
      </dgm:prSet>
      <dgm:spPr/>
    </dgm:pt>
    <dgm:pt modelId="{FEA1CD2A-778D-4092-B485-ED0E3701FEF9}" type="pres">
      <dgm:prSet presAssocID="{E5767105-E734-48B3-8FA2-08C0C2DF0771}" presName="accent_6" presStyleCnt="0"/>
      <dgm:spPr/>
    </dgm:pt>
    <dgm:pt modelId="{63E35466-DEB6-45F4-ACDA-840B0698C01A}" type="pres">
      <dgm:prSet presAssocID="{E5767105-E734-48B3-8FA2-08C0C2DF0771}" presName="accentRepeatNode" presStyleLbl="solidFgAcc1" presStyleIdx="5" presStyleCnt="6"/>
      <dgm:spPr/>
    </dgm:pt>
  </dgm:ptLst>
  <dgm:cxnLst>
    <dgm:cxn modelId="{65E1850A-B581-4A58-BA11-8497551B3FB9}" type="presOf" srcId="{475B2137-7146-47FB-B48B-E4D18339CCB4}" destId="{865D9EE7-F6A5-4461-8AB5-0AA682DCBFBB}" srcOrd="0" destOrd="0" presId="urn:microsoft.com/office/officeart/2008/layout/VerticalCurvedList"/>
    <dgm:cxn modelId="{3984D012-7348-459C-9FCB-49650A355BA7}" type="presOf" srcId="{7BCFFDEA-703A-4577-8F40-1C199F1A037B}" destId="{098F93AE-2EE6-4850-A61C-5B3589C0DD90}" srcOrd="0" destOrd="0" presId="urn:microsoft.com/office/officeart/2008/layout/VerticalCurvedList"/>
    <dgm:cxn modelId="{0C395048-0B53-460F-8104-E178F72EB77F}" srcId="{8E2D2425-22BE-424B-A89E-BD4DE886E8A5}" destId="{E5767105-E734-48B3-8FA2-08C0C2DF0771}" srcOrd="5" destOrd="0" parTransId="{F4F3E6D9-4B2D-45B1-B205-6E84E91F4948}" sibTransId="{8E9B5059-8820-4545-B9C3-0DB243E789CD}"/>
    <dgm:cxn modelId="{EA617F6B-7292-48AC-AE6E-CA909951FF03}" srcId="{8E2D2425-22BE-424B-A89E-BD4DE886E8A5}" destId="{7BCFFDEA-703A-4577-8F40-1C199F1A037B}" srcOrd="3" destOrd="0" parTransId="{2735973D-2916-465C-B62F-F93E35BB63B7}" sibTransId="{A85BB7E4-FD6E-458E-A342-F64DE4D1ACDB}"/>
    <dgm:cxn modelId="{872C344C-8442-489A-9F68-A34935FF1C8C}" type="presOf" srcId="{50B2F0AE-D391-455A-AEF5-DB5886921B1F}" destId="{67CFAC03-2806-4F25-8087-E05CCF5F29D8}" srcOrd="0" destOrd="0" presId="urn:microsoft.com/office/officeart/2008/layout/VerticalCurvedList"/>
    <dgm:cxn modelId="{126E784E-A3CA-440A-B851-CDD4F1CA4A60}" srcId="{8E2D2425-22BE-424B-A89E-BD4DE886E8A5}" destId="{50B2F0AE-D391-455A-AEF5-DB5886921B1F}" srcOrd="0" destOrd="0" parTransId="{ECC91122-A38D-4DC2-87FF-70C802701F3F}" sibTransId="{475B2137-7146-47FB-B48B-E4D18339CCB4}"/>
    <dgm:cxn modelId="{19523C6F-ABE8-4FFD-80F0-0DCC34A23C7F}" type="presOf" srcId="{8E2D2425-22BE-424B-A89E-BD4DE886E8A5}" destId="{5F976546-0090-40AC-B6BD-76EBD1D37DE9}" srcOrd="0" destOrd="0" presId="urn:microsoft.com/office/officeart/2008/layout/VerticalCurvedList"/>
    <dgm:cxn modelId="{478D8E8C-9F05-4A06-B801-638E1A467F13}" type="presOf" srcId="{023FA691-D905-4479-82E0-3EE494F291E1}" destId="{ABA4D58E-8B76-4E08-8397-432D46BDD1BA}" srcOrd="0" destOrd="0" presId="urn:microsoft.com/office/officeart/2008/layout/VerticalCurvedList"/>
    <dgm:cxn modelId="{5A0D2D8D-86D9-4980-A5E3-0436BCA607C4}" type="presOf" srcId="{26261293-80F0-4152-86B7-A39C5F1D2442}" destId="{05BDF924-4408-4CF2-B802-1254FBE1CAC5}" srcOrd="0" destOrd="0" presId="urn:microsoft.com/office/officeart/2008/layout/VerticalCurvedList"/>
    <dgm:cxn modelId="{9A6EC2A7-60ED-4E8A-B51B-420C1F019459}" type="presOf" srcId="{E5767105-E734-48B3-8FA2-08C0C2DF0771}" destId="{5187C265-F7CD-4148-BE96-C95C88CFFD50}" srcOrd="0" destOrd="0" presId="urn:microsoft.com/office/officeart/2008/layout/VerticalCurvedList"/>
    <dgm:cxn modelId="{D8655DCF-549D-4278-8942-AE2F1E706A64}" srcId="{8E2D2425-22BE-424B-A89E-BD4DE886E8A5}" destId="{023FA691-D905-4479-82E0-3EE494F291E1}" srcOrd="4" destOrd="0" parTransId="{6CA4870B-8F4A-4BE9-A6DF-D9BED0EFDFB9}" sibTransId="{EC19EBA5-0645-4950-8C7B-EC00F3034BBD}"/>
    <dgm:cxn modelId="{607F17D3-9895-41AB-BEBB-09A2B6EBA4F4}" srcId="{8E2D2425-22BE-424B-A89E-BD4DE886E8A5}" destId="{5CDB641D-9B51-48EA-B511-457ABF75C9D8}" srcOrd="1" destOrd="0" parTransId="{6C7A4D3F-DF5B-4724-B028-8CEC9F57B61B}" sibTransId="{2A30628E-B4EA-4E68-8729-B7CF188B450F}"/>
    <dgm:cxn modelId="{989C95D8-AF9B-4779-B2ED-00A02BA8FBAA}" type="presOf" srcId="{5CDB641D-9B51-48EA-B511-457ABF75C9D8}" destId="{AFE45E53-4ADB-424C-93F0-0CD91AF4B9F0}" srcOrd="0" destOrd="0" presId="urn:microsoft.com/office/officeart/2008/layout/VerticalCurvedList"/>
    <dgm:cxn modelId="{EFAC6EEF-C6AC-43BC-BDE0-E0B3E1297ABC}" srcId="{8E2D2425-22BE-424B-A89E-BD4DE886E8A5}" destId="{26261293-80F0-4152-86B7-A39C5F1D2442}" srcOrd="2" destOrd="0" parTransId="{4D915DD9-57A8-4741-BCEB-1AC3F8C4D38C}" sibTransId="{774B8A9F-1CDB-4BF2-9D34-9C7456D06625}"/>
    <dgm:cxn modelId="{4E7D1CA3-0F79-48D5-8646-26354AF1F856}" type="presParOf" srcId="{5F976546-0090-40AC-B6BD-76EBD1D37DE9}" destId="{DBDE548B-214B-46CC-A97C-FA908C349840}" srcOrd="0" destOrd="0" presId="urn:microsoft.com/office/officeart/2008/layout/VerticalCurvedList"/>
    <dgm:cxn modelId="{B7172AF8-C254-4CEF-8F14-2C945044FD0D}" type="presParOf" srcId="{DBDE548B-214B-46CC-A97C-FA908C349840}" destId="{DC5E17E2-906A-4514-BCEA-1A854A6B1844}" srcOrd="0" destOrd="0" presId="urn:microsoft.com/office/officeart/2008/layout/VerticalCurvedList"/>
    <dgm:cxn modelId="{4E2A16FA-6916-49F9-ABEE-938761B98541}" type="presParOf" srcId="{DC5E17E2-906A-4514-BCEA-1A854A6B1844}" destId="{A759433E-5FA4-4197-B400-0FF52A182A6C}" srcOrd="0" destOrd="0" presId="urn:microsoft.com/office/officeart/2008/layout/VerticalCurvedList"/>
    <dgm:cxn modelId="{CC2596F2-C043-486F-ACE5-CEB6DCEAB81B}" type="presParOf" srcId="{DC5E17E2-906A-4514-BCEA-1A854A6B1844}" destId="{865D9EE7-F6A5-4461-8AB5-0AA682DCBFBB}" srcOrd="1" destOrd="0" presId="urn:microsoft.com/office/officeart/2008/layout/VerticalCurvedList"/>
    <dgm:cxn modelId="{B58FDC23-417B-476D-A041-61D4B273D824}" type="presParOf" srcId="{DC5E17E2-906A-4514-BCEA-1A854A6B1844}" destId="{16882969-45E4-4F88-99B3-989A7308C30A}" srcOrd="2" destOrd="0" presId="urn:microsoft.com/office/officeart/2008/layout/VerticalCurvedList"/>
    <dgm:cxn modelId="{91338685-57CB-4673-A52F-7BF90FAF29E8}" type="presParOf" srcId="{DC5E17E2-906A-4514-BCEA-1A854A6B1844}" destId="{C7C9CD79-0177-414B-B08C-2436469BA08C}" srcOrd="3" destOrd="0" presId="urn:microsoft.com/office/officeart/2008/layout/VerticalCurvedList"/>
    <dgm:cxn modelId="{2D85D208-B0B3-4B21-9191-8CCD6CA76F98}" type="presParOf" srcId="{DBDE548B-214B-46CC-A97C-FA908C349840}" destId="{67CFAC03-2806-4F25-8087-E05CCF5F29D8}" srcOrd="1" destOrd="0" presId="urn:microsoft.com/office/officeart/2008/layout/VerticalCurvedList"/>
    <dgm:cxn modelId="{D5F95A79-4A32-451D-A1D3-68C2FA091BE1}" type="presParOf" srcId="{DBDE548B-214B-46CC-A97C-FA908C349840}" destId="{1F1A022D-4483-447F-A9BB-310C05D3C0D2}" srcOrd="2" destOrd="0" presId="urn:microsoft.com/office/officeart/2008/layout/VerticalCurvedList"/>
    <dgm:cxn modelId="{D9C80862-8327-41CA-9D0A-522714242E6F}" type="presParOf" srcId="{1F1A022D-4483-447F-A9BB-310C05D3C0D2}" destId="{9AF21944-5150-45B1-B3FB-9E8C6A375FC1}" srcOrd="0" destOrd="0" presId="urn:microsoft.com/office/officeart/2008/layout/VerticalCurvedList"/>
    <dgm:cxn modelId="{5D2FC241-AFB0-4A24-8DCC-5CA6122DAEE9}" type="presParOf" srcId="{DBDE548B-214B-46CC-A97C-FA908C349840}" destId="{AFE45E53-4ADB-424C-93F0-0CD91AF4B9F0}" srcOrd="3" destOrd="0" presId="urn:microsoft.com/office/officeart/2008/layout/VerticalCurvedList"/>
    <dgm:cxn modelId="{D379F777-9466-4709-B0AA-2854132389B6}" type="presParOf" srcId="{DBDE548B-214B-46CC-A97C-FA908C349840}" destId="{F1E1A77E-7CA1-4530-B86F-77F147640C68}" srcOrd="4" destOrd="0" presId="urn:microsoft.com/office/officeart/2008/layout/VerticalCurvedList"/>
    <dgm:cxn modelId="{35DEB069-4897-4F78-A7DD-53EE89F79F9B}" type="presParOf" srcId="{F1E1A77E-7CA1-4530-B86F-77F147640C68}" destId="{F078BC8F-744E-475B-ABFA-632CA2CD4F50}" srcOrd="0" destOrd="0" presId="urn:microsoft.com/office/officeart/2008/layout/VerticalCurvedList"/>
    <dgm:cxn modelId="{446510A2-63B0-42CB-B286-024423AA2758}" type="presParOf" srcId="{DBDE548B-214B-46CC-A97C-FA908C349840}" destId="{05BDF924-4408-4CF2-B802-1254FBE1CAC5}" srcOrd="5" destOrd="0" presId="urn:microsoft.com/office/officeart/2008/layout/VerticalCurvedList"/>
    <dgm:cxn modelId="{883E2F4A-AC81-4CC4-9765-5C2B20B07D64}" type="presParOf" srcId="{DBDE548B-214B-46CC-A97C-FA908C349840}" destId="{4543C29A-8333-480B-B447-A471389B200C}" srcOrd="6" destOrd="0" presId="urn:microsoft.com/office/officeart/2008/layout/VerticalCurvedList"/>
    <dgm:cxn modelId="{76C7BDF5-B4DA-4BD0-B44A-B167624C9EE7}" type="presParOf" srcId="{4543C29A-8333-480B-B447-A471389B200C}" destId="{F6837D89-40AA-4648-A8D6-8B16D948EACD}" srcOrd="0" destOrd="0" presId="urn:microsoft.com/office/officeart/2008/layout/VerticalCurvedList"/>
    <dgm:cxn modelId="{5264A680-596B-4DA1-BE2B-9B42E188CA4F}" type="presParOf" srcId="{DBDE548B-214B-46CC-A97C-FA908C349840}" destId="{098F93AE-2EE6-4850-A61C-5B3589C0DD90}" srcOrd="7" destOrd="0" presId="urn:microsoft.com/office/officeart/2008/layout/VerticalCurvedList"/>
    <dgm:cxn modelId="{43EB1CBA-D17C-4D5C-B430-D7563B27F5CE}" type="presParOf" srcId="{DBDE548B-214B-46CC-A97C-FA908C349840}" destId="{FD7449DE-9B35-4704-B3AF-C3A8685DDC20}" srcOrd="8" destOrd="0" presId="urn:microsoft.com/office/officeart/2008/layout/VerticalCurvedList"/>
    <dgm:cxn modelId="{BDB56485-79B0-4472-BB5B-30189D553ADD}" type="presParOf" srcId="{FD7449DE-9B35-4704-B3AF-C3A8685DDC20}" destId="{7013E6EB-4AF5-40C2-B2EA-918449CD6E3D}" srcOrd="0" destOrd="0" presId="urn:microsoft.com/office/officeart/2008/layout/VerticalCurvedList"/>
    <dgm:cxn modelId="{0713AB47-09B4-49EE-BD6D-817547E183F4}" type="presParOf" srcId="{DBDE548B-214B-46CC-A97C-FA908C349840}" destId="{ABA4D58E-8B76-4E08-8397-432D46BDD1BA}" srcOrd="9" destOrd="0" presId="urn:microsoft.com/office/officeart/2008/layout/VerticalCurvedList"/>
    <dgm:cxn modelId="{707010C1-298D-4CE2-8183-07FA53988D3E}" type="presParOf" srcId="{DBDE548B-214B-46CC-A97C-FA908C349840}" destId="{1E58CAFA-DA93-4FE7-A11E-3BF4802712B0}" srcOrd="10" destOrd="0" presId="urn:microsoft.com/office/officeart/2008/layout/VerticalCurvedList"/>
    <dgm:cxn modelId="{3C34153B-4EF7-471E-9814-A25C807889BA}" type="presParOf" srcId="{1E58CAFA-DA93-4FE7-A11E-3BF4802712B0}" destId="{53A18C18-B1AA-41B6-94A8-EABA1B4DECAA}" srcOrd="0" destOrd="0" presId="urn:microsoft.com/office/officeart/2008/layout/VerticalCurvedList"/>
    <dgm:cxn modelId="{00D88B03-7B89-424C-9A01-19614584C2E2}" type="presParOf" srcId="{DBDE548B-214B-46CC-A97C-FA908C349840}" destId="{5187C265-F7CD-4148-BE96-C95C88CFFD50}" srcOrd="11" destOrd="0" presId="urn:microsoft.com/office/officeart/2008/layout/VerticalCurvedList"/>
    <dgm:cxn modelId="{B60ACE37-5C95-494E-AB92-0CB7479B993B}" type="presParOf" srcId="{DBDE548B-214B-46CC-A97C-FA908C349840}" destId="{FEA1CD2A-778D-4092-B485-ED0E3701FEF9}" srcOrd="12" destOrd="0" presId="urn:microsoft.com/office/officeart/2008/layout/VerticalCurvedList"/>
    <dgm:cxn modelId="{021F13F5-2623-4365-A9DB-618BC535CFE0}" type="presParOf" srcId="{FEA1CD2A-778D-4092-B485-ED0E3701FEF9}" destId="{63E35466-DEB6-45F4-ACDA-840B0698C01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D9EE7-F6A5-4461-8AB5-0AA682DCBFBB}">
      <dsp:nvSpPr>
        <dsp:cNvPr id="0" name=""/>
        <dsp:cNvSpPr/>
      </dsp:nvSpPr>
      <dsp:spPr>
        <a:xfrm>
          <a:off x="-5245677" y="-803429"/>
          <a:ext cx="6246563" cy="6246563"/>
        </a:xfrm>
        <a:prstGeom prst="blockArc">
          <a:avLst>
            <a:gd name="adj1" fmla="val 18900000"/>
            <a:gd name="adj2" fmla="val 2700000"/>
            <a:gd name="adj3" fmla="val 346"/>
          </a:avLst>
        </a:pr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7CFAC03-2806-4F25-8087-E05CCF5F29D8}">
      <dsp:nvSpPr>
        <dsp:cNvPr id="0" name=""/>
        <dsp:cNvSpPr/>
      </dsp:nvSpPr>
      <dsp:spPr>
        <a:xfrm>
          <a:off x="437524" y="246324"/>
          <a:ext cx="8160666" cy="488468"/>
        </a:xfrm>
        <a:prstGeom prst="rect">
          <a:avLst/>
        </a:prstGeom>
        <a:solidFill>
          <a:srgbClr val="0081B1"/>
        </a:solidFill>
        <a:ln>
          <a:solidFill>
            <a:srgbClr val="0081B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Functional Programming</a:t>
          </a:r>
          <a:endParaRPr lang="en-GB" sz="2400" kern="1200" dirty="0">
            <a:latin typeface="Calibri"/>
            <a:cs typeface="Calibri"/>
          </a:endParaRPr>
        </a:p>
      </dsp:txBody>
      <dsp:txXfrm>
        <a:off x="437524" y="246324"/>
        <a:ext cx="8160666" cy="488468"/>
      </dsp:txXfrm>
    </dsp:sp>
    <dsp:sp modelId="{9AF21944-5150-45B1-B3FB-9E8C6A375FC1}">
      <dsp:nvSpPr>
        <dsp:cNvPr id="0" name=""/>
        <dsp:cNvSpPr/>
      </dsp:nvSpPr>
      <dsp:spPr>
        <a:xfrm>
          <a:off x="67952" y="183268"/>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FE45E53-4ADB-424C-93F0-0CD91AF4B9F0}">
      <dsp:nvSpPr>
        <dsp:cNvPr id="0" name=""/>
        <dsp:cNvSpPr/>
      </dsp:nvSpPr>
      <dsp:spPr>
        <a:xfrm>
          <a:off x="804139" y="983545"/>
          <a:ext cx="7758868" cy="488468"/>
        </a:xfrm>
        <a:prstGeom prst="rect">
          <a:avLst/>
        </a:prstGeom>
        <a:solidFill>
          <a:srgbClr val="00B0F0"/>
        </a:solidFill>
        <a:ln>
          <a:solidFill>
            <a:schemeClr val="accent5">
              <a:lumMod val="75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Functional Interface</a:t>
          </a:r>
          <a:endParaRPr lang="en-GB" sz="2400" kern="1200" dirty="0">
            <a:latin typeface="Calibri"/>
            <a:cs typeface="Calibri"/>
          </a:endParaRPr>
        </a:p>
      </dsp:txBody>
      <dsp:txXfrm>
        <a:off x="804139" y="983545"/>
        <a:ext cx="7758868" cy="488468"/>
      </dsp:txXfrm>
    </dsp:sp>
    <dsp:sp modelId="{F078BC8F-744E-475B-ABFA-632CA2CD4F50}">
      <dsp:nvSpPr>
        <dsp:cNvPr id="0" name=""/>
        <dsp:cNvSpPr/>
      </dsp:nvSpPr>
      <dsp:spPr>
        <a:xfrm>
          <a:off x="469750" y="91587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5BDF924-4408-4CF2-B802-1254FBE1CAC5}">
      <dsp:nvSpPr>
        <dsp:cNvPr id="0" name=""/>
        <dsp:cNvSpPr/>
      </dsp:nvSpPr>
      <dsp:spPr>
        <a:xfrm>
          <a:off x="970517" y="1730085"/>
          <a:ext cx="7575136" cy="488468"/>
        </a:xfrm>
        <a:prstGeom prst="rect">
          <a:avLst/>
        </a:prstGeom>
        <a:solidFill>
          <a:schemeClr val="accent6"/>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err="1">
              <a:latin typeface="Calibri"/>
              <a:cs typeface="Calibri"/>
            </a:rPr>
            <a:t>Lamda</a:t>
          </a:r>
          <a:r>
            <a:rPr lang="en-US" sz="2400" kern="1200" dirty="0">
              <a:latin typeface="Calibri"/>
              <a:cs typeface="Calibri"/>
            </a:rPr>
            <a:t> Expression</a:t>
          </a:r>
          <a:endParaRPr lang="en-GB" sz="2400" kern="1200" dirty="0">
            <a:latin typeface="Calibri"/>
            <a:cs typeface="Calibri"/>
          </a:endParaRPr>
        </a:p>
      </dsp:txBody>
      <dsp:txXfrm>
        <a:off x="970517" y="1730085"/>
        <a:ext cx="7575136" cy="488468"/>
      </dsp:txXfrm>
    </dsp:sp>
    <dsp:sp modelId="{F6837D89-40AA-4648-A8D6-8B16D948EACD}">
      <dsp:nvSpPr>
        <dsp:cNvPr id="0" name=""/>
        <dsp:cNvSpPr/>
      </dsp:nvSpPr>
      <dsp:spPr>
        <a:xfrm>
          <a:off x="653483" y="164848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98F93AE-2EE6-4850-A61C-5B3589C0DD90}">
      <dsp:nvSpPr>
        <dsp:cNvPr id="0" name=""/>
        <dsp:cNvSpPr/>
      </dsp:nvSpPr>
      <dsp:spPr>
        <a:xfrm>
          <a:off x="958775" y="2441691"/>
          <a:ext cx="7575136" cy="488468"/>
        </a:xfrm>
        <a:prstGeom prst="rect">
          <a:avLst/>
        </a:prstGeom>
        <a:solidFill>
          <a:srgbClr val="74DF4C"/>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Method Reference</a:t>
          </a:r>
          <a:endParaRPr lang="en-GB" sz="2400" kern="1200" dirty="0">
            <a:latin typeface="Calibri"/>
            <a:cs typeface="Calibri"/>
          </a:endParaRPr>
        </a:p>
      </dsp:txBody>
      <dsp:txXfrm>
        <a:off x="958775" y="2441691"/>
        <a:ext cx="7575136" cy="488468"/>
      </dsp:txXfrm>
    </dsp:sp>
    <dsp:sp modelId="{7013E6EB-4AF5-40C2-B2EA-918449CD6E3D}">
      <dsp:nvSpPr>
        <dsp:cNvPr id="0" name=""/>
        <dsp:cNvSpPr/>
      </dsp:nvSpPr>
      <dsp:spPr>
        <a:xfrm>
          <a:off x="653483" y="238063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BA4D58E-8B76-4E08-8397-432D46BDD1BA}">
      <dsp:nvSpPr>
        <dsp:cNvPr id="0" name=""/>
        <dsp:cNvSpPr/>
      </dsp:nvSpPr>
      <dsp:spPr>
        <a:xfrm>
          <a:off x="804139" y="3179590"/>
          <a:ext cx="7758868" cy="488468"/>
        </a:xfrm>
        <a:prstGeom prst="rect">
          <a:avLst/>
        </a:prstGeom>
        <a:solidFill>
          <a:srgbClr val="38D1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Stream API</a:t>
          </a:r>
          <a:endParaRPr lang="en-GB" sz="2400" kern="1200" dirty="0">
            <a:latin typeface="Calibri"/>
            <a:cs typeface="Calibri"/>
          </a:endParaRPr>
        </a:p>
      </dsp:txBody>
      <dsp:txXfrm>
        <a:off x="804139" y="3179590"/>
        <a:ext cx="7758868" cy="488468"/>
      </dsp:txXfrm>
    </dsp:sp>
    <dsp:sp modelId="{53A18C18-B1AA-41B6-94A8-EABA1B4DECAA}">
      <dsp:nvSpPr>
        <dsp:cNvPr id="0" name=""/>
        <dsp:cNvSpPr/>
      </dsp:nvSpPr>
      <dsp:spPr>
        <a:xfrm>
          <a:off x="469750" y="311324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5187C265-F7CD-4148-BE96-C95C88CFFD50}">
      <dsp:nvSpPr>
        <dsp:cNvPr id="0" name=""/>
        <dsp:cNvSpPr/>
      </dsp:nvSpPr>
      <dsp:spPr>
        <a:xfrm>
          <a:off x="403847" y="3912200"/>
          <a:ext cx="8160666" cy="488468"/>
        </a:xfrm>
        <a:prstGeom prst="rect">
          <a:avLst/>
        </a:prstGeom>
        <a:solidFill>
          <a:srgbClr val="38D1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Optional Class</a:t>
          </a:r>
          <a:endParaRPr lang="en-GB" sz="2400" kern="1200" dirty="0">
            <a:latin typeface="Calibri"/>
            <a:cs typeface="Calibri"/>
          </a:endParaRPr>
        </a:p>
      </dsp:txBody>
      <dsp:txXfrm>
        <a:off x="403847" y="3912200"/>
        <a:ext cx="8160666" cy="488468"/>
      </dsp:txXfrm>
    </dsp:sp>
    <dsp:sp modelId="{63E35466-DEB6-45F4-ACDA-840B0698C01A}">
      <dsp:nvSpPr>
        <dsp:cNvPr id="0" name=""/>
        <dsp:cNvSpPr/>
      </dsp:nvSpPr>
      <dsp:spPr>
        <a:xfrm>
          <a:off x="67952" y="3845851"/>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1253C-F8D4-4661-852D-1EC55A14E10B}" type="datetimeFigureOut">
              <a:rPr lang="en-GB" smtClean="0"/>
              <a:t>06/05/2024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186E0B-94ED-475E-AF9E-6436B6D08D30}" type="slidenum">
              <a:rPr lang="en-GB" smtClean="0"/>
              <a:t>‹#›</a:t>
            </a:fld>
            <a:endParaRPr lang="en-GB"/>
          </a:p>
        </p:txBody>
      </p:sp>
    </p:spTree>
    <p:extLst>
      <p:ext uri="{BB962C8B-B14F-4D97-AF65-F5344CB8AC3E}">
        <p14:creationId xmlns:p14="http://schemas.microsoft.com/office/powerpoint/2010/main" val="204897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F24A65C-12E1-48D9-9302-4A7BE4D002CF}" type="slidenum">
              <a:rPr lang="en-GB" smtClean="0"/>
              <a:t>1</a:t>
            </a:fld>
            <a:endParaRPr lang="en-GB"/>
          </a:p>
        </p:txBody>
      </p:sp>
    </p:spTree>
    <p:extLst>
      <p:ext uri="{BB962C8B-B14F-4D97-AF65-F5344CB8AC3E}">
        <p14:creationId xmlns:p14="http://schemas.microsoft.com/office/powerpoint/2010/main" val="142024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B947-8242-9134-B21E-C396D96708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8C4C316-095A-0B9F-532B-EE529249D7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7A31DED-522F-87E0-9DE9-8DE359D637CC}"/>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D64370A9-EEFF-CDD3-9392-4C649BF6AC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D9068D-955B-9E21-E6B9-FAC9F35354B0}"/>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61735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DDABC-01F3-06A7-ADCF-EF96079E17FE}"/>
              </a:ext>
            </a:extLst>
          </p:cNvPr>
          <p:cNvSpPr>
            <a:spLocks noGrp="1"/>
          </p:cNvSpPr>
          <p:nvPr>
            <p:ph type="title"/>
          </p:nvPr>
        </p:nvSpPr>
        <p:spPr>
          <a:xfrm>
            <a:off x="838200" y="393700"/>
            <a:ext cx="10515600" cy="825500"/>
          </a:xfrm>
        </p:spPr>
        <p:txBody>
          <a:bodyPr>
            <a:normAutofit/>
          </a:bodyPr>
          <a:lstStyle>
            <a:lvl1pPr>
              <a:defRPr sz="3600" b="1">
                <a:solidFill>
                  <a:srgbClr val="0473EA"/>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A83CD31-3C59-18B8-EF76-2A18FFAC0A89}"/>
              </a:ext>
            </a:extLst>
          </p:cNvPr>
          <p:cNvSpPr>
            <a:spLocks noGrp="1"/>
          </p:cNvSpPr>
          <p:nvPr>
            <p:ph idx="1"/>
          </p:nvPr>
        </p:nvSpPr>
        <p:spPr>
          <a:xfrm>
            <a:off x="838200" y="1219200"/>
            <a:ext cx="10515600" cy="4519613"/>
          </a:xfrm>
        </p:spPr>
        <p:txBody>
          <a:bodyPr/>
          <a:lstStyle>
            <a:lvl1pPr>
              <a:lnSpc>
                <a:spcPct val="100000"/>
              </a:lnSpc>
              <a:buClr>
                <a:srgbClr val="64DD43"/>
              </a:buClr>
              <a:defRPr>
                <a:latin typeface="+mn-lt"/>
                <a:cs typeface="Arial" panose="020B0604020202020204" pitchFamily="34" charset="0"/>
              </a:defRPr>
            </a:lvl1pPr>
            <a:lvl2pPr>
              <a:lnSpc>
                <a:spcPct val="100000"/>
              </a:lnSpc>
              <a:buClr>
                <a:srgbClr val="64DD43"/>
              </a:buClr>
              <a:defRPr>
                <a:latin typeface="+mn-lt"/>
                <a:cs typeface="Arial" panose="020B0604020202020204" pitchFamily="34" charset="0"/>
              </a:defRPr>
            </a:lvl2pPr>
            <a:lvl3pPr>
              <a:lnSpc>
                <a:spcPct val="100000"/>
              </a:lnSpc>
              <a:buClr>
                <a:srgbClr val="64DD43"/>
              </a:buClr>
              <a:defRPr>
                <a:latin typeface="+mn-lt"/>
                <a:cs typeface="Arial" panose="020B0604020202020204" pitchFamily="34" charset="0"/>
              </a:defRPr>
            </a:lvl3pPr>
            <a:lvl4pPr>
              <a:lnSpc>
                <a:spcPct val="100000"/>
              </a:lnSpc>
              <a:buClr>
                <a:srgbClr val="64DD43"/>
              </a:buClr>
              <a:defRPr>
                <a:latin typeface="+mn-lt"/>
                <a:cs typeface="Arial" panose="020B0604020202020204" pitchFamily="34" charset="0"/>
              </a:defRPr>
            </a:lvl4pPr>
            <a:lvl5pPr>
              <a:lnSpc>
                <a:spcPct val="100000"/>
              </a:lnSpc>
              <a:buClr>
                <a:srgbClr val="64DD43"/>
              </a:buClr>
              <a:defRPr>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4987650-B88A-F130-AA31-AC54D539F6FC}"/>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7B499FE4-34E1-CAED-24AE-2022AF005C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125EDE-031E-4A1E-DBA5-F6F41A91CBAF}"/>
              </a:ext>
            </a:extLst>
          </p:cNvPr>
          <p:cNvSpPr>
            <a:spLocks noGrp="1"/>
          </p:cNvSpPr>
          <p:nvPr>
            <p:ph type="sldNum" sz="quarter" idx="12"/>
          </p:nvPr>
        </p:nvSpPr>
        <p:spPr/>
        <p:txBody>
          <a:bodyPr/>
          <a:lstStyle/>
          <a:p>
            <a:fld id="{F2752D5C-0796-4B08-B97A-DB0A7A0743E3}" type="slidenum">
              <a:rPr lang="en-GB" smtClean="0"/>
              <a:t>‹#›</a:t>
            </a:fld>
            <a:endParaRPr lang="en-GB"/>
          </a:p>
        </p:txBody>
      </p:sp>
      <p:pic>
        <p:nvPicPr>
          <p:cNvPr id="7" name="Picture 1">
            <a:extLst>
              <a:ext uri="{FF2B5EF4-FFF2-40B4-BE49-F238E27FC236}">
                <a16:creationId xmlns:a16="http://schemas.microsoft.com/office/drawing/2014/main" id="{4AC1168E-A49A-E4DA-6FFC-BA166A3AB3A9}"/>
              </a:ext>
            </a:extLst>
          </p:cNvPr>
          <p:cNvPicPr>
            <a:picLocks noChangeAspect="1" noChangeArrowheads="1"/>
          </p:cNvPicPr>
          <p:nvPr userDrawn="1"/>
        </p:nvPicPr>
        <p:blipFill>
          <a:blip r:embed="rId2">
            <a:alphaModFix amt="75000"/>
            <a:extLst>
              <a:ext uri="{28A0092B-C50C-407E-A947-70E740481C1C}">
                <a14:useLocalDpi xmlns:a14="http://schemas.microsoft.com/office/drawing/2010/main" val="0"/>
              </a:ext>
            </a:extLst>
          </a:blip>
          <a:srcRect/>
          <a:stretch>
            <a:fillRect/>
          </a:stretch>
        </p:blipFill>
        <p:spPr bwMode="auto">
          <a:xfrm>
            <a:off x="9557637" y="12700"/>
            <a:ext cx="2522537"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CE2C95B-3389-5DA5-14EC-3553649F5B29}"/>
              </a:ext>
            </a:extLst>
          </p:cNvPr>
          <p:cNvPicPr>
            <a:picLocks noChangeAspect="1"/>
          </p:cNvPicPr>
          <p:nvPr userDrawn="1"/>
        </p:nvPicPr>
        <p:blipFill rotWithShape="1">
          <a:blip r:embed="rId3"/>
          <a:srcRect l="76614" t="76614"/>
          <a:stretch/>
        </p:blipFill>
        <p:spPr>
          <a:xfrm>
            <a:off x="9340749" y="5254172"/>
            <a:ext cx="2851252" cy="1603829"/>
          </a:xfrm>
          <a:prstGeom prst="rect">
            <a:avLst/>
          </a:prstGeom>
        </p:spPr>
      </p:pic>
    </p:spTree>
    <p:extLst>
      <p:ext uri="{BB962C8B-B14F-4D97-AF65-F5344CB8AC3E}">
        <p14:creationId xmlns:p14="http://schemas.microsoft.com/office/powerpoint/2010/main" val="182420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F2B22-B9E9-5EBB-28F3-76CA9DF427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CE1F3C0-8B0D-44BA-7686-6A9259A45A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EDE16A-BABE-7D02-C78B-391A96F80C76}"/>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B567F308-6DEB-9310-1C12-6E339C4320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F1EDBF-0273-B622-FE23-17D3FB6A93FC}"/>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197270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4C89-CC58-EA3C-323E-CFDE1104C58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97A9264-2F52-3350-41B6-E8D45D95E6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E69F863-1FF6-A6AB-2504-CA6A0D2695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3D10109-0EF1-7A6E-D5AD-0D0920E43266}"/>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6" name="Footer Placeholder 5">
            <a:extLst>
              <a:ext uri="{FF2B5EF4-FFF2-40B4-BE49-F238E27FC236}">
                <a16:creationId xmlns:a16="http://schemas.microsoft.com/office/drawing/2014/main" id="{DBA1D8BF-ACA4-76B8-F6E6-C2026DAE74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EF4BB9-6521-08AF-42C1-57A0B624F63B}"/>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258898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56A9-2890-DAE7-D498-B18656D4BD8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1578760-7E2D-E085-3182-FE00C03C7E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18C026-3EFF-7B67-A9A1-911D455DBC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A68D2E4-3D7B-092D-1028-089253F34E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263F9E-8E3B-D1D2-3142-E98152AEF6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F0ECD7A-8CBF-9687-885B-5710C6E71F2B}"/>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8" name="Footer Placeholder 7">
            <a:extLst>
              <a:ext uri="{FF2B5EF4-FFF2-40B4-BE49-F238E27FC236}">
                <a16:creationId xmlns:a16="http://schemas.microsoft.com/office/drawing/2014/main" id="{5AADD379-DC37-4A44-E04F-8A6CC3576C8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640445-F0A2-0C43-4213-8E80697D2E43}"/>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1412050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594C-F686-D1E2-7D52-AF5CADFA86A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F4B7C9B-09F3-FA9A-24BD-7B9BCD036CDA}"/>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4" name="Footer Placeholder 3">
            <a:extLst>
              <a:ext uri="{FF2B5EF4-FFF2-40B4-BE49-F238E27FC236}">
                <a16:creationId xmlns:a16="http://schemas.microsoft.com/office/drawing/2014/main" id="{0CF90D22-763F-EC3A-FB5C-53AEE03EE8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58E6F60-EBEF-BB08-33DD-886EDB741883}"/>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1622329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97AB71-BF35-EA67-059B-582AA7999FEE}"/>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3" name="Footer Placeholder 2">
            <a:extLst>
              <a:ext uri="{FF2B5EF4-FFF2-40B4-BE49-F238E27FC236}">
                <a16:creationId xmlns:a16="http://schemas.microsoft.com/office/drawing/2014/main" id="{D4D2F041-87C9-4316-114C-D080C1D794C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F2233B-CF2F-B2C9-A1BD-AECE2CD41F6E}"/>
              </a:ext>
            </a:extLst>
          </p:cNvPr>
          <p:cNvSpPr>
            <a:spLocks noGrp="1"/>
          </p:cNvSpPr>
          <p:nvPr>
            <p:ph type="sldNum" sz="quarter" idx="12"/>
          </p:nvPr>
        </p:nvSpPr>
        <p:spPr/>
        <p:txBody>
          <a:bodyPr/>
          <a:lstStyle/>
          <a:p>
            <a:fld id="{F2752D5C-0796-4B08-B97A-DB0A7A0743E3}" type="slidenum">
              <a:rPr lang="en-GB" smtClean="0"/>
              <a:t>‹#›</a:t>
            </a:fld>
            <a:endParaRPr lang="en-GB"/>
          </a:p>
        </p:txBody>
      </p:sp>
      <p:pic>
        <p:nvPicPr>
          <p:cNvPr id="5" name="Picture 1">
            <a:extLst>
              <a:ext uri="{FF2B5EF4-FFF2-40B4-BE49-F238E27FC236}">
                <a16:creationId xmlns:a16="http://schemas.microsoft.com/office/drawing/2014/main" id="{D1AAB8AB-BC8B-3DC4-6A26-E7C606CCA4BD}"/>
              </a:ext>
            </a:extLst>
          </p:cNvPr>
          <p:cNvPicPr>
            <a:picLocks noChangeAspect="1" noChangeArrowheads="1"/>
          </p:cNvPicPr>
          <p:nvPr userDrawn="1"/>
        </p:nvPicPr>
        <p:blipFill>
          <a:blip r:embed="rId2">
            <a:alphaModFix amt="75000"/>
            <a:extLst>
              <a:ext uri="{28A0092B-C50C-407E-A947-70E740481C1C}">
                <a14:useLocalDpi xmlns:a14="http://schemas.microsoft.com/office/drawing/2010/main" val="0"/>
              </a:ext>
            </a:extLst>
          </a:blip>
          <a:srcRect/>
          <a:stretch>
            <a:fillRect/>
          </a:stretch>
        </p:blipFill>
        <p:spPr bwMode="auto">
          <a:xfrm>
            <a:off x="9557637" y="12700"/>
            <a:ext cx="2522537"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FB70E53C-AF5F-811F-453D-51A5F3A47456}"/>
              </a:ext>
            </a:extLst>
          </p:cNvPr>
          <p:cNvPicPr>
            <a:picLocks noChangeAspect="1"/>
          </p:cNvPicPr>
          <p:nvPr userDrawn="1"/>
        </p:nvPicPr>
        <p:blipFill rotWithShape="1">
          <a:blip r:embed="rId3"/>
          <a:srcRect l="76614" t="76614"/>
          <a:stretch/>
        </p:blipFill>
        <p:spPr>
          <a:xfrm>
            <a:off x="9340749" y="5254172"/>
            <a:ext cx="2851252" cy="1603829"/>
          </a:xfrm>
          <a:prstGeom prst="rect">
            <a:avLst/>
          </a:prstGeom>
        </p:spPr>
      </p:pic>
    </p:spTree>
    <p:extLst>
      <p:ext uri="{BB962C8B-B14F-4D97-AF65-F5344CB8AC3E}">
        <p14:creationId xmlns:p14="http://schemas.microsoft.com/office/powerpoint/2010/main" val="579018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E5F5-EABC-E12D-1C7A-4CF20BAE7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AC56C1-B10C-8DA1-8804-B2D0645EC6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8822AB9-36E2-4A8D-CF36-9C768FF3E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1FAA6-7910-9DD4-58F0-E07D713718E8}"/>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6" name="Footer Placeholder 5">
            <a:extLst>
              <a:ext uri="{FF2B5EF4-FFF2-40B4-BE49-F238E27FC236}">
                <a16:creationId xmlns:a16="http://schemas.microsoft.com/office/drawing/2014/main" id="{39457CAB-75AF-F92B-B400-9E2BCE7285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3157FA8-2FFC-0306-8F5C-9A185808A9C7}"/>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1052138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7AB4A-4D65-D7B2-8D65-20CC1FCAD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7A03297-451F-E132-961E-C744E2E5DD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04DAEC4-5BD0-9525-3C3A-347511C111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D1A9B-1384-B8F2-7527-4BB9B81C71FC}"/>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6" name="Footer Placeholder 5">
            <a:extLst>
              <a:ext uri="{FF2B5EF4-FFF2-40B4-BE49-F238E27FC236}">
                <a16:creationId xmlns:a16="http://schemas.microsoft.com/office/drawing/2014/main" id="{BB47266D-911B-17A6-E615-E080181E2A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B420C63-ECCB-7507-D0EB-DDE831C1BEB4}"/>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355325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50DF-A5D6-3FAE-3776-13FDD909379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26E0EA1-9ACF-C81D-1E43-056E411D2F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96F6DF-F15C-6A81-CD2D-D934F01CD52E}"/>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C63845D5-792A-FB5D-3459-086B658CFF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181C11E-A78E-AB70-2021-D9A57936D1B2}"/>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2658183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7CC3D4-B4B7-1494-7929-3F967BBF2A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F18D8F5-C252-645C-4B5D-072E375970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96C532-FC79-F253-CF84-5A0B7DAFEF71}"/>
              </a:ext>
            </a:extLst>
          </p:cNvPr>
          <p:cNvSpPr>
            <a:spLocks noGrp="1"/>
          </p:cNvSpPr>
          <p:nvPr>
            <p:ph type="dt" sz="half" idx="10"/>
          </p:nvPr>
        </p:nvSpPr>
        <p:spPr/>
        <p:txBody>
          <a:body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D649BF68-1C77-BEDE-057E-3E5E3A9626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94BD5E-2BA0-7E26-4634-4BCFE7613688}"/>
              </a:ext>
            </a:extLst>
          </p:cNvPr>
          <p:cNvSpPr>
            <a:spLocks noGrp="1"/>
          </p:cNvSpPr>
          <p:nvPr>
            <p:ph type="sldNum" sz="quarter" idx="12"/>
          </p:nvPr>
        </p:nvSpPr>
        <p:spPr/>
        <p:txBody>
          <a:bodyPr/>
          <a:lstStyle/>
          <a:p>
            <a:fld id="{F2752D5C-0796-4B08-B97A-DB0A7A0743E3}" type="slidenum">
              <a:rPr lang="en-GB" smtClean="0"/>
              <a:t>‹#›</a:t>
            </a:fld>
            <a:endParaRPr lang="en-GB"/>
          </a:p>
        </p:txBody>
      </p:sp>
    </p:spTree>
    <p:extLst>
      <p:ext uri="{BB962C8B-B14F-4D97-AF65-F5344CB8AC3E}">
        <p14:creationId xmlns:p14="http://schemas.microsoft.com/office/powerpoint/2010/main" val="522786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26523" y="1219200"/>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4" name="Title 3">
            <a:extLst>
              <a:ext uri="{FF2B5EF4-FFF2-40B4-BE49-F238E27FC236}">
                <a16:creationId xmlns:a16="http://schemas.microsoft.com/office/drawing/2014/main" id="{49C0DADB-841E-9B4F-944B-99B07714826B}"/>
              </a:ext>
            </a:extLst>
          </p:cNvPr>
          <p:cNvSpPr>
            <a:spLocks noGrp="1"/>
          </p:cNvSpPr>
          <p:nvPr>
            <p:ph type="title" hasCustomPrompt="1"/>
          </p:nvPr>
        </p:nvSpPr>
        <p:spPr>
          <a:xfrm>
            <a:off x="3938954" y="2590800"/>
            <a:ext cx="7452052" cy="648000"/>
          </a:xfrm>
        </p:spPr>
        <p:txBody>
          <a:bodyPr/>
          <a:lstStyle>
            <a:lvl1pPr>
              <a:lnSpc>
                <a:spcPts val="4063"/>
              </a:lnSpc>
              <a:defRPr sz="3413">
                <a:solidFill>
                  <a:schemeClr val="bg1"/>
                </a:solidFill>
              </a:defRPr>
            </a:lvl1pPr>
          </a:lstStyle>
          <a:p>
            <a:r>
              <a:rPr lang="en-US"/>
              <a:t>Presentation title</a:t>
            </a:r>
            <a:endParaRPr lang="en-GB"/>
          </a:p>
        </p:txBody>
      </p:sp>
      <p:pic>
        <p:nvPicPr>
          <p:cNvPr id="5" name="Picture 4" descr="A blue and white logo&#10;&#10;Description automatically generated">
            <a:extLst>
              <a:ext uri="{FF2B5EF4-FFF2-40B4-BE49-F238E27FC236}">
                <a16:creationId xmlns:a16="http://schemas.microsoft.com/office/drawing/2014/main" id="{C780F378-75DD-702E-2AFE-7E87945518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spTree>
    <p:extLst>
      <p:ext uri="{BB962C8B-B14F-4D97-AF65-F5344CB8AC3E}">
        <p14:creationId xmlns:p14="http://schemas.microsoft.com/office/powerpoint/2010/main" val="898574454"/>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ivider slide blue">
    <p:bg>
      <p:bgPr>
        <a:solidFill>
          <a:srgbClr val="CDE3FB"/>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49CC0E3-0E5B-3045-A8B9-75DD6A8D71FA}"/>
              </a:ext>
            </a:extLst>
          </p:cNvPr>
          <p:cNvSpPr>
            <a:spLocks noGrp="1"/>
          </p:cNvSpPr>
          <p:nvPr>
            <p:ph type="title" hasCustomPrompt="1"/>
          </p:nvPr>
        </p:nvSpPr>
        <p:spPr>
          <a:xfrm>
            <a:off x="1095375" y="3105000"/>
            <a:ext cx="10001249" cy="648000"/>
          </a:xfrm>
        </p:spPr>
        <p:txBody>
          <a:bodyPr>
            <a:normAutofit/>
          </a:bodyPr>
          <a:lstStyle>
            <a:lvl1pPr algn="ctr">
              <a:lnSpc>
                <a:spcPts val="4063"/>
              </a:lnSpc>
              <a:defRPr sz="3400" b="1">
                <a:latin typeface="Arial" panose="020B0604020202020204" pitchFamily="34" charset="0"/>
                <a:cs typeface="Arial" panose="020B0604020202020204" pitchFamily="34" charset="0"/>
              </a:defRPr>
            </a:lvl1pPr>
          </a:lstStyle>
          <a:p>
            <a:r>
              <a:rPr lang="en-US" dirty="0"/>
              <a:t>Divider title</a:t>
            </a:r>
            <a:endParaRPr lang="en-GB" dirty="0"/>
          </a:p>
        </p:txBody>
      </p:sp>
      <p:pic>
        <p:nvPicPr>
          <p:cNvPr id="2" name="Picture 1">
            <a:extLst>
              <a:ext uri="{FF2B5EF4-FFF2-40B4-BE49-F238E27FC236}">
                <a16:creationId xmlns:a16="http://schemas.microsoft.com/office/drawing/2014/main" id="{8AD4E803-8F70-15F2-6F88-27C1469E4222}"/>
              </a:ext>
            </a:extLst>
          </p:cNvPr>
          <p:cNvPicPr>
            <a:picLocks noChangeAspect="1"/>
          </p:cNvPicPr>
          <p:nvPr userDrawn="1"/>
        </p:nvPicPr>
        <p:blipFill rotWithShape="1">
          <a:blip r:embed="rId2"/>
          <a:srcRect l="76614" t="76614"/>
          <a:stretch/>
        </p:blipFill>
        <p:spPr>
          <a:xfrm>
            <a:off x="9544030" y="5254172"/>
            <a:ext cx="2507264" cy="1410336"/>
          </a:xfrm>
          <a:prstGeom prst="rect">
            <a:avLst/>
          </a:prstGeom>
        </p:spPr>
      </p:pic>
    </p:spTree>
    <p:extLst>
      <p:ext uri="{BB962C8B-B14F-4D97-AF65-F5344CB8AC3E}">
        <p14:creationId xmlns:p14="http://schemas.microsoft.com/office/powerpoint/2010/main" val="362673385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26523" y="1219200"/>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4" name="Title 3">
            <a:extLst>
              <a:ext uri="{FF2B5EF4-FFF2-40B4-BE49-F238E27FC236}">
                <a16:creationId xmlns:a16="http://schemas.microsoft.com/office/drawing/2014/main" id="{49C0DADB-841E-9B4F-944B-99B07714826B}"/>
              </a:ext>
            </a:extLst>
          </p:cNvPr>
          <p:cNvSpPr>
            <a:spLocks noGrp="1"/>
          </p:cNvSpPr>
          <p:nvPr>
            <p:ph type="title" hasCustomPrompt="1"/>
          </p:nvPr>
        </p:nvSpPr>
        <p:spPr>
          <a:xfrm>
            <a:off x="3938954" y="2590800"/>
            <a:ext cx="7452052" cy="648000"/>
          </a:xfrm>
        </p:spPr>
        <p:txBody>
          <a:bodyPr/>
          <a:lstStyle>
            <a:lvl1pPr>
              <a:lnSpc>
                <a:spcPts val="4063"/>
              </a:lnSpc>
              <a:defRPr sz="3413">
                <a:solidFill>
                  <a:schemeClr val="bg1"/>
                </a:solidFill>
              </a:defRPr>
            </a:lvl1pPr>
          </a:lstStyle>
          <a:p>
            <a:r>
              <a:rPr lang="en-US"/>
              <a:t>Presentation title</a:t>
            </a:r>
            <a:endParaRPr lang="en-GB"/>
          </a:p>
        </p:txBody>
      </p:sp>
      <p:pic>
        <p:nvPicPr>
          <p:cNvPr id="5" name="Picture 4" descr="A blue and white logo&#10;&#10;Description automatically generated">
            <a:extLst>
              <a:ext uri="{FF2B5EF4-FFF2-40B4-BE49-F238E27FC236}">
                <a16:creationId xmlns:a16="http://schemas.microsoft.com/office/drawing/2014/main" id="{C780F378-75DD-702E-2AFE-7E87945518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spTree>
    <p:extLst>
      <p:ext uri="{BB962C8B-B14F-4D97-AF65-F5344CB8AC3E}">
        <p14:creationId xmlns:p14="http://schemas.microsoft.com/office/powerpoint/2010/main" val="482844089"/>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ong 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8D205A-8809-2B44-AB1E-71C85A49D1E8}"/>
              </a:ext>
            </a:extLst>
          </p:cNvPr>
          <p:cNvPicPr>
            <a:picLocks noChangeAspect="1"/>
          </p:cNvPicPr>
          <p:nvPr/>
        </p:nvPicPr>
        <p:blipFill rotWithShape="1">
          <a:blip r:embed="rId2"/>
          <a:srcRect t="51901" r="51901"/>
          <a:stretch/>
        </p:blipFill>
        <p:spPr>
          <a:xfrm>
            <a:off x="1" y="3559374"/>
            <a:ext cx="5864225" cy="3298627"/>
          </a:xfrm>
          <a:prstGeom prst="rect">
            <a:avLst/>
          </a:prstGeom>
        </p:spPr>
      </p:pic>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6" name="Subtitle 2">
            <a:extLst>
              <a:ext uri="{FF2B5EF4-FFF2-40B4-BE49-F238E27FC236}">
                <a16:creationId xmlns:a16="http://schemas.microsoft.com/office/drawing/2014/main" id="{451325B1-DB92-254B-B371-A9C5921FCE8E}"/>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7" name="Title 3">
            <a:extLst>
              <a:ext uri="{FF2B5EF4-FFF2-40B4-BE49-F238E27FC236}">
                <a16:creationId xmlns:a16="http://schemas.microsoft.com/office/drawing/2014/main" id="{B0BF59A8-1073-484B-818C-3A29176098DB}"/>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bg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3510004234"/>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white">
    <p:bg>
      <p:bgPr>
        <a:solidFill>
          <a:schemeClr val="bg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EC6C29D7-DCE4-A44A-9FBF-4FD386ED40A7}"/>
              </a:ext>
            </a:extLst>
          </p:cNvPr>
          <p:cNvSpPr>
            <a:spLocks noGrp="1"/>
          </p:cNvSpPr>
          <p:nvPr>
            <p:ph type="subTitle" idx="1" hasCustomPrompt="1"/>
          </p:nvPr>
        </p:nvSpPr>
        <p:spPr>
          <a:xfrm>
            <a:off x="4116920" y="1014324"/>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9" name="Title 3">
            <a:extLst>
              <a:ext uri="{FF2B5EF4-FFF2-40B4-BE49-F238E27FC236}">
                <a16:creationId xmlns:a16="http://schemas.microsoft.com/office/drawing/2014/main" id="{1CBB7423-6698-3D4E-BB60-6ACB5FAE676A}"/>
              </a:ext>
            </a:extLst>
          </p:cNvPr>
          <p:cNvSpPr>
            <a:spLocks noGrp="1"/>
          </p:cNvSpPr>
          <p:nvPr>
            <p:ph type="title" hasCustomPrompt="1"/>
          </p:nvPr>
        </p:nvSpPr>
        <p:spPr>
          <a:xfrm>
            <a:off x="4116919" y="374043"/>
            <a:ext cx="7452052" cy="648000"/>
          </a:xfrm>
        </p:spPr>
        <p:txBody>
          <a:bodyPr/>
          <a:lstStyle>
            <a:lvl1pPr>
              <a:lnSpc>
                <a:spcPts val="4063"/>
              </a:lnSpc>
              <a:defRPr sz="3413">
                <a:solidFill>
                  <a:schemeClr val="tx1"/>
                </a:solidFill>
              </a:defRPr>
            </a:lvl1pPr>
          </a:lstStyle>
          <a:p>
            <a:r>
              <a:rPr lang="en-US"/>
              <a:t>Presentation title</a:t>
            </a:r>
            <a:endParaRPr lang="en-GB"/>
          </a:p>
        </p:txBody>
      </p:sp>
    </p:spTree>
    <p:extLst>
      <p:ext uri="{BB962C8B-B14F-4D97-AF65-F5344CB8AC3E}">
        <p14:creationId xmlns:p14="http://schemas.microsoft.com/office/powerpoint/2010/main" val="408089654"/>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ong Title slide white">
    <p:bg>
      <p:bgPr>
        <a:solidFill>
          <a:schemeClr val="bg1"/>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6559AA22-3DDE-9346-B44F-C824BB81B935}"/>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0" name="Title 3">
            <a:extLst>
              <a:ext uri="{FF2B5EF4-FFF2-40B4-BE49-F238E27FC236}">
                <a16:creationId xmlns:a16="http://schemas.microsoft.com/office/drawing/2014/main" id="{36FD8C2B-36F4-544D-8BC0-253FAD158CCE}"/>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tx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1020267140"/>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slide blue">
    <p:bg>
      <p:bgPr>
        <a:solidFill>
          <a:srgbClr val="CDE3FB"/>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61F8AFE2-A181-D049-957D-1653D225E8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2" name="Title 1">
            <a:extLst>
              <a:ext uri="{FF2B5EF4-FFF2-40B4-BE49-F238E27FC236}">
                <a16:creationId xmlns:a16="http://schemas.microsoft.com/office/drawing/2014/main" id="{149CC0E3-0E5B-3045-A8B9-75DD6A8D71F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134303416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slide green">
    <p:bg>
      <p:bgPr>
        <a:solidFill>
          <a:srgbClr val="D7F6CC"/>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6" name="Footer Placeholder 4">
            <a:extLst>
              <a:ext uri="{FF2B5EF4-FFF2-40B4-BE49-F238E27FC236}">
                <a16:creationId xmlns:a16="http://schemas.microsoft.com/office/drawing/2014/main" id="{08DEC44B-C9CE-0046-AA03-95483F22107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
        <p:nvSpPr>
          <p:cNvPr id="7" name="Subtitle 2">
            <a:extLst>
              <a:ext uri="{FF2B5EF4-FFF2-40B4-BE49-F238E27FC236}">
                <a16:creationId xmlns:a16="http://schemas.microsoft.com/office/drawing/2014/main" id="{C26E3C77-0CFF-C74E-962B-3A4119B3030D}"/>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8" name="Title 1">
            <a:extLst>
              <a:ext uri="{FF2B5EF4-FFF2-40B4-BE49-F238E27FC236}">
                <a16:creationId xmlns:a16="http://schemas.microsoft.com/office/drawing/2014/main" id="{18FE488F-6D61-0D47-A5AC-710D6376460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2540304238"/>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Subtitle 2">
            <a:extLst>
              <a:ext uri="{FF2B5EF4-FFF2-40B4-BE49-F238E27FC236}">
                <a16:creationId xmlns:a16="http://schemas.microsoft.com/office/drawing/2014/main" id="{EE00F01C-B0DC-0A4A-9D80-2D7DCAACBB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2" name="Title 1">
            <a:extLst>
              <a:ext uri="{FF2B5EF4-FFF2-40B4-BE49-F238E27FC236}">
                <a16:creationId xmlns:a16="http://schemas.microsoft.com/office/drawing/2014/main" id="{4CC43D90-77C0-4740-BDE5-5FE4973C4BEE}"/>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
        <p:nvSpPr>
          <p:cNvPr id="18" name="Footer Placeholder 4">
            <a:extLst>
              <a:ext uri="{FF2B5EF4-FFF2-40B4-BE49-F238E27FC236}">
                <a16:creationId xmlns:a16="http://schemas.microsoft.com/office/drawing/2014/main" id="{9CCC203D-9826-704F-A811-341B9EB2CBD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88082942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rand statement slide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8" name="Footer Placeholder 4">
            <a:extLst>
              <a:ext uri="{FF2B5EF4-FFF2-40B4-BE49-F238E27FC236}">
                <a16:creationId xmlns:a16="http://schemas.microsoft.com/office/drawing/2014/main" id="{C49E7232-5286-0D47-AA01-6A33B3AD28E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bg1"/>
                </a:solidFill>
              </a:rPr>
              <a:pPr/>
              <a:t>‹#›</a:t>
            </a:fld>
            <a:endParaRPr lang="en-US" sz="813">
              <a:solidFill>
                <a:schemeClr val="bg1"/>
              </a:solidFill>
            </a:endParaRPr>
          </a:p>
        </p:txBody>
      </p:sp>
      <p:sp>
        <p:nvSpPr>
          <p:cNvPr id="12" name="Footer Placeholder 4">
            <a:extLst>
              <a:ext uri="{FF2B5EF4-FFF2-40B4-BE49-F238E27FC236}">
                <a16:creationId xmlns:a16="http://schemas.microsoft.com/office/drawing/2014/main" id="{D6E588E4-60A3-C642-A00F-6BE2BD9BDAE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bg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13869720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rand statement slide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12" name="Footer Placeholder 4">
            <a:extLst>
              <a:ext uri="{FF2B5EF4-FFF2-40B4-BE49-F238E27FC236}">
                <a16:creationId xmlns:a16="http://schemas.microsoft.com/office/drawing/2014/main" id="{32DAD903-219F-0B42-A836-88CFFE6B54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9" name="Footer Placeholder 4">
            <a:extLst>
              <a:ext uri="{FF2B5EF4-FFF2-40B4-BE49-F238E27FC236}">
                <a16:creationId xmlns:a16="http://schemas.microsoft.com/office/drawing/2014/main" id="{DB762F97-0B6C-2846-9E0B-17A6E5F7E62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276148506"/>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Full bleed image +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B751CCC-3AE8-9947-A9B1-5841512863D7}"/>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 behind text)</a:t>
            </a:r>
            <a:endParaRPr lang="en-GB"/>
          </a:p>
        </p:txBody>
      </p:sp>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pic>
        <p:nvPicPr>
          <p:cNvPr id="2" name="Picture 1" descr="A blue and white logo&#10;&#10;Description automatically generated">
            <a:extLst>
              <a:ext uri="{FF2B5EF4-FFF2-40B4-BE49-F238E27FC236}">
                <a16:creationId xmlns:a16="http://schemas.microsoft.com/office/drawing/2014/main" id="{39FDD1C3-3796-0D8C-62B6-01B794189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372ED3F1-3266-E19B-1990-647905D05AB0}"/>
              </a:ext>
            </a:extLst>
          </p:cNvPr>
          <p:cNvPicPr>
            <a:picLocks noChangeAspect="1"/>
          </p:cNvPicPr>
          <p:nvPr userDrawn="1"/>
        </p:nvPicPr>
        <p:blipFill rotWithShape="1">
          <a:blip r:embed="rId3"/>
          <a:srcRect l="76748" t="76748"/>
          <a:stretch/>
        </p:blipFill>
        <p:spPr>
          <a:xfrm>
            <a:off x="8658225" y="5037315"/>
            <a:ext cx="3533775" cy="1878618"/>
          </a:xfrm>
          <a:prstGeom prst="rect">
            <a:avLst/>
          </a:prstGeom>
        </p:spPr>
      </p:pic>
    </p:spTree>
    <p:extLst>
      <p:ext uri="{BB962C8B-B14F-4D97-AF65-F5344CB8AC3E}">
        <p14:creationId xmlns:p14="http://schemas.microsoft.com/office/powerpoint/2010/main" val="2345468512"/>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ull bleed image - no tex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C20135-DA06-8641-908E-26E15C87EC26}"/>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a:t>
            </a:r>
            <a:endParaRPr lang="en-GB"/>
          </a:p>
        </p:txBody>
      </p:sp>
      <p:pic>
        <p:nvPicPr>
          <p:cNvPr id="2" name="Picture 1" descr="A blue and white logo&#10;&#10;Description automatically generated">
            <a:extLst>
              <a:ext uri="{FF2B5EF4-FFF2-40B4-BE49-F238E27FC236}">
                <a16:creationId xmlns:a16="http://schemas.microsoft.com/office/drawing/2014/main" id="{633D2EF6-7F75-1D73-D1F9-387E5346D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7671B00E-E614-4D15-6398-2A8AC1B7838C}"/>
              </a:ext>
            </a:extLst>
          </p:cNvPr>
          <p:cNvPicPr>
            <a:picLocks noChangeAspect="1"/>
          </p:cNvPicPr>
          <p:nvPr userDrawn="1"/>
        </p:nvPicPr>
        <p:blipFill rotWithShape="1">
          <a:blip r:embed="rId3"/>
          <a:srcRect l="76748" t="76748"/>
          <a:stretch/>
        </p:blipFill>
        <p:spPr>
          <a:xfrm>
            <a:off x="9128513" y="5130026"/>
            <a:ext cx="3071954" cy="1727974"/>
          </a:xfrm>
          <a:prstGeom prst="rect">
            <a:avLst/>
          </a:prstGeom>
        </p:spPr>
      </p:pic>
    </p:spTree>
    <p:extLst>
      <p:ext uri="{BB962C8B-B14F-4D97-AF65-F5344CB8AC3E}">
        <p14:creationId xmlns:p14="http://schemas.microsoft.com/office/powerpoint/2010/main" val="11466273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s / agenda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9" y="1520825"/>
            <a:ext cx="10001249" cy="4392612"/>
          </a:xfrm>
        </p:spPr>
        <p:txBody>
          <a:bodyPr/>
          <a:lstStyle>
            <a:lvl1pPr marL="0" indent="0">
              <a:spcBef>
                <a:spcPts val="650"/>
              </a:spcBef>
              <a:buNone/>
              <a:tabLst>
                <a:tab pos="5295106" algn="r"/>
              </a:tabLst>
              <a:defRPr/>
            </a:lvl1pPr>
            <a:lvl2pPr marL="371466" indent="0">
              <a:buNone/>
              <a:defRPr/>
            </a:lvl2pPr>
            <a:lvl3pPr marL="742931" indent="0">
              <a:buNone/>
              <a:defRPr/>
            </a:lvl3pPr>
            <a:lvl4pPr marL="1114397" indent="0">
              <a:buNone/>
              <a:defRPr/>
            </a:lvl4pPr>
            <a:lvl5pPr marL="1485863" indent="0">
              <a:buNone/>
              <a:defRPr/>
            </a:lvl5pPr>
          </a:lstStyle>
          <a:p>
            <a:pPr lvl="0"/>
            <a:r>
              <a:rPr lang="en-US"/>
              <a:t>Edit page title	#</a:t>
            </a:r>
          </a:p>
          <a:p>
            <a:pPr lvl="0"/>
            <a:r>
              <a:rPr lang="en-US"/>
              <a:t>Edit page title	#</a:t>
            </a:r>
          </a:p>
          <a:p>
            <a:pPr lvl="0"/>
            <a:r>
              <a:rPr lang="en-US"/>
              <a:t>Edit page title	#</a:t>
            </a:r>
          </a:p>
          <a:p>
            <a:pPr lvl="0"/>
            <a:r>
              <a:rPr lang="en-US"/>
              <a:t>Edit page title	#</a:t>
            </a:r>
          </a:p>
          <a:p>
            <a:pPr lvl="0"/>
            <a:r>
              <a:rPr lang="en-US"/>
              <a:t>Edit page title	#</a:t>
            </a:r>
          </a:p>
        </p:txBody>
      </p:sp>
      <p:sp>
        <p:nvSpPr>
          <p:cNvPr id="10" name="Title Placeholder 1">
            <a:extLst>
              <a:ext uri="{FF2B5EF4-FFF2-40B4-BE49-F238E27FC236}">
                <a16:creationId xmlns:a16="http://schemas.microsoft.com/office/drawing/2014/main" id="{2176A1AB-311D-2547-95D6-7B8112289AE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p>
            <a:r>
              <a:rPr lang="en-US"/>
              <a:t>Contents</a:t>
            </a:r>
          </a:p>
        </p:txBody>
      </p:sp>
      <p:sp>
        <p:nvSpPr>
          <p:cNvPr id="9" name="Footer Placeholder 4">
            <a:extLst>
              <a:ext uri="{FF2B5EF4-FFF2-40B4-BE49-F238E27FC236}">
                <a16:creationId xmlns:a16="http://schemas.microsoft.com/office/drawing/2014/main" id="{B7108C24-5B72-3A44-B49B-5DEC49EAF4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CC44AFF9-BFFE-FB49-BE41-133AEB96AB3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86248265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text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102921C0-8CD8-864B-9BDB-5D2BA176537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41D6394E-3C1C-9846-880C-AA78624DCEA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88429028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 Column graphic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363CFD5A-4396-EC4A-AEEA-8C244524C26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5C5D0E-7B0E-464E-AEA4-DC1ECE9DF77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96749564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 Column text + graphics option A">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6" y="3307473"/>
            <a:ext cx="10008000" cy="2608907"/>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Content Placeholder 2">
            <a:extLst>
              <a:ext uri="{FF2B5EF4-FFF2-40B4-BE49-F238E27FC236}">
                <a16:creationId xmlns:a16="http://schemas.microsoft.com/office/drawing/2014/main" id="{69C095EC-CCC5-1242-B89A-9009C774D48E}"/>
              </a:ext>
            </a:extLst>
          </p:cNvPr>
          <p:cNvSpPr>
            <a:spLocks noGrp="1"/>
          </p:cNvSpPr>
          <p:nvPr>
            <p:ph idx="1" hasCustomPrompt="1"/>
          </p:nvPr>
        </p:nvSpPr>
        <p:spPr>
          <a:xfrm>
            <a:off x="624416" y="1520828"/>
            <a:ext cx="10003200" cy="1624195"/>
          </a:xfrm>
        </p:spPr>
        <p:txBody>
          <a:bodyPr wrap="square"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FB362763-EBFA-8B42-8A8C-CD97F5ED03A4}"/>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A9F5D63F-45C6-904A-8D78-54AA5FA46D3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E92657C4-65FC-1340-877B-16571C52A2A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C8DC5AC2-F69E-1941-8747-77480F7E45E7}"/>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21693006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8"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05856E05-7CA0-104B-9025-F15ACCE7862E}"/>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80FCB4BE-B4DE-CC46-B1F3-A12529D12EEB}"/>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1BBE2853-5DE4-7943-91CD-37AE75FC638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C787B8B3-8AA7-EF49-893C-D03002009CE8}"/>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DBA9B0BA-0261-F843-A341-377A018983E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36518800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text + graphics option C">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7"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1" name="Content Placeholder 2">
            <a:extLst>
              <a:ext uri="{FF2B5EF4-FFF2-40B4-BE49-F238E27FC236}">
                <a16:creationId xmlns:a16="http://schemas.microsoft.com/office/drawing/2014/main" id="{0D298215-66E1-4643-9AB1-79F8B5F119A4}"/>
              </a:ext>
            </a:extLst>
          </p:cNvPr>
          <p:cNvSpPr>
            <a:spLocks noGrp="1"/>
          </p:cNvSpPr>
          <p:nvPr>
            <p:ph idx="15" hasCustomPrompt="1"/>
          </p:nvPr>
        </p:nvSpPr>
        <p:spPr>
          <a:xfrm>
            <a:off x="41169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2" name="Content Placeholder 2">
            <a:extLst>
              <a:ext uri="{FF2B5EF4-FFF2-40B4-BE49-F238E27FC236}">
                <a16:creationId xmlns:a16="http://schemas.microsoft.com/office/drawing/2014/main" id="{16337F17-0177-4B47-9F46-AF0D74C30610}"/>
              </a:ext>
            </a:extLst>
          </p:cNvPr>
          <p:cNvSpPr>
            <a:spLocks noGrp="1"/>
          </p:cNvSpPr>
          <p:nvPr>
            <p:ph idx="16" hasCustomPrompt="1"/>
          </p:nvPr>
        </p:nvSpPr>
        <p:spPr>
          <a:xfrm>
            <a:off x="76094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5" name="Content Placeholder 2">
            <a:extLst>
              <a:ext uri="{FF2B5EF4-FFF2-40B4-BE49-F238E27FC236}">
                <a16:creationId xmlns:a16="http://schemas.microsoft.com/office/drawing/2014/main" id="{174B88F8-C2DD-F84F-932C-3F97DE909548}"/>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3">
            <a:extLst>
              <a:ext uri="{FF2B5EF4-FFF2-40B4-BE49-F238E27FC236}">
                <a16:creationId xmlns:a16="http://schemas.microsoft.com/office/drawing/2014/main" id="{1EDD11C6-EE38-AE40-8377-0272C7682F9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7" name="Title Placeholder 1">
            <a:extLst>
              <a:ext uri="{FF2B5EF4-FFF2-40B4-BE49-F238E27FC236}">
                <a16:creationId xmlns:a16="http://schemas.microsoft.com/office/drawing/2014/main" id="{FF9F1964-AF95-0441-8713-ACE3B6329197}"/>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F7577059-D9BD-4D40-B06C-BDEED8EDCFD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D83416CD-DD67-9F45-B797-1CF96790A19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0411244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8C49ACA3-BF1B-CC4B-A3BB-33D31F38BC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E3416F28-EB36-244D-969F-B2AAD26218A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26910168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Footer Placeholder 4">
            <a:extLst>
              <a:ext uri="{FF2B5EF4-FFF2-40B4-BE49-F238E27FC236}">
                <a16:creationId xmlns:a16="http://schemas.microsoft.com/office/drawing/2014/main" id="{A901E28D-CD8F-B245-BA10-A860299A896C}"/>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080B4A23-2F85-B044-8AB1-E5F2F18543F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92312927"/>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2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2147E1E8-149B-8A42-9C44-9DCD345521C2}"/>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 </a:t>
            </a:r>
            <a:endParaRPr lang="en-GB"/>
          </a:p>
        </p:txBody>
      </p:sp>
      <p:sp>
        <p:nvSpPr>
          <p:cNvPr id="10" name="Content Placeholder 2">
            <a:extLst>
              <a:ext uri="{FF2B5EF4-FFF2-40B4-BE49-F238E27FC236}">
                <a16:creationId xmlns:a16="http://schemas.microsoft.com/office/drawing/2014/main" id="{42494C55-9AFF-E647-9065-F9E39D40BFEA}"/>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108D9FA8-6587-FA4A-88C2-AD2FC64E101C}"/>
              </a:ext>
            </a:extLst>
          </p:cNvPr>
          <p:cNvSpPr>
            <a:spLocks noGrp="1"/>
          </p:cNvSpPr>
          <p:nvPr>
            <p:ph type="body" sz="quarter" idx="13" hasCustomPrompt="1"/>
          </p:nvPr>
        </p:nvSpPr>
        <p:spPr>
          <a:xfrm>
            <a:off x="624419" y="764314"/>
            <a:ext cx="4765146"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5A96F9F-B4D6-7344-8A3C-95F4BAEFD271}"/>
              </a:ext>
            </a:extLst>
          </p:cNvPr>
          <p:cNvSpPr>
            <a:spLocks noGrp="1"/>
          </p:cNvSpPr>
          <p:nvPr>
            <p:ph type="title" hasCustomPrompt="1"/>
          </p:nvPr>
        </p:nvSpPr>
        <p:spPr>
          <a:xfrm>
            <a:off x="624420" y="408469"/>
            <a:ext cx="4765146"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0BC87998-6F11-6640-85EE-2C7E938F06B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888C03A6-FDD6-9141-AD80-FBACFBC6F00D}"/>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CFDF3F5A-FFB7-5704-A3AD-DC7052C6686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1FAEF0DF-376D-894D-C2FD-7B66756F5ACE}"/>
              </a:ext>
            </a:extLst>
          </p:cNvPr>
          <p:cNvPicPr>
            <a:picLocks noChangeAspect="1"/>
          </p:cNvPicPr>
          <p:nvPr userDrawn="1"/>
        </p:nvPicPr>
        <p:blipFill rotWithShape="1">
          <a:blip r:embed="rId4"/>
          <a:srcRect l="76748" t="76748"/>
          <a:stretch/>
        </p:blipFill>
        <p:spPr>
          <a:xfrm>
            <a:off x="9195188" y="5033670"/>
            <a:ext cx="2834887" cy="1594624"/>
          </a:xfrm>
          <a:prstGeom prst="rect">
            <a:avLst/>
          </a:prstGeom>
        </p:spPr>
      </p:pic>
    </p:spTree>
    <p:extLst>
      <p:ext uri="{BB962C8B-B14F-4D97-AF65-F5344CB8AC3E}">
        <p14:creationId xmlns:p14="http://schemas.microsoft.com/office/powerpoint/2010/main" val="59911281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 Columns text + graphics option A">
    <p:spTree>
      <p:nvGrpSpPr>
        <p:cNvPr id="1" name=""/>
        <p:cNvGrpSpPr/>
        <p:nvPr/>
      </p:nvGrpSpPr>
      <p:grpSpPr>
        <a:xfrm>
          <a:off x="0" y="0"/>
          <a:ext cx="0" cy="0"/>
          <a:chOff x="0" y="0"/>
          <a:chExt cx="0" cy="0"/>
        </a:xfrm>
      </p:grpSpPr>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C1799DC7-8784-8C4C-8E35-52AF6877FDEA}"/>
              </a:ext>
            </a:extLst>
          </p:cNvPr>
          <p:cNvSpPr>
            <a:spLocks noGrp="1"/>
          </p:cNvSpPr>
          <p:nvPr>
            <p:ph idx="15"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23" name="Content Placeholder 2">
            <a:extLst>
              <a:ext uri="{FF2B5EF4-FFF2-40B4-BE49-F238E27FC236}">
                <a16:creationId xmlns:a16="http://schemas.microsoft.com/office/drawing/2014/main" id="{8C77B1D9-46DC-D644-B1D4-207246876B9F}"/>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F90C783C-C74B-5640-A767-9B2BB40664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3F739913-91DE-4D47-A55C-3AE7E080416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68535415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s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4" y="3301219"/>
            <a:ext cx="4766400"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133"/>
            <a:ext cx="4764617" cy="261283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3" name="Content Placeholder 2">
            <a:extLst>
              <a:ext uri="{FF2B5EF4-FFF2-40B4-BE49-F238E27FC236}">
                <a16:creationId xmlns:a16="http://schemas.microsoft.com/office/drawing/2014/main" id="{896432A6-2D9C-5A4F-B27E-3EE10FC8FC52}"/>
              </a:ext>
            </a:extLst>
          </p:cNvPr>
          <p:cNvSpPr>
            <a:spLocks noGrp="1"/>
          </p:cNvSpPr>
          <p:nvPr>
            <p:ph idx="1" hasCustomPrompt="1"/>
          </p:nvPr>
        </p:nvSpPr>
        <p:spPr>
          <a:xfrm>
            <a:off x="624416"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1" name="Content Placeholder 2">
            <a:extLst>
              <a:ext uri="{FF2B5EF4-FFF2-40B4-BE49-F238E27FC236}">
                <a16:creationId xmlns:a16="http://schemas.microsoft.com/office/drawing/2014/main" id="{293A9404-7C0D-CA4D-AACF-5CE0EC1E68F4}"/>
              </a:ext>
            </a:extLst>
          </p:cNvPr>
          <p:cNvSpPr>
            <a:spLocks noGrp="1"/>
          </p:cNvSpPr>
          <p:nvPr>
            <p:ph idx="16" hasCustomPrompt="1"/>
          </p:nvPr>
        </p:nvSpPr>
        <p:spPr>
          <a:xfrm>
            <a:off x="5860519"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A93EE84D-3B64-4444-A68C-AFAA65ADB40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DC097E44-AFEA-154B-8839-FBE24122667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65099266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 Columns text + graphics option C">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229DADDC-513D-8743-BE08-046E194527F9}"/>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56BAEB64-982F-4648-A4EF-E7654225A990}"/>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09137684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2 Columns text + graphics option D">
    <p:spTree>
      <p:nvGrpSpPr>
        <p:cNvPr id="1" name=""/>
        <p:cNvGrpSpPr/>
        <p:nvPr/>
      </p:nvGrpSpPr>
      <p:grpSpPr>
        <a:xfrm>
          <a:off x="0" y="0"/>
          <a:ext cx="0" cy="0"/>
          <a:chOff x="0" y="0"/>
          <a:chExt cx="0" cy="0"/>
        </a:xfrm>
      </p:grpSpPr>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Content Placeholder 2">
            <a:extLst>
              <a:ext uri="{FF2B5EF4-FFF2-40B4-BE49-F238E27FC236}">
                <a16:creationId xmlns:a16="http://schemas.microsoft.com/office/drawing/2014/main" id="{B0C10119-CCC4-6343-BDC9-56B1D9ACE3D5}"/>
              </a:ext>
            </a:extLst>
          </p:cNvPr>
          <p:cNvSpPr>
            <a:spLocks noGrp="1"/>
          </p:cNvSpPr>
          <p:nvPr>
            <p:ph idx="16" hasCustomPrompt="1"/>
          </p:nvPr>
        </p:nvSpPr>
        <p:spPr>
          <a:xfrm>
            <a:off x="624418"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8" name="Content Placeholder 2">
            <a:extLst>
              <a:ext uri="{FF2B5EF4-FFF2-40B4-BE49-F238E27FC236}">
                <a16:creationId xmlns:a16="http://schemas.microsoft.com/office/drawing/2014/main" id="{D1A3CE4B-E315-3447-9723-6DE6AD721455}"/>
              </a:ext>
            </a:extLst>
          </p:cNvPr>
          <p:cNvSpPr>
            <a:spLocks noGrp="1"/>
          </p:cNvSpPr>
          <p:nvPr>
            <p:ph idx="17" hasCustomPrompt="1"/>
          </p:nvPr>
        </p:nvSpPr>
        <p:spPr>
          <a:xfrm>
            <a:off x="624418"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0" name="Footer Placeholder 4">
            <a:extLst>
              <a:ext uri="{FF2B5EF4-FFF2-40B4-BE49-F238E27FC236}">
                <a16:creationId xmlns:a16="http://schemas.microsoft.com/office/drawing/2014/main" id="{E7159545-EA84-0645-A86B-5676E7F0B3D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71064078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3" name="Footer Placeholder 4">
            <a:extLst>
              <a:ext uri="{FF2B5EF4-FFF2-40B4-BE49-F238E27FC236}">
                <a16:creationId xmlns:a16="http://schemas.microsoft.com/office/drawing/2014/main" id="{EE751A36-3F2B-E649-87EF-086EADE90BD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F864834B-F8B3-E145-8ACE-9293900B250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56953786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a:solidFill>
            <a:schemeClr val="accent3"/>
          </a:solidFill>
        </p:spPr>
        <p:txBody>
          <a:bodyPr lIns="108000" tIns="108000" bIns="0"/>
          <a:lstStyle>
            <a:lvl1pPr marL="0" indent="0" algn="l">
              <a:lnSpc>
                <a:spcPts val="1138"/>
              </a:lnSpc>
              <a:spcBef>
                <a:spcPts val="0"/>
              </a:spcBef>
              <a:buFont typeface="Arial" panose="020B0604020202020204" pitchFamily="34" charset="0"/>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5104D9D9-5407-6D46-9C8D-92376A49602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63E1E888-6D9B-BC43-9BA3-15B11D5BA063}"/>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38275350"/>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 Columns text + graphics option A">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A30C0E56-4D0F-E048-A941-575CCFFFBE6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5" name="Footer Placeholder 4">
            <a:extLst>
              <a:ext uri="{FF2B5EF4-FFF2-40B4-BE49-F238E27FC236}">
                <a16:creationId xmlns:a16="http://schemas.microsoft.com/office/drawing/2014/main" id="{B1F29CA9-211B-F44A-A8D2-C4516C61D5A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34495549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 Columns text + graphics option B">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Content Placeholder 2">
            <a:extLst>
              <a:ext uri="{FF2B5EF4-FFF2-40B4-BE49-F238E27FC236}">
                <a16:creationId xmlns:a16="http://schemas.microsoft.com/office/drawing/2014/main" id="{411CAE15-C5EB-3D4B-A338-A8DFD867076D}"/>
              </a:ext>
            </a:extLst>
          </p:cNvPr>
          <p:cNvSpPr>
            <a:spLocks noGrp="1"/>
          </p:cNvSpPr>
          <p:nvPr>
            <p:ph idx="16"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74469F5C-298B-454F-B926-D3E03E23951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9360CFE9-4D3B-994D-AC24-C63B0EFFDE4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420734141"/>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s text + graphics option C">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1" name="Content Placeholder 2">
            <a:extLst>
              <a:ext uri="{FF2B5EF4-FFF2-40B4-BE49-F238E27FC236}">
                <a16:creationId xmlns:a16="http://schemas.microsoft.com/office/drawing/2014/main" id="{F7677667-C063-7945-82A1-A60F6E68E8ED}"/>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709A5C2C-579D-8745-BE3E-EFB3950341ED}"/>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3" name="Footer Placeholder 4">
            <a:extLst>
              <a:ext uri="{FF2B5EF4-FFF2-40B4-BE49-F238E27FC236}">
                <a16:creationId xmlns:a16="http://schemas.microsoft.com/office/drawing/2014/main" id="{DC658DAF-63FD-5A4E-97DF-015AFD8232B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18A29FC0-FCF2-9046-9D44-65ECF47F9D7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75950597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s text + graphics option D">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9" name="Content Placeholder 2">
            <a:extLst>
              <a:ext uri="{FF2B5EF4-FFF2-40B4-BE49-F238E27FC236}">
                <a16:creationId xmlns:a16="http://schemas.microsoft.com/office/drawing/2014/main" id="{739AE807-1EC5-7F46-B94D-FE942074E1A7}"/>
              </a:ext>
            </a:extLst>
          </p:cNvPr>
          <p:cNvSpPr>
            <a:spLocks noGrp="1"/>
          </p:cNvSpPr>
          <p:nvPr>
            <p:ph idx="1" hasCustomPrompt="1"/>
          </p:nvPr>
        </p:nvSpPr>
        <p:spPr>
          <a:xfrm>
            <a:off x="624416"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8" name="Content Placeholder 2">
            <a:extLst>
              <a:ext uri="{FF2B5EF4-FFF2-40B4-BE49-F238E27FC236}">
                <a16:creationId xmlns:a16="http://schemas.microsoft.com/office/drawing/2014/main" id="{439089F5-8A71-0A44-87E4-8BE7BC12CD88}"/>
              </a:ext>
            </a:extLst>
          </p:cNvPr>
          <p:cNvSpPr>
            <a:spLocks noGrp="1"/>
          </p:cNvSpPr>
          <p:nvPr>
            <p:ph idx="16" hasCustomPrompt="1"/>
          </p:nvPr>
        </p:nvSpPr>
        <p:spPr>
          <a:xfrm>
            <a:off x="411691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0" name="Content Placeholder 2">
            <a:extLst>
              <a:ext uri="{FF2B5EF4-FFF2-40B4-BE49-F238E27FC236}">
                <a16:creationId xmlns:a16="http://schemas.microsoft.com/office/drawing/2014/main" id="{5D934342-4A9E-3941-ADB3-8692C36F7E4F}"/>
              </a:ext>
            </a:extLst>
          </p:cNvPr>
          <p:cNvSpPr>
            <a:spLocks noGrp="1"/>
          </p:cNvSpPr>
          <p:nvPr>
            <p:ph idx="18" hasCustomPrompt="1"/>
          </p:nvPr>
        </p:nvSpPr>
        <p:spPr>
          <a:xfrm>
            <a:off x="760835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2" name="Footer Placeholder 4">
            <a:extLst>
              <a:ext uri="{FF2B5EF4-FFF2-40B4-BE49-F238E27FC236}">
                <a16:creationId xmlns:a16="http://schemas.microsoft.com/office/drawing/2014/main" id="{D3810460-990D-F549-A1B4-CCDCD6D87FD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55332857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olumns text + graphics option E">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35" name="Content Placeholder 2">
            <a:extLst>
              <a:ext uri="{FF2B5EF4-FFF2-40B4-BE49-F238E27FC236}">
                <a16:creationId xmlns:a16="http://schemas.microsoft.com/office/drawing/2014/main" id="{213C8055-678A-C047-9519-A46B3AA2F6B1}"/>
              </a:ext>
            </a:extLst>
          </p:cNvPr>
          <p:cNvSpPr>
            <a:spLocks noGrp="1"/>
          </p:cNvSpPr>
          <p:nvPr>
            <p:ph idx="18" hasCustomPrompt="1"/>
          </p:nvPr>
        </p:nvSpPr>
        <p:spPr>
          <a:xfrm>
            <a:off x="6244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6" name="Content Placeholder 2">
            <a:extLst>
              <a:ext uri="{FF2B5EF4-FFF2-40B4-BE49-F238E27FC236}">
                <a16:creationId xmlns:a16="http://schemas.microsoft.com/office/drawing/2014/main" id="{F4253D89-4589-8A42-B26C-6D93A6BDB4CA}"/>
              </a:ext>
            </a:extLst>
          </p:cNvPr>
          <p:cNvSpPr>
            <a:spLocks noGrp="1"/>
          </p:cNvSpPr>
          <p:nvPr>
            <p:ph idx="19" hasCustomPrompt="1"/>
          </p:nvPr>
        </p:nvSpPr>
        <p:spPr>
          <a:xfrm>
            <a:off x="41169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7" name="Content Placeholder 2">
            <a:extLst>
              <a:ext uri="{FF2B5EF4-FFF2-40B4-BE49-F238E27FC236}">
                <a16:creationId xmlns:a16="http://schemas.microsoft.com/office/drawing/2014/main" id="{2CA35734-DF46-B64B-B153-3C74E7466381}"/>
              </a:ext>
            </a:extLst>
          </p:cNvPr>
          <p:cNvSpPr>
            <a:spLocks noGrp="1"/>
          </p:cNvSpPr>
          <p:nvPr>
            <p:ph idx="20" hasCustomPrompt="1"/>
          </p:nvPr>
        </p:nvSpPr>
        <p:spPr>
          <a:xfrm>
            <a:off x="760835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5" name="Footer Placeholder 4">
            <a:extLst>
              <a:ext uri="{FF2B5EF4-FFF2-40B4-BE49-F238E27FC236}">
                <a16:creationId xmlns:a16="http://schemas.microsoft.com/office/drawing/2014/main" id="{30A9E66C-ED3C-F542-95D6-9896AAD01F6A}"/>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24189584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3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0B470D89-9EFE-7C47-B569-5F0E46D83FA4}"/>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a:t>
            </a:r>
            <a:endParaRPr lang="en-GB"/>
          </a:p>
        </p:txBody>
      </p:sp>
      <p:sp>
        <p:nvSpPr>
          <p:cNvPr id="10" name="Content Placeholder 2">
            <a:extLst>
              <a:ext uri="{FF2B5EF4-FFF2-40B4-BE49-F238E27FC236}">
                <a16:creationId xmlns:a16="http://schemas.microsoft.com/office/drawing/2014/main" id="{B116DD27-C198-B34C-84E2-EA7532967F8E}"/>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B6C5C33C-5A67-8A45-8CE4-7FAC999AD322}"/>
              </a:ext>
            </a:extLst>
          </p:cNvPr>
          <p:cNvSpPr>
            <a:spLocks noGrp="1"/>
          </p:cNvSpPr>
          <p:nvPr>
            <p:ph type="body" sz="quarter" idx="13" hasCustomPrompt="1"/>
          </p:nvPr>
        </p:nvSpPr>
        <p:spPr>
          <a:xfrm>
            <a:off x="624418" y="764314"/>
            <a:ext cx="4766900"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EE9CB87E-183E-5B4B-9AC5-45E11AF70038}"/>
              </a:ext>
            </a:extLst>
          </p:cNvPr>
          <p:cNvSpPr>
            <a:spLocks noGrp="1"/>
          </p:cNvSpPr>
          <p:nvPr>
            <p:ph type="title" hasCustomPrompt="1"/>
          </p:nvPr>
        </p:nvSpPr>
        <p:spPr>
          <a:xfrm>
            <a:off x="624420" y="408469"/>
            <a:ext cx="4766900"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BB30F6EA-F11C-684F-9995-F66AEAF7393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870934E6-1979-4C41-8E4A-F4F7DD308E76}"/>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46059C74-DA09-E8FF-24DE-74C259C5DC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B4A837BD-85AC-D788-602E-4051E4C5B9BD}"/>
              </a:ext>
            </a:extLst>
          </p:cNvPr>
          <p:cNvPicPr>
            <a:picLocks noChangeAspect="1"/>
          </p:cNvPicPr>
          <p:nvPr userDrawn="1"/>
        </p:nvPicPr>
        <p:blipFill rotWithShape="1">
          <a:blip r:embed="rId4"/>
          <a:srcRect l="76748" t="76748"/>
          <a:stretch/>
        </p:blipFill>
        <p:spPr>
          <a:xfrm>
            <a:off x="9357113" y="5263376"/>
            <a:ext cx="2834887" cy="1594624"/>
          </a:xfrm>
          <a:prstGeom prst="rect">
            <a:avLst/>
          </a:prstGeom>
        </p:spPr>
      </p:pic>
    </p:spTree>
    <p:extLst>
      <p:ext uri="{BB962C8B-B14F-4D97-AF65-F5344CB8AC3E}">
        <p14:creationId xmlns:p14="http://schemas.microsoft.com/office/powerpoint/2010/main" val="115966357"/>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3 Column text + graphics option A">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F04932EF-9D6D-C44B-B6BB-7024E3FE5B5C}"/>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7D1E016F-CA61-FB46-ABA4-D552E45BF63E}"/>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0" name="Content Placeholder 2">
            <a:extLst>
              <a:ext uri="{FF2B5EF4-FFF2-40B4-BE49-F238E27FC236}">
                <a16:creationId xmlns:a16="http://schemas.microsoft.com/office/drawing/2014/main" id="{81A47C6A-A518-A449-B879-E00548A31C0B}"/>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4BDCCE6-EDAE-944F-843F-53C2B7C1704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0" name="Footer Placeholder 4">
            <a:extLst>
              <a:ext uri="{FF2B5EF4-FFF2-40B4-BE49-F238E27FC236}">
                <a16:creationId xmlns:a16="http://schemas.microsoft.com/office/drawing/2014/main" id="{D460F1B4-EAEF-C948-A0CF-5E9783A103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A42266-C1C2-2449-BABA-DF490DA9119C}"/>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595373819"/>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3 Column text + graphics option B">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D02A3C8C-B682-A541-BB5B-6F47628E6E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2112C66-65E3-994F-91E3-00693003587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ACDBAD1D-063D-E144-827F-987F7180F06A}"/>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25F8C3CB-2A23-5E42-AE10-B8C68A3495DE}"/>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02DC6EF5-FCAB-2746-B475-394EA3103E07}"/>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DE1F0341-1639-274B-9FB3-75C89BF31EF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72E6F0B1-64EF-B24C-AC55-C3ABC44661BB}"/>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043279200"/>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3 Column text + graphics option A">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C7C6200-6CDB-CC4F-98FE-B2EECEA9DA2E}"/>
              </a:ext>
            </a:extLst>
          </p:cNvPr>
          <p:cNvSpPr>
            <a:spLocks noGrp="1"/>
          </p:cNvSpPr>
          <p:nvPr>
            <p:ph idx="1" hasCustomPrompt="1"/>
          </p:nvPr>
        </p:nvSpPr>
        <p:spPr>
          <a:xfrm>
            <a:off x="624416" y="1520825"/>
            <a:ext cx="651139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3">
            <a:extLst>
              <a:ext uri="{FF2B5EF4-FFF2-40B4-BE49-F238E27FC236}">
                <a16:creationId xmlns:a16="http://schemas.microsoft.com/office/drawing/2014/main" id="{F5D90D67-17EA-D245-A903-C1B0474D6FF6}"/>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0FA062B4-A9B7-EB4B-8AEE-CC8CB895C77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B0376305-D20B-4448-9673-3294BB773657}"/>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F4A0ED73-04DD-554B-AFDE-6C9F038CD5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90012231-6916-E44C-B325-9DCF08EA7004}"/>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049688685"/>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3 Column Text + graphics option B">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7D0811F-BD44-AA43-9894-5B5AB6EE9F46}"/>
              </a:ext>
            </a:extLst>
          </p:cNvPr>
          <p:cNvSpPr>
            <a:spLocks noGrp="1"/>
          </p:cNvSpPr>
          <p:nvPr>
            <p:ph idx="1" hasCustomPrompt="1"/>
          </p:nvPr>
        </p:nvSpPr>
        <p:spPr>
          <a:xfrm>
            <a:off x="624416" y="1520825"/>
            <a:ext cx="651139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080922FD-795A-E24E-9712-03B27298B86E}"/>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DCC55CAE-01EC-3046-8A3E-6DE5CE1A4B14}"/>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1" name="Content Placeholder 2">
            <a:extLst>
              <a:ext uri="{FF2B5EF4-FFF2-40B4-BE49-F238E27FC236}">
                <a16:creationId xmlns:a16="http://schemas.microsoft.com/office/drawing/2014/main" id="{A51F5671-A78A-6549-98FB-DEE60F2187EA}"/>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5F6C9671-D9C9-B940-87DE-BBFF046984D6}"/>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64C9AE01-E233-954E-B107-0E3A128AD2C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F82D84C6-C54C-5349-ACB9-FE6932AD9240}"/>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00534010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sclaimer slide">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C3A45E1-3DF2-9F47-B12F-01187B408855}"/>
              </a:ext>
            </a:extLst>
          </p:cNvPr>
          <p:cNvSpPr>
            <a:spLocks noGrp="1"/>
          </p:cNvSpPr>
          <p:nvPr>
            <p:ph idx="1" hasCustomPrompt="1"/>
          </p:nvPr>
        </p:nvSpPr>
        <p:spPr>
          <a:xfrm>
            <a:off x="624417" y="1520827"/>
            <a:ext cx="10001250" cy="4867275"/>
          </a:xfrm>
        </p:spPr>
        <p:txBody>
          <a:bodyPr bIns="0"/>
          <a:lstStyle>
            <a:lvl1pPr marL="0" indent="0">
              <a:lnSpc>
                <a:spcPts val="975"/>
              </a:lnSpc>
              <a:spcBef>
                <a:spcPts val="0"/>
              </a:spcBef>
              <a:buNone/>
              <a:defRPr sz="650"/>
            </a:lvl1pPr>
            <a:lvl2pPr marL="371466" indent="0">
              <a:lnSpc>
                <a:spcPts val="975"/>
              </a:lnSpc>
              <a:spcBef>
                <a:spcPts val="0"/>
              </a:spcBef>
              <a:buNone/>
              <a:defRPr sz="650"/>
            </a:lvl2pPr>
            <a:lvl3pPr marL="742931" indent="0">
              <a:lnSpc>
                <a:spcPts val="975"/>
              </a:lnSpc>
              <a:spcBef>
                <a:spcPts val="0"/>
              </a:spcBef>
              <a:buNone/>
              <a:defRPr sz="650"/>
            </a:lvl3pPr>
            <a:lvl4pPr marL="1114397" indent="0">
              <a:lnSpc>
                <a:spcPts val="975"/>
              </a:lnSpc>
              <a:spcBef>
                <a:spcPts val="0"/>
              </a:spcBef>
              <a:buNone/>
              <a:defRPr sz="650"/>
            </a:lvl4pPr>
            <a:lvl5pPr marL="1485863" indent="0">
              <a:lnSpc>
                <a:spcPts val="975"/>
              </a:lnSpc>
              <a:spcBef>
                <a:spcPts val="0"/>
              </a:spcBef>
              <a:buNone/>
              <a:defRPr sz="650"/>
            </a:lvl5pPr>
          </a:lstStyle>
          <a:p>
            <a:pPr lvl="0"/>
            <a:r>
              <a:rPr lang="en-US"/>
              <a:t>Edit content</a:t>
            </a:r>
          </a:p>
        </p:txBody>
      </p:sp>
      <p:sp>
        <p:nvSpPr>
          <p:cNvPr id="6" name="Title Placeholder 1">
            <a:extLst>
              <a:ext uri="{FF2B5EF4-FFF2-40B4-BE49-F238E27FC236}">
                <a16:creationId xmlns:a16="http://schemas.microsoft.com/office/drawing/2014/main" id="{3878D1AC-92BD-1D41-A92D-FE62D13B765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Disclaimer</a:t>
            </a:r>
          </a:p>
        </p:txBody>
      </p:sp>
    </p:spTree>
    <p:extLst>
      <p:ext uri="{BB962C8B-B14F-4D97-AF65-F5344CB8AC3E}">
        <p14:creationId xmlns:p14="http://schemas.microsoft.com/office/powerpoint/2010/main" val="226770421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Thank you</a:t>
            </a:r>
          </a:p>
        </p:txBody>
      </p:sp>
    </p:spTree>
    <p:extLst>
      <p:ext uri="{BB962C8B-B14F-4D97-AF65-F5344CB8AC3E}">
        <p14:creationId xmlns:p14="http://schemas.microsoft.com/office/powerpoint/2010/main" val="3326863995"/>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losing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Thank you</a:t>
            </a:r>
          </a:p>
        </p:txBody>
      </p:sp>
    </p:spTree>
    <p:extLst>
      <p:ext uri="{BB962C8B-B14F-4D97-AF65-F5344CB8AC3E}">
        <p14:creationId xmlns:p14="http://schemas.microsoft.com/office/powerpoint/2010/main" val="2131906095"/>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5A22-F4B1-410C-9B36-5429A4651F03}"/>
              </a:ext>
            </a:extLst>
          </p:cNvPr>
          <p:cNvSpPr>
            <a:spLocks noGrp="1"/>
          </p:cNvSpPr>
          <p:nvPr>
            <p:ph type="title"/>
          </p:nvPr>
        </p:nvSpPr>
        <p:spPr>
          <a:xfrm>
            <a:off x="281250" y="269080"/>
            <a:ext cx="9527164" cy="877981"/>
          </a:xfrm>
        </p:spPr>
        <p:txBody>
          <a:bodyPr>
            <a:normAutofit/>
          </a:bodyPr>
          <a:lstStyle>
            <a:lvl1pPr marR="0" algn="l" rtl="0" eaLnBrk="1" hangingPunct="1">
              <a:lnSpc>
                <a:spcPct val="100000"/>
              </a:lnSpc>
              <a:spcBef>
                <a:spcPts val="0"/>
              </a:spcBef>
              <a:spcAft>
                <a:spcPts val="0"/>
              </a:spcAft>
              <a:buClr>
                <a:schemeClr val="accent6"/>
              </a:buClr>
              <a:buSzPts val="3200"/>
              <a:buFont typeface="Raleway"/>
              <a:buNone/>
              <a:defRPr lang="en-IN" sz="4267" b="0" i="0" u="none" strike="noStrike" cap="none">
                <a:solidFill>
                  <a:schemeClr val="tx2">
                    <a:lumMod val="25000"/>
                  </a:schemeClr>
                </a:solidFill>
                <a:latin typeface="Raleway"/>
                <a:ea typeface="Raleway"/>
                <a:cs typeface="Raleway"/>
                <a:sym typeface="Raleway"/>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161810-FAF3-4AB0-9341-6D9BCEEEC715}"/>
              </a:ext>
            </a:extLst>
          </p:cNvPr>
          <p:cNvSpPr>
            <a:spLocks noGrp="1"/>
          </p:cNvSpPr>
          <p:nvPr>
            <p:ph idx="1"/>
          </p:nvPr>
        </p:nvSpPr>
        <p:spPr>
          <a:xfrm>
            <a:off x="281249" y="1431854"/>
            <a:ext cx="10515600" cy="4639705"/>
          </a:xfrm>
        </p:spPr>
        <p:txBody>
          <a:bodyPr>
            <a:normAutofit/>
          </a:bodyPr>
          <a:lstStyle>
            <a:lvl1pPr>
              <a:defRPr sz="1867"/>
            </a:lvl1pPr>
            <a:lvl2pPr>
              <a:defRPr sz="1867"/>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36A9C9FB-8BEC-4E6E-8211-40A83B7C9395}"/>
              </a:ext>
            </a:extLst>
          </p:cNvPr>
          <p:cNvSpPr>
            <a:spLocks noGrp="1"/>
          </p:cNvSpPr>
          <p:nvPr>
            <p:ph type="ftr" sz="quarter" idx="11"/>
          </p:nvPr>
        </p:nvSpPr>
        <p:spPr/>
        <p:txBody>
          <a:bodyPr/>
          <a:lstStyle/>
          <a:p>
            <a:r>
              <a:rPr lang="en-IN"/>
              <a:t>Gen AI and LLM</a:t>
            </a:r>
          </a:p>
        </p:txBody>
      </p:sp>
      <p:sp>
        <p:nvSpPr>
          <p:cNvPr id="6" name="Slide Number Placeholder 5">
            <a:extLst>
              <a:ext uri="{FF2B5EF4-FFF2-40B4-BE49-F238E27FC236}">
                <a16:creationId xmlns:a16="http://schemas.microsoft.com/office/drawing/2014/main" id="{59FABCC7-A3BE-4EF6-88BE-C562DC8E112D}"/>
              </a:ext>
            </a:extLst>
          </p:cNvPr>
          <p:cNvSpPr>
            <a:spLocks noGrp="1"/>
          </p:cNvSpPr>
          <p:nvPr>
            <p:ph type="sldNum" sz="quarter" idx="12"/>
          </p:nvPr>
        </p:nvSpPr>
        <p:spPr/>
        <p:txBody>
          <a:bodyPr/>
          <a:lstStyle/>
          <a:p>
            <a:fld id="{13A2779E-23E0-4205-A89F-FE880526E9BB}" type="slidenum">
              <a:rPr lang="en-IN" smtClean="0"/>
              <a:t>‹#›</a:t>
            </a:fld>
            <a:endParaRPr lang="en-IN"/>
          </a:p>
        </p:txBody>
      </p:sp>
    </p:spTree>
    <p:extLst>
      <p:ext uri="{BB962C8B-B14F-4D97-AF65-F5344CB8AC3E}">
        <p14:creationId xmlns:p14="http://schemas.microsoft.com/office/powerpoint/2010/main" val="10292895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4" y="12600"/>
            <a:ext cx="12195279" cy="6832800"/>
          </a:xfrm>
          <a:prstGeom prst="rect">
            <a:avLst/>
          </a:prstGeom>
        </p:spPr>
      </p:pic>
      <p:pic>
        <p:nvPicPr>
          <p:cNvPr id="10" name="Picture 26" descr="Visual Identitiy Band"/>
          <p:cNvPicPr preferRelativeResize="0">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 y="1039623"/>
            <a:ext cx="12191996"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p:cNvSpPr>
            <a:spLocks noGrp="1"/>
          </p:cNvSpPr>
          <p:nvPr>
            <p:ph type="ctrTitle"/>
          </p:nvPr>
        </p:nvSpPr>
        <p:spPr>
          <a:xfrm>
            <a:off x="5232000" y="2008098"/>
            <a:ext cx="6542912"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5577715" y="3703460"/>
            <a:ext cx="6197198"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blue and white logo&#10;&#10;Description automatically generated">
            <a:extLst>
              <a:ext uri="{FF2B5EF4-FFF2-40B4-BE49-F238E27FC236}">
                <a16:creationId xmlns:a16="http://schemas.microsoft.com/office/drawing/2014/main" id="{EF70E6E3-17BE-E5E9-C042-81C7ED12C5B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4459" y="274935"/>
            <a:ext cx="2417813" cy="366501"/>
          </a:xfrm>
          <a:prstGeom prst="rect">
            <a:avLst/>
          </a:prstGeom>
        </p:spPr>
      </p:pic>
      <p:pic>
        <p:nvPicPr>
          <p:cNvPr id="3" name="Picture 2">
            <a:extLst>
              <a:ext uri="{FF2B5EF4-FFF2-40B4-BE49-F238E27FC236}">
                <a16:creationId xmlns:a16="http://schemas.microsoft.com/office/drawing/2014/main" id="{A0C769ED-5503-B600-3869-8109927CC07A}"/>
              </a:ext>
            </a:extLst>
          </p:cNvPr>
          <p:cNvPicPr>
            <a:picLocks noChangeAspect="1"/>
          </p:cNvPicPr>
          <p:nvPr userDrawn="1"/>
        </p:nvPicPr>
        <p:blipFill rotWithShape="1">
          <a:blip r:embed="rId5"/>
          <a:srcRect l="76748" t="76748"/>
          <a:stretch/>
        </p:blipFill>
        <p:spPr>
          <a:xfrm>
            <a:off x="9357113" y="5449870"/>
            <a:ext cx="2834887" cy="1594624"/>
          </a:xfrm>
          <a:prstGeom prst="rect">
            <a:avLst/>
          </a:prstGeom>
        </p:spPr>
      </p:pic>
    </p:spTree>
    <p:extLst>
      <p:ext uri="{BB962C8B-B14F-4D97-AF65-F5344CB8AC3E}">
        <p14:creationId xmlns:p14="http://schemas.microsoft.com/office/powerpoint/2010/main" val="2610027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600"/>
            <a:ext cx="12191998" cy="6832801"/>
          </a:xfrm>
          <a:prstGeom prst="rect">
            <a:avLst/>
          </a:prstGeom>
        </p:spPr>
      </p:pic>
      <p:sp>
        <p:nvSpPr>
          <p:cNvPr id="2" name="Title 1"/>
          <p:cNvSpPr>
            <a:spLocks noGrp="1"/>
          </p:cNvSpPr>
          <p:nvPr>
            <p:ph type="ctrTitle"/>
          </p:nvPr>
        </p:nvSpPr>
        <p:spPr>
          <a:xfrm>
            <a:off x="5232000" y="2008098"/>
            <a:ext cx="6542912"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5577715" y="3703460"/>
            <a:ext cx="6197198"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 y="1039623"/>
            <a:ext cx="12191996"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3" descr="A blue and white logo&#10;&#10;Description automatically generated">
            <a:extLst>
              <a:ext uri="{FF2B5EF4-FFF2-40B4-BE49-F238E27FC236}">
                <a16:creationId xmlns:a16="http://schemas.microsoft.com/office/drawing/2014/main" id="{C0330930-77B4-1E26-E377-5EE5785A357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4459" y="274935"/>
            <a:ext cx="2417813" cy="366501"/>
          </a:xfrm>
          <a:prstGeom prst="rect">
            <a:avLst/>
          </a:prstGeom>
        </p:spPr>
      </p:pic>
      <p:pic>
        <p:nvPicPr>
          <p:cNvPr id="5" name="Picture 4">
            <a:extLst>
              <a:ext uri="{FF2B5EF4-FFF2-40B4-BE49-F238E27FC236}">
                <a16:creationId xmlns:a16="http://schemas.microsoft.com/office/drawing/2014/main" id="{97422C56-393B-9ED0-8661-F1BD0A3C3AB9}"/>
              </a:ext>
            </a:extLst>
          </p:cNvPr>
          <p:cNvPicPr>
            <a:picLocks noChangeAspect="1"/>
          </p:cNvPicPr>
          <p:nvPr userDrawn="1"/>
        </p:nvPicPr>
        <p:blipFill rotWithShape="1">
          <a:blip r:embed="rId5"/>
          <a:srcRect l="76748" t="76748"/>
          <a:stretch/>
        </p:blipFill>
        <p:spPr>
          <a:xfrm>
            <a:off x="9357113" y="5449870"/>
            <a:ext cx="2834887" cy="1594624"/>
          </a:xfrm>
          <a:prstGeom prst="rect">
            <a:avLst/>
          </a:prstGeom>
        </p:spPr>
      </p:pic>
    </p:spTree>
    <p:extLst>
      <p:ext uri="{BB962C8B-B14F-4D97-AF65-F5344CB8AC3E}">
        <p14:creationId xmlns:p14="http://schemas.microsoft.com/office/powerpoint/2010/main" val="258911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image" Target="../media/image2.png"/><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theme" Target="../theme/theme2.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20" Type="http://schemas.openxmlformats.org/officeDocument/2006/relationships/slideLayout" Target="../slideLayouts/slideLayout33.xml"/><Relationship Id="rId41"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DD0C13-BF7F-52ED-517B-7F8DB2A88D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EDC26E-A6BA-D40C-E407-A6CE5BA5BA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395FA8-11BD-99C1-42BE-A0006838A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7F038C-94E3-420B-B2F0-E5009A91218D}" type="datetimeFigureOut">
              <a:rPr lang="en-GB" smtClean="0"/>
              <a:t>06/05/2024</a:t>
            </a:fld>
            <a:endParaRPr lang="en-GB"/>
          </a:p>
        </p:txBody>
      </p:sp>
      <p:sp>
        <p:nvSpPr>
          <p:cNvPr id="5" name="Footer Placeholder 4">
            <a:extLst>
              <a:ext uri="{FF2B5EF4-FFF2-40B4-BE49-F238E27FC236}">
                <a16:creationId xmlns:a16="http://schemas.microsoft.com/office/drawing/2014/main" id="{137FF58E-9F78-0E4A-6803-692581AA6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2D0698A-5A91-BC5D-670F-2EC7C3A8D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752D5C-0796-4B08-B97A-DB0A7A0743E3}" type="slidenum">
              <a:rPr lang="en-GB" smtClean="0"/>
              <a:t>‹#›</a:t>
            </a:fld>
            <a:endParaRPr lang="en-GB"/>
          </a:p>
        </p:txBody>
      </p:sp>
      <p:sp>
        <p:nvSpPr>
          <p:cNvPr id="7" name="MSIPCMContentMarking" descr="{&quot;HashCode&quot;:-767040411,&quot;Placement&quot;:&quot;Header&quot;,&quot;Top&quot;:0.0,&quot;Left&quot;:0.0,&quot;SlideWidth&quot;:960,&quot;SlideHeight&quot;:540}">
            <a:extLst>
              <a:ext uri="{FF2B5EF4-FFF2-40B4-BE49-F238E27FC236}">
                <a16:creationId xmlns:a16="http://schemas.microsoft.com/office/drawing/2014/main" id="{87460179-583F-EC79-10A7-2AD52574830F}"/>
              </a:ext>
            </a:extLst>
          </p:cNvPr>
          <p:cNvSpPr txBox="1"/>
          <p:nvPr userDrawn="1"/>
        </p:nvSpPr>
        <p:spPr>
          <a:xfrm>
            <a:off x="0" y="0"/>
            <a:ext cx="826000" cy="233422"/>
          </a:xfrm>
          <a:prstGeom prst="rect">
            <a:avLst/>
          </a:prstGeom>
          <a:noFill/>
        </p:spPr>
        <p:txBody>
          <a:bodyPr vert="horz" wrap="square" lIns="0" tIns="0" rIns="0" bIns="0" rtlCol="0" anchor="ctr" anchorCtr="1">
            <a:spAutoFit/>
          </a:bodyPr>
          <a:lstStyle/>
          <a:p>
            <a:pPr algn="l">
              <a:spcBef>
                <a:spcPts val="0"/>
              </a:spcBef>
              <a:spcAft>
                <a:spcPts val="0"/>
              </a:spcAft>
            </a:pPr>
            <a:r>
              <a:rPr lang="en-GB" sz="900">
                <a:solidFill>
                  <a:srgbClr val="0078D7"/>
                </a:solidFill>
                <a:latin typeface="Arial" panose="020B0604020202020204" pitchFamily="34" charset="0"/>
              </a:rPr>
              <a:t>INTERNAL</a:t>
            </a:r>
          </a:p>
        </p:txBody>
      </p:sp>
    </p:spTree>
    <p:extLst>
      <p:ext uri="{BB962C8B-B14F-4D97-AF65-F5344CB8AC3E}">
        <p14:creationId xmlns:p14="http://schemas.microsoft.com/office/powerpoint/2010/main" val="131839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70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4419" y="408469"/>
            <a:ext cx="10001249" cy="360000"/>
          </a:xfrm>
          <a:prstGeom prst="rect">
            <a:avLst/>
          </a:prstGeom>
        </p:spPr>
        <p:txBody>
          <a:bodyPr vert="horz" lIns="0" tIns="0" rIns="0" bIns="0" rtlCol="0" anchor="t">
            <a:noAutofit/>
          </a:bodyPr>
          <a:lstStyle/>
          <a:p>
            <a:r>
              <a:rPr lang="en-US"/>
              <a:t>Headline</a:t>
            </a:r>
          </a:p>
        </p:txBody>
      </p:sp>
      <p:sp>
        <p:nvSpPr>
          <p:cNvPr id="3" name="Text Placeholder 2"/>
          <p:cNvSpPr>
            <a:spLocks noGrp="1"/>
          </p:cNvSpPr>
          <p:nvPr>
            <p:ph type="body" idx="1"/>
          </p:nvPr>
        </p:nvSpPr>
        <p:spPr>
          <a:xfrm>
            <a:off x="624419" y="1520825"/>
            <a:ext cx="10001249" cy="439132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4D3A7F-63D4-F649-B3C6-2F0258AB41D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
        <p:nvSpPr>
          <p:cNvPr id="6" name="Slide Number Placeholder 5">
            <a:extLst>
              <a:ext uri="{FF2B5EF4-FFF2-40B4-BE49-F238E27FC236}">
                <a16:creationId xmlns:a16="http://schemas.microsoft.com/office/drawing/2014/main" id="{AA7F0634-457B-3A4E-B043-D075AB57B819}"/>
              </a:ext>
            </a:extLst>
          </p:cNvPr>
          <p:cNvSpPr>
            <a:spLocks noGrp="1"/>
          </p:cNvSpPr>
          <p:nvPr>
            <p:ph type="sldNum" sz="quarter" idx="4"/>
          </p:nvPr>
        </p:nvSpPr>
        <p:spPr>
          <a:xfrm>
            <a:off x="624418" y="6255020"/>
            <a:ext cx="1260000" cy="158400"/>
          </a:xfrm>
          <a:prstGeom prst="rect">
            <a:avLst/>
          </a:prstGeom>
        </p:spPr>
        <p:txBody>
          <a:bodyPr vert="horz" lIns="0" tIns="0" rIns="0" bIns="0" rtlCol="0" anchor="ctr"/>
          <a:lstStyle>
            <a:lvl1pPr algn="l">
              <a:defRPr sz="975">
                <a:solidFill>
                  <a:schemeClr val="tx1">
                    <a:alpha val="0"/>
                  </a:schemeClr>
                </a:solidFill>
              </a:defRPr>
            </a:lvl1pPr>
          </a:lstStyle>
          <a:p>
            <a:fld id="{8BB4F8FE-2BDD-4B3D-B4DA-BA6EEF17F744}" type="slidenum">
              <a:rPr lang="en-GB" smtClean="0"/>
              <a:t>‹#›</a:t>
            </a:fld>
            <a:endParaRPr lang="en-GB"/>
          </a:p>
        </p:txBody>
      </p:sp>
      <p:sp>
        <p:nvSpPr>
          <p:cNvPr id="5" name="MSIPCMContentMarking" descr="{&quot;HashCode&quot;:-767040411,&quot;Placement&quot;:&quot;Header&quot;,&quot;Top&quot;:0.0,&quot;Left&quot;:0.0,&quot;SlideWidth&quot;:960,&quot;SlideHeight&quot;:540}">
            <a:extLst>
              <a:ext uri="{FF2B5EF4-FFF2-40B4-BE49-F238E27FC236}">
                <a16:creationId xmlns:a16="http://schemas.microsoft.com/office/drawing/2014/main" id="{CB1C2E0A-5F15-4293-BF1A-2729BF68A511}"/>
              </a:ext>
            </a:extLst>
          </p:cNvPr>
          <p:cNvSpPr txBox="1"/>
          <p:nvPr userDrawn="1"/>
        </p:nvSpPr>
        <p:spPr>
          <a:xfrm>
            <a:off x="0" y="0"/>
            <a:ext cx="826000" cy="233422"/>
          </a:xfrm>
          <a:prstGeom prst="rect">
            <a:avLst/>
          </a:prstGeom>
          <a:noFill/>
        </p:spPr>
        <p:txBody>
          <a:bodyPr vert="horz" wrap="square" lIns="0" tIns="0" rIns="0" bIns="0" rtlCol="0" anchor="ctr" anchorCtr="1">
            <a:spAutoFit/>
          </a:bodyPr>
          <a:lstStyle/>
          <a:p>
            <a:pPr algn="l">
              <a:spcBef>
                <a:spcPts val="0"/>
              </a:spcBef>
              <a:spcAft>
                <a:spcPts val="0"/>
              </a:spcAft>
            </a:pPr>
            <a:r>
              <a:rPr lang="en-GB" sz="900">
                <a:solidFill>
                  <a:srgbClr val="0078D7"/>
                </a:solidFill>
                <a:latin typeface="Arial" panose="020B0604020202020204" pitchFamily="34" charset="0"/>
              </a:rPr>
              <a:t>INTERNAL</a:t>
            </a:r>
          </a:p>
        </p:txBody>
      </p:sp>
      <p:pic>
        <p:nvPicPr>
          <p:cNvPr id="7" name="Picture 6" descr="A blue and white logo&#10;&#10;Description automatically generated">
            <a:extLst>
              <a:ext uri="{FF2B5EF4-FFF2-40B4-BE49-F238E27FC236}">
                <a16:creationId xmlns:a16="http://schemas.microsoft.com/office/drawing/2014/main" id="{0AC4C645-FE58-F629-D91A-40255EA89D68}"/>
              </a:ext>
            </a:extLst>
          </p:cNvPr>
          <p:cNvPicPr>
            <a:picLocks noChangeAspect="1"/>
          </p:cNvPicPr>
          <p:nvPr userDrawn="1"/>
        </p:nvPicPr>
        <p:blipFill>
          <a:blip r:embed="rId44">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8" name="Picture 7">
            <a:extLst>
              <a:ext uri="{FF2B5EF4-FFF2-40B4-BE49-F238E27FC236}">
                <a16:creationId xmlns:a16="http://schemas.microsoft.com/office/drawing/2014/main" id="{5AD86478-EC80-5E08-4328-1EAF750E09D5}"/>
              </a:ext>
            </a:extLst>
          </p:cNvPr>
          <p:cNvPicPr>
            <a:picLocks noChangeAspect="1"/>
          </p:cNvPicPr>
          <p:nvPr userDrawn="1"/>
        </p:nvPicPr>
        <p:blipFill rotWithShape="1">
          <a:blip r:embed="rId45"/>
          <a:srcRect l="76614" t="76614"/>
          <a:stretch/>
        </p:blipFill>
        <p:spPr>
          <a:xfrm>
            <a:off x="9544030" y="5254172"/>
            <a:ext cx="2507264" cy="1410336"/>
          </a:xfrm>
          <a:prstGeom prst="rect">
            <a:avLst/>
          </a:prstGeom>
        </p:spPr>
      </p:pic>
    </p:spTree>
    <p:extLst>
      <p:ext uri="{BB962C8B-B14F-4D97-AF65-F5344CB8AC3E}">
        <p14:creationId xmlns:p14="http://schemas.microsoft.com/office/powerpoint/2010/main" val="14036599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Lst>
  <p:hf sldNum="0" hdr="0" dt="0"/>
  <p:txStyles>
    <p:titleStyle>
      <a:lvl1pPr algn="l" defTabSz="742931" rtl="0" eaLnBrk="1" latinLnBrk="0" hangingPunct="1">
        <a:lnSpc>
          <a:spcPts val="2275"/>
        </a:lnSpc>
        <a:spcBef>
          <a:spcPct val="0"/>
        </a:spcBef>
        <a:buNone/>
        <a:defRPr sz="1950" b="1" kern="1200">
          <a:solidFill>
            <a:schemeClr val="tx1"/>
          </a:solidFill>
          <a:latin typeface="+mj-lt"/>
          <a:ea typeface="+mj-ea"/>
          <a:cs typeface="Arial" panose="020B0604020202020204" pitchFamily="34" charset="0"/>
        </a:defRPr>
      </a:lvl1pPr>
    </p:titleStyle>
    <p:bodyStyle>
      <a:lvl1pPr marL="185733" indent="-185733" algn="l" defTabSz="742931" rtl="0" eaLnBrk="1" latinLnBrk="0" hangingPunct="1">
        <a:lnSpc>
          <a:spcPts val="1788"/>
        </a:lnSpc>
        <a:spcBef>
          <a:spcPts val="0"/>
        </a:spcBef>
        <a:buFont typeface="Arial" panose="020B0604020202020204" pitchFamily="34" charset="0"/>
        <a:buChar char="•"/>
        <a:defRPr sz="1463" kern="1200">
          <a:solidFill>
            <a:schemeClr val="tx1"/>
          </a:solidFill>
          <a:latin typeface="+mn-lt"/>
          <a:ea typeface="+mn-ea"/>
          <a:cs typeface="Arial" panose="020B0604020202020204" pitchFamily="34" charset="0"/>
        </a:defRPr>
      </a:lvl1pPr>
      <a:lvl2pPr marL="368550" indent="-185733" algn="l" defTabSz="742931" rtl="0" eaLnBrk="1" latinLnBrk="0" hangingPunct="1">
        <a:lnSpc>
          <a:spcPts val="1788"/>
        </a:lnSpc>
        <a:spcBef>
          <a:spcPts val="0"/>
        </a:spcBef>
        <a:buFont typeface="Arial" panose="020B0604020202020204" pitchFamily="34" charset="0"/>
        <a:buChar char="•"/>
        <a:defRPr sz="1463" kern="1200" baseline="0">
          <a:solidFill>
            <a:schemeClr val="tx1"/>
          </a:solidFill>
          <a:latin typeface="+mn-lt"/>
          <a:ea typeface="+mn-ea"/>
          <a:cs typeface="Arial" panose="020B0604020202020204" pitchFamily="34" charset="0"/>
        </a:defRPr>
      </a:lvl2pPr>
      <a:lvl3pPr marL="552825" indent="-185733" algn="l" defTabSz="742931" rtl="0" eaLnBrk="1" latinLnBrk="0" hangingPunct="1">
        <a:lnSpc>
          <a:spcPts val="1788"/>
        </a:lnSpc>
        <a:spcBef>
          <a:spcPts val="0"/>
        </a:spcBef>
        <a:buFont typeface="Arial" panose="020B0604020202020204" pitchFamily="34" charset="0"/>
        <a:buChar char="•"/>
        <a:defRPr sz="1463" kern="1200" baseline="0">
          <a:solidFill>
            <a:schemeClr val="tx1"/>
          </a:solidFill>
          <a:latin typeface="+mn-lt"/>
          <a:ea typeface="+mn-ea"/>
          <a:cs typeface="Arial" panose="020B0604020202020204" pitchFamily="34" charset="0"/>
        </a:defRPr>
      </a:lvl3pPr>
      <a:lvl4pPr marL="737100" indent="-185733" algn="l" defTabSz="742931" rtl="0" eaLnBrk="1" latinLnBrk="0" hangingPunct="1">
        <a:lnSpc>
          <a:spcPts val="1788"/>
        </a:lnSpc>
        <a:spcBef>
          <a:spcPts val="0"/>
        </a:spcBef>
        <a:buFont typeface="Arial" panose="020B0604020202020204" pitchFamily="34" charset="0"/>
        <a:buChar char="•"/>
        <a:defRPr sz="1463" kern="1200" baseline="0">
          <a:solidFill>
            <a:schemeClr val="tx1"/>
          </a:solidFill>
          <a:latin typeface="+mn-lt"/>
          <a:ea typeface="+mn-ea"/>
          <a:cs typeface="Arial" panose="020B0604020202020204" pitchFamily="34" charset="0"/>
        </a:defRPr>
      </a:lvl4pPr>
      <a:lvl5pPr marL="921375" indent="-185733" algn="l" defTabSz="742931" rtl="0" eaLnBrk="1" latinLnBrk="0" hangingPunct="1">
        <a:lnSpc>
          <a:spcPts val="1788"/>
        </a:lnSpc>
        <a:spcBef>
          <a:spcPts val="0"/>
        </a:spcBef>
        <a:buFont typeface="Arial" panose="020B0604020202020204" pitchFamily="34" charset="0"/>
        <a:buChar char="•"/>
        <a:defRPr sz="1463" kern="1200" baseline="0">
          <a:solidFill>
            <a:schemeClr val="tx1"/>
          </a:solidFill>
          <a:latin typeface="+mn-lt"/>
          <a:ea typeface="+mn-ea"/>
          <a:cs typeface="Arial" panose="020B0604020202020204" pitchFamily="34" charset="0"/>
        </a:defRPr>
      </a:lvl5pPr>
      <a:lvl6pPr marL="2043061"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27"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5993"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459"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31" rtl="0" eaLnBrk="1" latinLnBrk="0" hangingPunct="1">
        <a:defRPr sz="1463" kern="1200">
          <a:solidFill>
            <a:schemeClr val="tx1"/>
          </a:solidFill>
          <a:latin typeface="+mn-lt"/>
          <a:ea typeface="+mn-ea"/>
          <a:cs typeface="+mn-cs"/>
        </a:defRPr>
      </a:lvl1pPr>
      <a:lvl2pPr marL="371466" algn="l" defTabSz="742931" rtl="0" eaLnBrk="1" latinLnBrk="0" hangingPunct="1">
        <a:defRPr sz="1463" kern="1200">
          <a:solidFill>
            <a:schemeClr val="tx1"/>
          </a:solidFill>
          <a:latin typeface="+mn-lt"/>
          <a:ea typeface="+mn-ea"/>
          <a:cs typeface="+mn-cs"/>
        </a:defRPr>
      </a:lvl2pPr>
      <a:lvl3pPr marL="742931" algn="l" defTabSz="742931" rtl="0" eaLnBrk="1" latinLnBrk="0" hangingPunct="1">
        <a:defRPr sz="1463" kern="1200">
          <a:solidFill>
            <a:schemeClr val="tx1"/>
          </a:solidFill>
          <a:latin typeface="+mn-lt"/>
          <a:ea typeface="+mn-ea"/>
          <a:cs typeface="+mn-cs"/>
        </a:defRPr>
      </a:lvl3pPr>
      <a:lvl4pPr marL="1114397" algn="l" defTabSz="742931" rtl="0" eaLnBrk="1" latinLnBrk="0" hangingPunct="1">
        <a:defRPr sz="1463" kern="1200">
          <a:solidFill>
            <a:schemeClr val="tx1"/>
          </a:solidFill>
          <a:latin typeface="+mn-lt"/>
          <a:ea typeface="+mn-ea"/>
          <a:cs typeface="+mn-cs"/>
        </a:defRPr>
      </a:lvl4pPr>
      <a:lvl5pPr marL="1485863" algn="l" defTabSz="742931" rtl="0" eaLnBrk="1" latinLnBrk="0" hangingPunct="1">
        <a:defRPr sz="1463" kern="1200">
          <a:solidFill>
            <a:schemeClr val="tx1"/>
          </a:solidFill>
          <a:latin typeface="+mn-lt"/>
          <a:ea typeface="+mn-ea"/>
          <a:cs typeface="+mn-cs"/>
        </a:defRPr>
      </a:lvl5pPr>
      <a:lvl6pPr marL="1857329" algn="l" defTabSz="742931" rtl="0" eaLnBrk="1" latinLnBrk="0" hangingPunct="1">
        <a:defRPr sz="1463" kern="1200">
          <a:solidFill>
            <a:schemeClr val="tx1"/>
          </a:solidFill>
          <a:latin typeface="+mn-lt"/>
          <a:ea typeface="+mn-ea"/>
          <a:cs typeface="+mn-cs"/>
        </a:defRPr>
      </a:lvl6pPr>
      <a:lvl7pPr marL="2228794" algn="l" defTabSz="742931" rtl="0" eaLnBrk="1" latinLnBrk="0" hangingPunct="1">
        <a:defRPr sz="1463" kern="1200">
          <a:solidFill>
            <a:schemeClr val="tx1"/>
          </a:solidFill>
          <a:latin typeface="+mn-lt"/>
          <a:ea typeface="+mn-ea"/>
          <a:cs typeface="+mn-cs"/>
        </a:defRPr>
      </a:lvl7pPr>
      <a:lvl8pPr marL="2600260" algn="l" defTabSz="742931" rtl="0" eaLnBrk="1" latinLnBrk="0" hangingPunct="1">
        <a:defRPr sz="1463" kern="1200">
          <a:solidFill>
            <a:schemeClr val="tx1"/>
          </a:solidFill>
          <a:latin typeface="+mn-lt"/>
          <a:ea typeface="+mn-ea"/>
          <a:cs typeface="+mn-cs"/>
        </a:defRPr>
      </a:lvl8pPr>
      <a:lvl9pPr marL="2971726" algn="l" defTabSz="742931"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93">
          <p15:clr>
            <a:srgbClr val="F26B43"/>
          </p15:clr>
        </p15:guide>
        <p15:guide id="4" pos="1194">
          <p15:clr>
            <a:srgbClr val="F26B43"/>
          </p15:clr>
        </p15:guide>
        <p15:guide id="5" pos="1493">
          <p15:clr>
            <a:srgbClr val="F26B43"/>
          </p15:clr>
        </p15:guide>
        <p15:guide id="6" pos="2294">
          <p15:clr>
            <a:srgbClr val="F26B43"/>
          </p15:clr>
        </p15:guide>
        <p15:guide id="7" pos="2594">
          <p15:clr>
            <a:srgbClr val="F26B43"/>
          </p15:clr>
        </p15:guide>
        <p15:guide id="8" pos="3395">
          <p15:clr>
            <a:srgbClr val="F26B43"/>
          </p15:clr>
        </p15:guide>
        <p15:guide id="9" pos="3694">
          <p15:clr>
            <a:srgbClr val="F26B43"/>
          </p15:clr>
        </p15:guide>
        <p15:guide id="10" pos="4495">
          <p15:clr>
            <a:srgbClr val="F26B43"/>
          </p15:clr>
        </p15:guide>
        <p15:guide id="11" pos="4794">
          <p15:clr>
            <a:srgbClr val="F26B43"/>
          </p15:clr>
        </p15:guide>
        <p15:guide id="12" pos="5595">
          <p15:clr>
            <a:srgbClr val="F26B43"/>
          </p15:clr>
        </p15:guide>
        <p15:guide id="13" pos="5894">
          <p15:clr>
            <a:srgbClr val="F26B43"/>
          </p15:clr>
        </p15:guide>
        <p15:guide id="14" pos="6695">
          <p15:clr>
            <a:srgbClr val="F26B43"/>
          </p15:clr>
        </p15:guide>
        <p15:guide id="15" orient="horz">
          <p15:clr>
            <a:srgbClr val="F26B43"/>
          </p15:clr>
        </p15:guide>
        <p15:guide id="16" orient="horz" pos="4320">
          <p15:clr>
            <a:srgbClr val="F26B43"/>
          </p15:clr>
        </p15:guide>
        <p15:guide id="17" orient="horz" pos="295">
          <p15:clr>
            <a:srgbClr val="F26B43"/>
          </p15:clr>
        </p15:guide>
        <p15:guide id="18" orient="horz" pos="4024">
          <p15:clr>
            <a:srgbClr val="F26B43"/>
          </p15:clr>
        </p15:guide>
        <p15:guide id="20" orient="horz" pos="3725">
          <p15:clr>
            <a:srgbClr val="F26B43"/>
          </p15:clr>
        </p15:guide>
        <p15:guide id="21" orient="horz" pos="95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D2F8-16EF-0D42-8801-4E09AFFB8EF7}"/>
              </a:ext>
            </a:extLst>
          </p:cNvPr>
          <p:cNvSpPr>
            <a:spLocks noGrp="1"/>
          </p:cNvSpPr>
          <p:nvPr>
            <p:ph type="title"/>
          </p:nvPr>
        </p:nvSpPr>
        <p:spPr>
          <a:xfrm>
            <a:off x="1212351" y="2658581"/>
            <a:ext cx="9698803" cy="1225050"/>
          </a:xfrm>
        </p:spPr>
        <p:txBody>
          <a:bodyPr>
            <a:normAutofit/>
          </a:bodyPr>
          <a:lstStyle/>
          <a:p>
            <a:pPr algn="ctr"/>
            <a:r>
              <a:rPr lang="en-US" sz="44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Functional Programming in Java</a:t>
            </a:r>
          </a:p>
        </p:txBody>
      </p:sp>
    </p:spTree>
    <p:extLst>
      <p:ext uri="{BB962C8B-B14F-4D97-AF65-F5344CB8AC3E}">
        <p14:creationId xmlns:p14="http://schemas.microsoft.com/office/powerpoint/2010/main" val="174171840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7D85EDF5-6758-A098-8DA8-80AD4CEC47C5}"/>
              </a:ext>
            </a:extLst>
          </p:cNvPr>
          <p:cNvGraphicFramePr>
            <a:graphicFrameLocks noGrp="1"/>
          </p:cNvGraphicFramePr>
          <p:nvPr>
            <p:ph idx="1"/>
            <p:extLst>
              <p:ext uri="{D42A27DB-BD31-4B8C-83A1-F6EECF244321}">
                <p14:modId xmlns:p14="http://schemas.microsoft.com/office/powerpoint/2010/main" val="36265482"/>
              </p:ext>
            </p:extLst>
          </p:nvPr>
        </p:nvGraphicFramePr>
        <p:xfrm>
          <a:off x="1337930" y="1362790"/>
          <a:ext cx="8598191" cy="4639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023">
            <a:extLst>
              <a:ext uri="{FF2B5EF4-FFF2-40B4-BE49-F238E27FC236}">
                <a16:creationId xmlns:a16="http://schemas.microsoft.com/office/drawing/2014/main" id="{0E3E33D0-39FC-6749-56D9-26F905E21A66}"/>
              </a:ext>
            </a:extLst>
          </p:cNvPr>
          <p:cNvSpPr txBox="1">
            <a:spLocks noGrp="1"/>
          </p:cNvSpPr>
          <p:nvPr>
            <p:ph type="title"/>
          </p:nvPr>
        </p:nvSpPr>
        <p:spPr>
          <a:xfrm>
            <a:off x="50800" y="531137"/>
            <a:ext cx="10515600" cy="8794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rgbClr val="00144F"/>
                </a:solidFill>
                <a:latin typeface="Calibri" panose="020F0502020204030204" pitchFamily="34" charset="0"/>
                <a:ea typeface="Segoe UI Black" panose="020B0A02040204020203" pitchFamily="34" charset="0"/>
                <a:cs typeface="Calibri" panose="020F0502020204030204" pitchFamily="34" charset="0"/>
              </a:rPr>
              <a:t>Modules</a:t>
            </a:r>
            <a:endParaRPr lang="en-US" sz="3000" dirty="0">
              <a:solidFill>
                <a:srgbClr val="00144F"/>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E9A7D48-5617-6AF5-DCCF-36117C0252D6}"/>
              </a:ext>
            </a:extLst>
          </p:cNvPr>
          <p:cNvSpPr txBox="1"/>
          <p:nvPr/>
        </p:nvSpPr>
        <p:spPr>
          <a:xfrm>
            <a:off x="1593999" y="1728252"/>
            <a:ext cx="378691" cy="369332"/>
          </a:xfrm>
          <a:prstGeom prst="rect">
            <a:avLst/>
          </a:prstGeom>
          <a:noFill/>
        </p:spPr>
        <p:txBody>
          <a:bodyPr wrap="square" rtlCol="0">
            <a:spAutoFit/>
          </a:bodyPr>
          <a:lstStyle/>
          <a:p>
            <a:r>
              <a:rPr lang="en-US" b="1" dirty="0"/>
              <a:t>1</a:t>
            </a:r>
            <a:endParaRPr lang="en-GB" b="1" dirty="0"/>
          </a:p>
        </p:txBody>
      </p:sp>
      <p:sp>
        <p:nvSpPr>
          <p:cNvPr id="10" name="TextBox 9">
            <a:extLst>
              <a:ext uri="{FF2B5EF4-FFF2-40B4-BE49-F238E27FC236}">
                <a16:creationId xmlns:a16="http://schemas.microsoft.com/office/drawing/2014/main" id="{F27A6E5F-D9B7-D374-7E16-F75AB1BEE44C}"/>
              </a:ext>
            </a:extLst>
          </p:cNvPr>
          <p:cNvSpPr txBox="1"/>
          <p:nvPr/>
        </p:nvSpPr>
        <p:spPr>
          <a:xfrm>
            <a:off x="1952729" y="2465471"/>
            <a:ext cx="378691" cy="369332"/>
          </a:xfrm>
          <a:prstGeom prst="rect">
            <a:avLst/>
          </a:prstGeom>
          <a:noFill/>
        </p:spPr>
        <p:txBody>
          <a:bodyPr wrap="square" rtlCol="0">
            <a:spAutoFit/>
          </a:bodyPr>
          <a:lstStyle/>
          <a:p>
            <a:r>
              <a:rPr lang="en-US" b="1" dirty="0"/>
              <a:t>2</a:t>
            </a:r>
            <a:endParaRPr lang="en-GB" b="1" dirty="0"/>
          </a:p>
        </p:txBody>
      </p:sp>
      <p:sp>
        <p:nvSpPr>
          <p:cNvPr id="11" name="TextBox 10">
            <a:extLst>
              <a:ext uri="{FF2B5EF4-FFF2-40B4-BE49-F238E27FC236}">
                <a16:creationId xmlns:a16="http://schemas.microsoft.com/office/drawing/2014/main" id="{278E98F0-27D8-BE0E-7472-2DBDD3687C1A}"/>
              </a:ext>
            </a:extLst>
          </p:cNvPr>
          <p:cNvSpPr txBox="1"/>
          <p:nvPr/>
        </p:nvSpPr>
        <p:spPr>
          <a:xfrm>
            <a:off x="2213233" y="3152443"/>
            <a:ext cx="371583" cy="369332"/>
          </a:xfrm>
          <a:prstGeom prst="rect">
            <a:avLst/>
          </a:prstGeom>
          <a:noFill/>
        </p:spPr>
        <p:txBody>
          <a:bodyPr wrap="square" rtlCol="0">
            <a:spAutoFit/>
          </a:bodyPr>
          <a:lstStyle/>
          <a:p>
            <a:r>
              <a:rPr lang="en-US" b="1"/>
              <a:t>3</a:t>
            </a:r>
            <a:endParaRPr lang="en-GB" b="1"/>
          </a:p>
        </p:txBody>
      </p:sp>
      <p:sp>
        <p:nvSpPr>
          <p:cNvPr id="12" name="TextBox 11">
            <a:extLst>
              <a:ext uri="{FF2B5EF4-FFF2-40B4-BE49-F238E27FC236}">
                <a16:creationId xmlns:a16="http://schemas.microsoft.com/office/drawing/2014/main" id="{01599A59-AD8E-C997-F390-42FEB8E9D912}"/>
              </a:ext>
            </a:extLst>
          </p:cNvPr>
          <p:cNvSpPr txBox="1"/>
          <p:nvPr/>
        </p:nvSpPr>
        <p:spPr>
          <a:xfrm>
            <a:off x="2165844" y="3885520"/>
            <a:ext cx="378691" cy="369332"/>
          </a:xfrm>
          <a:prstGeom prst="rect">
            <a:avLst/>
          </a:prstGeom>
          <a:noFill/>
        </p:spPr>
        <p:txBody>
          <a:bodyPr wrap="square" rtlCol="0">
            <a:spAutoFit/>
          </a:bodyPr>
          <a:lstStyle/>
          <a:p>
            <a:r>
              <a:rPr lang="en-US" b="1" dirty="0"/>
              <a:t>4</a:t>
            </a:r>
            <a:endParaRPr lang="en-GB" b="1" dirty="0"/>
          </a:p>
        </p:txBody>
      </p:sp>
      <p:sp>
        <p:nvSpPr>
          <p:cNvPr id="13" name="TextBox 12">
            <a:extLst>
              <a:ext uri="{FF2B5EF4-FFF2-40B4-BE49-F238E27FC236}">
                <a16:creationId xmlns:a16="http://schemas.microsoft.com/office/drawing/2014/main" id="{602F36C0-AA0A-CD6C-CD46-1C3D5848E2CE}"/>
              </a:ext>
            </a:extLst>
          </p:cNvPr>
          <p:cNvSpPr txBox="1"/>
          <p:nvPr/>
        </p:nvSpPr>
        <p:spPr>
          <a:xfrm>
            <a:off x="1972690" y="4637079"/>
            <a:ext cx="378691" cy="369332"/>
          </a:xfrm>
          <a:prstGeom prst="rect">
            <a:avLst/>
          </a:prstGeom>
          <a:noFill/>
        </p:spPr>
        <p:txBody>
          <a:bodyPr wrap="square" rtlCol="0">
            <a:spAutoFit/>
          </a:bodyPr>
          <a:lstStyle/>
          <a:p>
            <a:r>
              <a:rPr lang="en-US" b="1" dirty="0"/>
              <a:t>5</a:t>
            </a:r>
            <a:endParaRPr lang="en-GB" b="1" dirty="0"/>
          </a:p>
        </p:txBody>
      </p:sp>
      <p:sp>
        <p:nvSpPr>
          <p:cNvPr id="2" name="TextBox 1">
            <a:extLst>
              <a:ext uri="{FF2B5EF4-FFF2-40B4-BE49-F238E27FC236}">
                <a16:creationId xmlns:a16="http://schemas.microsoft.com/office/drawing/2014/main" id="{0A63CDBC-9720-81B1-63F2-986C0ED91234}"/>
              </a:ext>
            </a:extLst>
          </p:cNvPr>
          <p:cNvSpPr txBox="1"/>
          <p:nvPr/>
        </p:nvSpPr>
        <p:spPr>
          <a:xfrm>
            <a:off x="1588260" y="5332805"/>
            <a:ext cx="378691" cy="369332"/>
          </a:xfrm>
          <a:prstGeom prst="rect">
            <a:avLst/>
          </a:prstGeom>
          <a:noFill/>
        </p:spPr>
        <p:txBody>
          <a:bodyPr wrap="square" rtlCol="0">
            <a:spAutoFit/>
          </a:bodyPr>
          <a:lstStyle/>
          <a:p>
            <a:r>
              <a:rPr lang="en-US" b="1" dirty="0"/>
              <a:t>6</a:t>
            </a:r>
            <a:endParaRPr lang="en-GB" b="1" dirty="0"/>
          </a:p>
        </p:txBody>
      </p:sp>
    </p:spTree>
    <p:extLst>
      <p:ext uri="{BB962C8B-B14F-4D97-AF65-F5344CB8AC3E}">
        <p14:creationId xmlns:p14="http://schemas.microsoft.com/office/powerpoint/2010/main" val="199858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anim calcmode="lin" valueType="num">
                                      <p:cBhvr>
                                        <p:cTn id="10" dur="500" fill="hold"/>
                                        <p:tgtEl>
                                          <p:spTgt spid="8"/>
                                        </p:tgtEl>
                                        <p:attrNameLst>
                                          <p:attrName>ppt_x</p:attrName>
                                        </p:attrNameLst>
                                      </p:cBhvr>
                                      <p:tavLst>
                                        <p:tav tm="0">
                                          <p:val>
                                            <p:fltVal val="0.5"/>
                                          </p:val>
                                        </p:tav>
                                        <p:tav tm="100000">
                                          <p:val>
                                            <p:strVal val="#ppt_x"/>
                                          </p:val>
                                        </p:tav>
                                      </p:tavLst>
                                    </p:anim>
                                    <p:anim calcmode="lin" valueType="num">
                                      <p:cBhvr>
                                        <p:cTn id="11" dur="500" fill="hold"/>
                                        <p:tgtEl>
                                          <p:spTgt spid="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53F32-681F-DF34-331E-47F049B960C0}"/>
              </a:ext>
            </a:extLst>
          </p:cNvPr>
          <p:cNvSpPr>
            <a:spLocks noGrp="1"/>
          </p:cNvSpPr>
          <p:nvPr>
            <p:ph type="title"/>
          </p:nvPr>
        </p:nvSpPr>
        <p:spPr/>
        <p:txBody>
          <a:bodyPr/>
          <a:lstStyle/>
          <a:p>
            <a:r>
              <a:rPr lang="en-US" dirty="0"/>
              <a:t>Functional Programming</a:t>
            </a:r>
            <a:endParaRPr lang="en-GB" dirty="0"/>
          </a:p>
        </p:txBody>
      </p:sp>
      <p:sp>
        <p:nvSpPr>
          <p:cNvPr id="3" name="Content Placeholder 2">
            <a:extLst>
              <a:ext uri="{FF2B5EF4-FFF2-40B4-BE49-F238E27FC236}">
                <a16:creationId xmlns:a16="http://schemas.microsoft.com/office/drawing/2014/main" id="{85A5F340-5901-576F-4720-463E731EA215}"/>
              </a:ext>
            </a:extLst>
          </p:cNvPr>
          <p:cNvSpPr>
            <a:spLocks noGrp="1"/>
          </p:cNvSpPr>
          <p:nvPr>
            <p:ph idx="1"/>
          </p:nvPr>
        </p:nvSpPr>
        <p:spPr>
          <a:xfrm>
            <a:off x="838200" y="962026"/>
            <a:ext cx="10515600" cy="4351338"/>
          </a:xfrm>
        </p:spPr>
        <p:txBody>
          <a:bodyPr/>
          <a:lstStyle/>
          <a:p>
            <a:r>
              <a:rPr lang="en-US" dirty="0"/>
              <a:t> It is a declarative style of programming rather than imperative.</a:t>
            </a:r>
          </a:p>
          <a:p>
            <a:r>
              <a:rPr lang="en-US" dirty="0"/>
              <a:t> The basic objective of this style of programming is to make code more concise, less complex, more predictable, and easier to test compared to the legacy style of coding. </a:t>
            </a:r>
            <a:endParaRPr lang="en-GB" dirty="0"/>
          </a:p>
        </p:txBody>
      </p:sp>
    </p:spTree>
    <p:extLst>
      <p:ext uri="{BB962C8B-B14F-4D97-AF65-F5344CB8AC3E}">
        <p14:creationId xmlns:p14="http://schemas.microsoft.com/office/powerpoint/2010/main" val="1753843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9CE2-1BB9-B810-FD6A-C6252A072249}"/>
              </a:ext>
            </a:extLst>
          </p:cNvPr>
          <p:cNvSpPr>
            <a:spLocks noGrp="1"/>
          </p:cNvSpPr>
          <p:nvPr>
            <p:ph type="title"/>
          </p:nvPr>
        </p:nvSpPr>
        <p:spPr>
          <a:xfrm>
            <a:off x="838200" y="290638"/>
            <a:ext cx="10515600" cy="825500"/>
          </a:xfrm>
        </p:spPr>
        <p:txBody>
          <a:bodyPr/>
          <a:lstStyle/>
          <a:p>
            <a:r>
              <a:rPr lang="en-US" dirty="0"/>
              <a:t>Functional Programming</a:t>
            </a:r>
            <a:endParaRPr lang="en-GB" dirty="0"/>
          </a:p>
        </p:txBody>
      </p:sp>
      <p:sp>
        <p:nvSpPr>
          <p:cNvPr id="3" name="Content Placeholder 2">
            <a:extLst>
              <a:ext uri="{FF2B5EF4-FFF2-40B4-BE49-F238E27FC236}">
                <a16:creationId xmlns:a16="http://schemas.microsoft.com/office/drawing/2014/main" id="{391042D9-2B1B-795E-52A8-4A71E336FE7D}"/>
              </a:ext>
            </a:extLst>
          </p:cNvPr>
          <p:cNvSpPr>
            <a:spLocks noGrp="1"/>
          </p:cNvSpPr>
          <p:nvPr>
            <p:ph idx="1"/>
          </p:nvPr>
        </p:nvSpPr>
        <p:spPr>
          <a:xfrm>
            <a:off x="838200" y="1253331"/>
            <a:ext cx="10515600" cy="4351338"/>
          </a:xfrm>
        </p:spPr>
        <p:txBody>
          <a:bodyPr/>
          <a:lstStyle/>
          <a:p>
            <a:r>
              <a:rPr lang="en-US" dirty="0"/>
              <a:t>Functional Interface</a:t>
            </a:r>
          </a:p>
          <a:p>
            <a:r>
              <a:rPr lang="en-US" dirty="0" err="1"/>
              <a:t>Lamda</a:t>
            </a:r>
            <a:r>
              <a:rPr lang="en-US" dirty="0"/>
              <a:t> Expression</a:t>
            </a:r>
          </a:p>
          <a:p>
            <a:r>
              <a:rPr lang="en-US" dirty="0"/>
              <a:t>Method reference</a:t>
            </a:r>
          </a:p>
          <a:p>
            <a:r>
              <a:rPr lang="en-US" dirty="0"/>
              <a:t>Streams API</a:t>
            </a:r>
          </a:p>
          <a:p>
            <a:r>
              <a:rPr lang="en-US" dirty="0"/>
              <a:t>Optional class</a:t>
            </a:r>
          </a:p>
          <a:p>
            <a:pPr marL="0" indent="0">
              <a:buNone/>
            </a:pPr>
            <a:endParaRPr lang="en-GB" dirty="0"/>
          </a:p>
        </p:txBody>
      </p:sp>
    </p:spTree>
    <p:extLst>
      <p:ext uri="{BB962C8B-B14F-4D97-AF65-F5344CB8AC3E}">
        <p14:creationId xmlns:p14="http://schemas.microsoft.com/office/powerpoint/2010/main" val="116556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BE58645F-D656-B690-A9D7-F935E5EB21C5}"/>
              </a:ext>
            </a:extLst>
          </p:cNvPr>
          <p:cNvSpPr txBox="1">
            <a:spLocks/>
          </p:cNvSpPr>
          <p:nvPr/>
        </p:nvSpPr>
        <p:spPr>
          <a:xfrm>
            <a:off x="922578" y="2781000"/>
            <a:ext cx="10001249" cy="648000"/>
          </a:xfrm>
          <a:prstGeom prst="rect">
            <a:avLst/>
          </a:prstGeom>
        </p:spPr>
        <p:txBody>
          <a:bodyPr vert="horz" lIns="0" tIns="0" rIns="0" bIns="0" rtlCol="0" anchor="t">
            <a:noAutofit/>
          </a:bodyPr>
          <a:lstStyle>
            <a:lvl1pPr algn="l" defTabSz="742931" rtl="0" eaLnBrk="1" latinLnBrk="0" hangingPunct="1">
              <a:lnSpc>
                <a:spcPts val="4063"/>
              </a:lnSpc>
              <a:spcBef>
                <a:spcPct val="0"/>
              </a:spcBef>
              <a:buNone/>
              <a:defRPr sz="3413" b="1" kern="1200">
                <a:solidFill>
                  <a:schemeClr val="tx1"/>
                </a:solidFill>
                <a:latin typeface="+mj-lt"/>
                <a:ea typeface="+mj-ea"/>
                <a:cs typeface="Arial" panose="020B0604020202020204" pitchFamily="34" charset="0"/>
              </a:defRPr>
            </a:lvl1pPr>
          </a:lstStyle>
          <a:p>
            <a:pPr algn="ctr"/>
            <a:r>
              <a:rPr lang="en-US" sz="3600" dirty="0">
                <a:solidFill>
                  <a:schemeClr val="tx1">
                    <a:lumMod val="50000"/>
                  </a:schemeClr>
                </a:solidFill>
                <a:latin typeface="Calibri" panose="020F0502020204030204" pitchFamily="34" charset="0"/>
                <a:cs typeface="Calibri" panose="020F0502020204030204" pitchFamily="34" charset="0"/>
              </a:rPr>
              <a:t>Functional Interface</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3185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7D18-7571-35E0-11DA-5913A834F6F0}"/>
              </a:ext>
            </a:extLst>
          </p:cNvPr>
          <p:cNvSpPr>
            <a:spLocks noGrp="1"/>
          </p:cNvSpPr>
          <p:nvPr>
            <p:ph type="title"/>
          </p:nvPr>
        </p:nvSpPr>
        <p:spPr>
          <a:xfrm>
            <a:off x="838200" y="365125"/>
            <a:ext cx="10515600" cy="949325"/>
          </a:xfrm>
        </p:spPr>
        <p:txBody>
          <a:bodyPr>
            <a:normAutofit/>
          </a:bodyPr>
          <a:lstStyle/>
          <a:p>
            <a:r>
              <a:rPr lang="en-US" sz="3600" dirty="0">
                <a:latin typeface="+mn-lt"/>
              </a:rPr>
              <a:t>Functional Interface</a:t>
            </a:r>
            <a:endParaRPr lang="en-GB" sz="3600" dirty="0">
              <a:latin typeface="+mn-lt"/>
            </a:endParaRPr>
          </a:p>
        </p:txBody>
      </p:sp>
      <p:sp>
        <p:nvSpPr>
          <p:cNvPr id="3" name="Content Placeholder 2">
            <a:extLst>
              <a:ext uri="{FF2B5EF4-FFF2-40B4-BE49-F238E27FC236}">
                <a16:creationId xmlns:a16="http://schemas.microsoft.com/office/drawing/2014/main" id="{7C4F78B7-A78C-F24D-5733-8A34A2088E7F}"/>
              </a:ext>
            </a:extLst>
          </p:cNvPr>
          <p:cNvSpPr>
            <a:spLocks noGrp="1"/>
          </p:cNvSpPr>
          <p:nvPr>
            <p:ph idx="1"/>
          </p:nvPr>
        </p:nvSpPr>
        <p:spPr>
          <a:xfrm>
            <a:off x="838200" y="1314450"/>
            <a:ext cx="10515600" cy="3278098"/>
          </a:xfrm>
        </p:spPr>
        <p:txBody>
          <a:bodyPr>
            <a:normAutofit/>
          </a:bodyPr>
          <a:lstStyle/>
          <a:p>
            <a:r>
              <a:rPr lang="en-US" sz="2400" b="0" i="0" dirty="0">
                <a:solidFill>
                  <a:srgbClr val="202124"/>
                </a:solidFill>
                <a:effectLst/>
                <a:latin typeface="+mn-lt"/>
              </a:rPr>
              <a:t>Functional Interfaces introduced in Java 8 </a:t>
            </a:r>
            <a:r>
              <a:rPr lang="en-US" sz="2400" b="0" i="0" dirty="0">
                <a:solidFill>
                  <a:srgbClr val="040C28"/>
                </a:solidFill>
                <a:effectLst/>
                <a:latin typeface="+mn-lt"/>
              </a:rPr>
              <a:t>allow us to use a lambda expression to initiate the interface's method and avoid using lengthy codes for the anonymous class implementation</a:t>
            </a:r>
            <a:r>
              <a:rPr lang="en-US" sz="2400" b="0" i="0" dirty="0">
                <a:solidFill>
                  <a:srgbClr val="202124"/>
                </a:solidFill>
                <a:effectLst/>
                <a:latin typeface="+mn-lt"/>
              </a:rPr>
              <a:t>. </a:t>
            </a:r>
          </a:p>
          <a:p>
            <a:pPr marL="0" indent="0">
              <a:buNone/>
            </a:pPr>
            <a:endParaRPr lang="en-US" sz="2400" b="0" i="0" dirty="0">
              <a:solidFill>
                <a:srgbClr val="202124"/>
              </a:solidFill>
              <a:effectLst/>
              <a:latin typeface="+mn-lt"/>
            </a:endParaRPr>
          </a:p>
          <a:p>
            <a:r>
              <a:rPr lang="en-US" sz="2400" b="0" i="0" dirty="0">
                <a:solidFill>
                  <a:srgbClr val="202124"/>
                </a:solidFill>
                <a:effectLst/>
                <a:latin typeface="+mn-lt"/>
              </a:rPr>
              <a:t>Various built-in interfaces were declared with @FunctionalInterface annotation and made functional from Java 8.</a:t>
            </a:r>
            <a:endParaRPr lang="en-GB" sz="2400" dirty="0">
              <a:latin typeface="+mn-lt"/>
            </a:endParaRPr>
          </a:p>
        </p:txBody>
      </p:sp>
    </p:spTree>
    <p:extLst>
      <p:ext uri="{BB962C8B-B14F-4D97-AF65-F5344CB8AC3E}">
        <p14:creationId xmlns:p14="http://schemas.microsoft.com/office/powerpoint/2010/main" val="267500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E0628-D574-40E6-249C-564034C29CBA}"/>
              </a:ext>
            </a:extLst>
          </p:cNvPr>
          <p:cNvSpPr>
            <a:spLocks noGrp="1"/>
          </p:cNvSpPr>
          <p:nvPr>
            <p:ph type="title"/>
          </p:nvPr>
        </p:nvSpPr>
        <p:spPr>
          <a:xfrm>
            <a:off x="838200" y="365126"/>
            <a:ext cx="10515600" cy="806450"/>
          </a:xfrm>
        </p:spPr>
        <p:txBody>
          <a:bodyPr>
            <a:normAutofit/>
          </a:bodyPr>
          <a:lstStyle/>
          <a:p>
            <a:r>
              <a:rPr lang="en-US" sz="3600" dirty="0">
                <a:latin typeface="+mn-lt"/>
              </a:rPr>
              <a:t>Functional Interfaces</a:t>
            </a:r>
            <a:endParaRPr lang="en-GB" sz="3600" dirty="0">
              <a:latin typeface="+mn-lt"/>
            </a:endParaRPr>
          </a:p>
        </p:txBody>
      </p:sp>
      <p:sp>
        <p:nvSpPr>
          <p:cNvPr id="9" name="Content Placeholder 2">
            <a:extLst>
              <a:ext uri="{FF2B5EF4-FFF2-40B4-BE49-F238E27FC236}">
                <a16:creationId xmlns:a16="http://schemas.microsoft.com/office/drawing/2014/main" id="{F11FE683-8DAD-EDAF-4868-4FA28A340FDC}"/>
              </a:ext>
            </a:extLst>
          </p:cNvPr>
          <p:cNvSpPr>
            <a:spLocks noGrp="1"/>
          </p:cNvSpPr>
          <p:nvPr>
            <p:ph idx="1"/>
          </p:nvPr>
        </p:nvSpPr>
        <p:spPr>
          <a:xfrm>
            <a:off x="838200" y="1171576"/>
            <a:ext cx="5753100" cy="4892693"/>
          </a:xfrm>
        </p:spPr>
        <p:txBody>
          <a:bodyPr>
            <a:noAutofit/>
          </a:bodyPr>
          <a:lstStyle/>
          <a:p>
            <a:r>
              <a:rPr lang="en-US" sz="2400" dirty="0">
                <a:latin typeface="+mn-lt"/>
              </a:rPr>
              <a:t>An interface that contains exactly one abstract method is known as a functional interface. </a:t>
            </a:r>
          </a:p>
          <a:p>
            <a:r>
              <a:rPr lang="en-US" sz="2400" dirty="0">
                <a:latin typeface="+mn-lt"/>
              </a:rPr>
              <a:t>Functional Interface can have any number of default, static methods which are introduced in Java 8 but can contain only one abstract method </a:t>
            </a:r>
          </a:p>
          <a:p>
            <a:r>
              <a:rPr lang="en-US" sz="2400" dirty="0">
                <a:latin typeface="+mn-lt"/>
              </a:rPr>
              <a:t>We can use @FunctionalInterface annotation to mark an interface as Functional Interface</a:t>
            </a:r>
            <a:endParaRPr lang="en-GB" sz="2400" dirty="0">
              <a:latin typeface="+mn-lt"/>
            </a:endParaRPr>
          </a:p>
        </p:txBody>
      </p:sp>
      <p:pic>
        <p:nvPicPr>
          <p:cNvPr id="10" name="Picture 9">
            <a:extLst>
              <a:ext uri="{FF2B5EF4-FFF2-40B4-BE49-F238E27FC236}">
                <a16:creationId xmlns:a16="http://schemas.microsoft.com/office/drawing/2014/main" id="{20AE8F74-DE14-2FF9-9D44-D5EA49E5819A}"/>
              </a:ext>
            </a:extLst>
          </p:cNvPr>
          <p:cNvPicPr>
            <a:picLocks noChangeAspect="1"/>
          </p:cNvPicPr>
          <p:nvPr/>
        </p:nvPicPr>
        <p:blipFill>
          <a:blip r:embed="rId2"/>
          <a:stretch>
            <a:fillRect/>
          </a:stretch>
        </p:blipFill>
        <p:spPr>
          <a:xfrm>
            <a:off x="6847292" y="1134301"/>
            <a:ext cx="4020734" cy="1304100"/>
          </a:xfrm>
          <a:prstGeom prst="rect">
            <a:avLst/>
          </a:prstGeom>
        </p:spPr>
      </p:pic>
      <p:pic>
        <p:nvPicPr>
          <p:cNvPr id="11" name="Picture 10">
            <a:extLst>
              <a:ext uri="{FF2B5EF4-FFF2-40B4-BE49-F238E27FC236}">
                <a16:creationId xmlns:a16="http://schemas.microsoft.com/office/drawing/2014/main" id="{324655F0-BE06-358C-60DB-D5018C7D37E1}"/>
              </a:ext>
            </a:extLst>
          </p:cNvPr>
          <p:cNvPicPr>
            <a:picLocks noChangeAspect="1"/>
          </p:cNvPicPr>
          <p:nvPr/>
        </p:nvPicPr>
        <p:blipFill>
          <a:blip r:embed="rId3"/>
          <a:stretch>
            <a:fillRect/>
          </a:stretch>
        </p:blipFill>
        <p:spPr>
          <a:xfrm>
            <a:off x="6898004" y="2712975"/>
            <a:ext cx="4250517" cy="2544826"/>
          </a:xfrm>
          <a:prstGeom prst="rect">
            <a:avLst/>
          </a:prstGeom>
        </p:spPr>
      </p:pic>
      <p:cxnSp>
        <p:nvCxnSpPr>
          <p:cNvPr id="4" name="Straight Arrow Connector 3">
            <a:extLst>
              <a:ext uri="{FF2B5EF4-FFF2-40B4-BE49-F238E27FC236}">
                <a16:creationId xmlns:a16="http://schemas.microsoft.com/office/drawing/2014/main" id="{D028D8B8-8E25-4E96-46A0-32FF4EB7602E}"/>
              </a:ext>
            </a:extLst>
          </p:cNvPr>
          <p:cNvCxnSpPr>
            <a:cxnSpLocks/>
          </p:cNvCxnSpPr>
          <p:nvPr/>
        </p:nvCxnSpPr>
        <p:spPr>
          <a:xfrm flipV="1">
            <a:off x="3990974" y="1838181"/>
            <a:ext cx="3021330" cy="268157"/>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8EA3130-00C4-3FB8-AFD5-0BDEF6BAD441}"/>
              </a:ext>
            </a:extLst>
          </p:cNvPr>
          <p:cNvCxnSpPr>
            <a:cxnSpLocks/>
          </p:cNvCxnSpPr>
          <p:nvPr/>
        </p:nvCxnSpPr>
        <p:spPr>
          <a:xfrm flipV="1">
            <a:off x="5775324" y="3429000"/>
            <a:ext cx="1236980" cy="14580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9B44D90-4931-4605-001A-BF9D960BBE17}"/>
              </a:ext>
            </a:extLst>
          </p:cNvPr>
          <p:cNvCxnSpPr>
            <a:cxnSpLocks/>
          </p:cNvCxnSpPr>
          <p:nvPr/>
        </p:nvCxnSpPr>
        <p:spPr>
          <a:xfrm>
            <a:off x="5775324" y="3601089"/>
            <a:ext cx="1236980" cy="847496"/>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610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8B38-7E75-D3EB-69FF-4A854B1B6F07}"/>
              </a:ext>
            </a:extLst>
          </p:cNvPr>
          <p:cNvSpPr>
            <a:spLocks noGrp="1"/>
          </p:cNvSpPr>
          <p:nvPr>
            <p:ph type="title"/>
          </p:nvPr>
        </p:nvSpPr>
        <p:spPr>
          <a:xfrm>
            <a:off x="838200" y="365125"/>
            <a:ext cx="10515600" cy="1006475"/>
          </a:xfrm>
        </p:spPr>
        <p:txBody>
          <a:bodyPr>
            <a:noAutofit/>
          </a:bodyPr>
          <a:lstStyle/>
          <a:p>
            <a:r>
              <a:rPr lang="en-US" sz="3600" dirty="0">
                <a:latin typeface="+mn-lt"/>
              </a:rPr>
              <a:t>Defining functional interface using annotation</a:t>
            </a:r>
            <a:endParaRPr lang="en-GB" sz="3600" dirty="0">
              <a:latin typeface="+mn-lt"/>
            </a:endParaRPr>
          </a:p>
        </p:txBody>
      </p:sp>
      <p:sp>
        <p:nvSpPr>
          <p:cNvPr id="3" name="Content Placeholder 2">
            <a:extLst>
              <a:ext uri="{FF2B5EF4-FFF2-40B4-BE49-F238E27FC236}">
                <a16:creationId xmlns:a16="http://schemas.microsoft.com/office/drawing/2014/main" id="{27659EDB-2E94-A184-DAE3-8F258222C2A0}"/>
              </a:ext>
            </a:extLst>
          </p:cNvPr>
          <p:cNvSpPr>
            <a:spLocks noGrp="1"/>
          </p:cNvSpPr>
          <p:nvPr>
            <p:ph idx="1"/>
          </p:nvPr>
        </p:nvSpPr>
        <p:spPr>
          <a:xfrm>
            <a:off x="838200" y="1229075"/>
            <a:ext cx="10388600" cy="614361"/>
          </a:xfrm>
        </p:spPr>
        <p:txBody>
          <a:bodyPr>
            <a:normAutofit/>
          </a:bodyPr>
          <a:lstStyle/>
          <a:p>
            <a:r>
              <a:rPr lang="en-US" sz="2400" dirty="0">
                <a:latin typeface="+mn-lt"/>
              </a:rPr>
              <a:t>It can contain any number of default and static method</a:t>
            </a:r>
            <a:endParaRPr lang="en-GB" sz="2400" dirty="0">
              <a:latin typeface="+mn-lt"/>
            </a:endParaRPr>
          </a:p>
        </p:txBody>
      </p:sp>
      <p:pic>
        <p:nvPicPr>
          <p:cNvPr id="5" name="Picture 4">
            <a:extLst>
              <a:ext uri="{FF2B5EF4-FFF2-40B4-BE49-F238E27FC236}">
                <a16:creationId xmlns:a16="http://schemas.microsoft.com/office/drawing/2014/main" id="{A64DC821-0187-6E1F-1347-FA4F9BFE212F}"/>
              </a:ext>
            </a:extLst>
          </p:cNvPr>
          <p:cNvPicPr>
            <a:picLocks noChangeAspect="1"/>
          </p:cNvPicPr>
          <p:nvPr/>
        </p:nvPicPr>
        <p:blipFill>
          <a:blip r:embed="rId2"/>
          <a:stretch>
            <a:fillRect/>
          </a:stretch>
        </p:blipFill>
        <p:spPr>
          <a:xfrm>
            <a:off x="4807128" y="1813926"/>
            <a:ext cx="6999938" cy="3764939"/>
          </a:xfrm>
          <a:prstGeom prst="rect">
            <a:avLst/>
          </a:prstGeom>
        </p:spPr>
      </p:pic>
      <p:graphicFrame>
        <p:nvGraphicFramePr>
          <p:cNvPr id="7" name="Table 7">
            <a:extLst>
              <a:ext uri="{FF2B5EF4-FFF2-40B4-BE49-F238E27FC236}">
                <a16:creationId xmlns:a16="http://schemas.microsoft.com/office/drawing/2014/main" id="{54EA6778-EB55-B775-7B86-BAD0A232A4CA}"/>
              </a:ext>
            </a:extLst>
          </p:cNvPr>
          <p:cNvGraphicFramePr>
            <a:graphicFrameLocks noGrp="1"/>
          </p:cNvGraphicFramePr>
          <p:nvPr>
            <p:extLst>
              <p:ext uri="{D42A27DB-BD31-4B8C-83A1-F6EECF244321}">
                <p14:modId xmlns:p14="http://schemas.microsoft.com/office/powerpoint/2010/main" val="1028154178"/>
              </p:ext>
            </p:extLst>
          </p:nvPr>
        </p:nvGraphicFramePr>
        <p:xfrm>
          <a:off x="1357313" y="1824198"/>
          <a:ext cx="3276599" cy="2486025"/>
        </p:xfrm>
        <a:graphic>
          <a:graphicData uri="http://schemas.openxmlformats.org/drawingml/2006/table">
            <a:tbl>
              <a:tblPr firstRow="1" bandRow="1">
                <a:tableStyleId>{5C22544A-7EE6-4342-B048-85BDC9FD1C3A}</a:tableStyleId>
              </a:tblPr>
              <a:tblGrid>
                <a:gridCol w="3276599">
                  <a:extLst>
                    <a:ext uri="{9D8B030D-6E8A-4147-A177-3AD203B41FA5}">
                      <a16:colId xmlns:a16="http://schemas.microsoft.com/office/drawing/2014/main" val="2012882249"/>
                    </a:ext>
                  </a:extLst>
                </a:gridCol>
              </a:tblGrid>
              <a:tr h="2486025">
                <a:tc>
                  <a:txBody>
                    <a:bodyPr/>
                    <a:lstStyle/>
                    <a:p>
                      <a:r>
                        <a:rPr lang="en-US" sz="1800" b="0" i="0" kern="1200" dirty="0">
                          <a:solidFill>
                            <a:schemeClr val="lt1"/>
                          </a:solidFill>
                          <a:effectLst/>
                          <a:latin typeface="Slide"/>
                          <a:ea typeface="+mn-ea"/>
                          <a:cs typeface="+mn-cs"/>
                        </a:rPr>
                        <a:t>The </a:t>
                      </a:r>
                      <a:r>
                        <a:rPr lang="en-US" dirty="0">
                          <a:latin typeface="Slide"/>
                        </a:rPr>
                        <a:t>@FunctionalInterface</a:t>
                      </a:r>
                      <a:r>
                        <a:rPr lang="en-US" sz="1800" b="0" i="0" kern="1200" dirty="0">
                          <a:solidFill>
                            <a:schemeClr val="lt1"/>
                          </a:solidFill>
                          <a:effectLst/>
                          <a:latin typeface="Slide"/>
                          <a:ea typeface="+mn-ea"/>
                          <a:cs typeface="+mn-cs"/>
                        </a:rPr>
                        <a:t> annotation is strictly informational: it's never </a:t>
                      </a:r>
                      <a:r>
                        <a:rPr lang="en-US" sz="1800" b="0" i="1" kern="1200" dirty="0">
                          <a:solidFill>
                            <a:schemeClr val="lt1"/>
                          </a:solidFill>
                          <a:effectLst/>
                          <a:latin typeface="Slide"/>
                          <a:ea typeface="+mn-ea"/>
                          <a:cs typeface="+mn-cs"/>
                        </a:rPr>
                        <a:t>necessary</a:t>
                      </a:r>
                      <a:r>
                        <a:rPr lang="en-US" sz="1800" b="0" i="0" kern="1200" dirty="0">
                          <a:solidFill>
                            <a:schemeClr val="lt1"/>
                          </a:solidFill>
                          <a:effectLst/>
                          <a:latin typeface="Slide"/>
                          <a:ea typeface="+mn-ea"/>
                          <a:cs typeface="+mn-cs"/>
                        </a:rPr>
                        <a:t> to use it. The Java compiler can recognize functional interfaces with or without </a:t>
                      </a:r>
                      <a:r>
                        <a:rPr lang="en-US" dirty="0">
                          <a:latin typeface="Slide"/>
                        </a:rPr>
                        <a:t>@FunctionInterface</a:t>
                      </a:r>
                      <a:r>
                        <a:rPr lang="en-US" sz="1800" b="0" i="0" kern="1200" dirty="0">
                          <a:solidFill>
                            <a:schemeClr val="lt1"/>
                          </a:solidFill>
                          <a:effectLst/>
                          <a:latin typeface="Slide"/>
                          <a:ea typeface="+mn-ea"/>
                          <a:cs typeface="+mn-cs"/>
                        </a:rPr>
                        <a:t>.</a:t>
                      </a:r>
                      <a:endParaRPr lang="en-GB" dirty="0">
                        <a:latin typeface="Slide"/>
                      </a:endParaRPr>
                    </a:p>
                  </a:txBody>
                  <a:tcPr/>
                </a:tc>
                <a:extLst>
                  <a:ext uri="{0D108BD9-81ED-4DB2-BD59-A6C34878D82A}">
                    <a16:rowId xmlns:a16="http://schemas.microsoft.com/office/drawing/2014/main" val="3573646761"/>
                  </a:ext>
                </a:extLst>
              </a:tr>
            </a:tbl>
          </a:graphicData>
        </a:graphic>
      </p:graphicFrame>
    </p:spTree>
    <p:extLst>
      <p:ext uri="{BB962C8B-B14F-4D97-AF65-F5344CB8AC3E}">
        <p14:creationId xmlns:p14="http://schemas.microsoft.com/office/powerpoint/2010/main" val="569104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9329-1161-AC56-57B4-16A8D1198859}"/>
              </a:ext>
            </a:extLst>
          </p:cNvPr>
          <p:cNvSpPr>
            <a:spLocks noGrp="1"/>
          </p:cNvSpPr>
          <p:nvPr>
            <p:ph type="title"/>
          </p:nvPr>
        </p:nvSpPr>
        <p:spPr>
          <a:xfrm>
            <a:off x="354833" y="591156"/>
            <a:ext cx="10515600" cy="752475"/>
          </a:xfrm>
        </p:spPr>
        <p:txBody>
          <a:bodyPr>
            <a:normAutofit/>
          </a:bodyPr>
          <a:lstStyle/>
          <a:p>
            <a:r>
              <a:rPr lang="en-US" sz="3600" dirty="0">
                <a:latin typeface="+mn-lt"/>
              </a:rPr>
              <a:t>Benefits of Functional Interface</a:t>
            </a:r>
            <a:endParaRPr lang="en-GB" sz="3600" dirty="0">
              <a:latin typeface="+mn-lt"/>
            </a:endParaRPr>
          </a:p>
        </p:txBody>
      </p:sp>
      <p:sp>
        <p:nvSpPr>
          <p:cNvPr id="3" name="Content Placeholder 2">
            <a:extLst>
              <a:ext uri="{FF2B5EF4-FFF2-40B4-BE49-F238E27FC236}">
                <a16:creationId xmlns:a16="http://schemas.microsoft.com/office/drawing/2014/main" id="{1FD5124C-9DBB-1AB0-BBFE-E38DA340B95B}"/>
              </a:ext>
            </a:extLst>
          </p:cNvPr>
          <p:cNvSpPr>
            <a:spLocks noGrp="1"/>
          </p:cNvSpPr>
          <p:nvPr>
            <p:ph idx="1"/>
          </p:nvPr>
        </p:nvSpPr>
        <p:spPr>
          <a:xfrm>
            <a:off x="838200" y="1261241"/>
            <a:ext cx="10515600" cy="1430588"/>
          </a:xfrm>
        </p:spPr>
        <p:txBody>
          <a:bodyPr/>
          <a:lstStyle/>
          <a:p>
            <a:r>
              <a:rPr lang="en-US" sz="2400" b="0" i="0" dirty="0">
                <a:effectLst/>
                <a:latin typeface="+mn-lt"/>
              </a:rPr>
              <a:t> It is possible to create abstractions that multiple classes can use </a:t>
            </a:r>
          </a:p>
          <a:p>
            <a:r>
              <a:rPr lang="en-US" sz="2400" b="0" i="0" dirty="0">
                <a:effectLst/>
                <a:latin typeface="+mn-lt"/>
              </a:rPr>
              <a:t>Especially helpful when developers need to create a complex abstraction with various methods and behaviors.</a:t>
            </a:r>
          </a:p>
          <a:p>
            <a:endParaRPr lang="en-GB" dirty="0">
              <a:latin typeface="Slide"/>
            </a:endParaRPr>
          </a:p>
        </p:txBody>
      </p:sp>
      <p:sp>
        <p:nvSpPr>
          <p:cNvPr id="4" name="Title 1">
            <a:extLst>
              <a:ext uri="{FF2B5EF4-FFF2-40B4-BE49-F238E27FC236}">
                <a16:creationId xmlns:a16="http://schemas.microsoft.com/office/drawing/2014/main" id="{CD72FAC1-882C-458F-B873-2B33C0ED9E4F}"/>
              </a:ext>
            </a:extLst>
          </p:cNvPr>
          <p:cNvSpPr txBox="1">
            <a:spLocks/>
          </p:cNvSpPr>
          <p:nvPr/>
        </p:nvSpPr>
        <p:spPr>
          <a:xfrm>
            <a:off x="354833" y="2687940"/>
            <a:ext cx="11482334" cy="930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rgbClr val="0473EA"/>
                </a:solidFill>
                <a:latin typeface="Arial" panose="020B0604020202020204" pitchFamily="34" charset="0"/>
                <a:ea typeface="+mj-ea"/>
                <a:cs typeface="Arial" panose="020B0604020202020204" pitchFamily="34" charset="0"/>
              </a:defRPr>
            </a:lvl1pPr>
          </a:lstStyle>
          <a:p>
            <a:r>
              <a:rPr lang="en-US" sz="3600" dirty="0">
                <a:latin typeface="+mn-lt"/>
              </a:rPr>
              <a:t>Difference between Functional Interface and Abstract Class</a:t>
            </a:r>
            <a:endParaRPr lang="en-GB" sz="3600" dirty="0">
              <a:latin typeface="+mn-lt"/>
            </a:endParaRPr>
          </a:p>
        </p:txBody>
      </p:sp>
      <p:sp>
        <p:nvSpPr>
          <p:cNvPr id="5" name="Content Placeholder 2">
            <a:extLst>
              <a:ext uri="{FF2B5EF4-FFF2-40B4-BE49-F238E27FC236}">
                <a16:creationId xmlns:a16="http://schemas.microsoft.com/office/drawing/2014/main" id="{E7EBE62F-AC8D-F4CD-F4CB-FEC3C5E87671}"/>
              </a:ext>
            </a:extLst>
          </p:cNvPr>
          <p:cNvSpPr txBox="1">
            <a:spLocks/>
          </p:cNvSpPr>
          <p:nvPr/>
        </p:nvSpPr>
        <p:spPr>
          <a:xfrm>
            <a:off x="945222" y="3607941"/>
            <a:ext cx="9996756" cy="241747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Clr>
                <a:srgbClr val="64DD43"/>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64DD43"/>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64DD43"/>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n-lt"/>
              </a:rPr>
              <a:t>Any interface with a single abstract method other than static and default methods is considered a </a:t>
            </a:r>
            <a:r>
              <a:rPr lang="en-US" sz="2400" b="1" dirty="0">
                <a:latin typeface="+mn-lt"/>
              </a:rPr>
              <a:t>functional</a:t>
            </a:r>
            <a:r>
              <a:rPr lang="en-US" sz="2400" dirty="0">
                <a:latin typeface="+mn-lt"/>
              </a:rPr>
              <a:t> </a:t>
            </a:r>
            <a:r>
              <a:rPr lang="en-US" sz="2400" b="1" dirty="0">
                <a:latin typeface="+mn-lt"/>
              </a:rPr>
              <a:t>interface</a:t>
            </a:r>
            <a:r>
              <a:rPr lang="en-US" sz="2400" dirty="0">
                <a:latin typeface="+mn-lt"/>
              </a:rPr>
              <a:t>.</a:t>
            </a:r>
          </a:p>
          <a:p>
            <a:r>
              <a:rPr lang="en-US" sz="2400" b="1" dirty="0">
                <a:latin typeface="+mn-lt"/>
              </a:rPr>
              <a:t>We can use this feature to restrict the number of abstract methods to be declared.</a:t>
            </a:r>
            <a:endParaRPr lang="en-US" sz="2400" dirty="0">
              <a:latin typeface="+mn-lt"/>
            </a:endParaRPr>
          </a:p>
          <a:p>
            <a:r>
              <a:rPr lang="en-US" sz="2400" dirty="0">
                <a:latin typeface="+mn-lt"/>
              </a:rPr>
              <a:t>While in abstract classes, we can never have this restriction on the number of abstract methods declaration.</a:t>
            </a:r>
          </a:p>
          <a:p>
            <a:pPr marL="0" indent="0">
              <a:buFont typeface="Arial" panose="020B0604020202020204" pitchFamily="34" charset="0"/>
              <a:buNone/>
            </a:pPr>
            <a:endParaRPr lang="en-US" dirty="0"/>
          </a:p>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4042616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B5300-7044-D9E9-67ED-41BD9CA56095}"/>
              </a:ext>
            </a:extLst>
          </p:cNvPr>
          <p:cNvSpPr>
            <a:spLocks noGrp="1"/>
          </p:cNvSpPr>
          <p:nvPr>
            <p:ph type="title"/>
          </p:nvPr>
        </p:nvSpPr>
        <p:spPr>
          <a:xfrm>
            <a:off x="563245" y="370344"/>
            <a:ext cx="10515600" cy="825500"/>
          </a:xfrm>
        </p:spPr>
        <p:txBody>
          <a:bodyPr>
            <a:normAutofit/>
          </a:bodyPr>
          <a:lstStyle/>
          <a:p>
            <a:r>
              <a:rPr lang="en-US" sz="3600" dirty="0">
                <a:latin typeface="+mn-lt"/>
                <a:cs typeface="Times New Roman" panose="02020603050405020304" pitchFamily="18" charset="0"/>
              </a:rPr>
              <a:t>Built-In Functional Interfaces in Java</a:t>
            </a:r>
            <a:endParaRPr lang="en-GB" sz="3600" dirty="0">
              <a:latin typeface="+mn-lt"/>
            </a:endParaRPr>
          </a:p>
        </p:txBody>
      </p:sp>
      <p:grpSp>
        <p:nvGrpSpPr>
          <p:cNvPr id="6" name="Group 5">
            <a:extLst>
              <a:ext uri="{FF2B5EF4-FFF2-40B4-BE49-F238E27FC236}">
                <a16:creationId xmlns:a16="http://schemas.microsoft.com/office/drawing/2014/main" id="{625F3826-1ED1-BC12-9BF4-B9847C389EB1}"/>
              </a:ext>
            </a:extLst>
          </p:cNvPr>
          <p:cNvGrpSpPr/>
          <p:nvPr/>
        </p:nvGrpSpPr>
        <p:grpSpPr>
          <a:xfrm>
            <a:off x="563245" y="1562100"/>
            <a:ext cx="11311254" cy="3335020"/>
            <a:chOff x="563245" y="1562100"/>
            <a:chExt cx="11311254" cy="3335020"/>
          </a:xfrm>
        </p:grpSpPr>
        <p:sp>
          <p:nvSpPr>
            <p:cNvPr id="4" name="Rectangle: Rounded Corners 3">
              <a:extLst>
                <a:ext uri="{FF2B5EF4-FFF2-40B4-BE49-F238E27FC236}">
                  <a16:creationId xmlns:a16="http://schemas.microsoft.com/office/drawing/2014/main" id="{6937DE38-9B18-B3FD-86EE-AE9D268D6285}"/>
                </a:ext>
              </a:extLst>
            </p:cNvPr>
            <p:cNvSpPr/>
            <p:nvPr/>
          </p:nvSpPr>
          <p:spPr>
            <a:xfrm>
              <a:off x="4810125" y="1562100"/>
              <a:ext cx="2362200" cy="1076997"/>
            </a:xfrm>
            <a:prstGeom prst="roundRect">
              <a:avLst/>
            </a:prstGeom>
            <a:ln w="63500">
              <a:solidFill>
                <a:schemeClr val="accent1">
                  <a:shade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300" b="1" dirty="0">
                  <a:latin typeface="Slide"/>
                </a:rPr>
                <a:t>Functional Interfaces</a:t>
              </a:r>
              <a:endParaRPr lang="en-GB" sz="2300" b="1" dirty="0">
                <a:latin typeface="Slide"/>
              </a:endParaRPr>
            </a:p>
          </p:txBody>
        </p:sp>
        <p:sp>
          <p:nvSpPr>
            <p:cNvPr id="5" name="Rectangle 4">
              <a:extLst>
                <a:ext uri="{FF2B5EF4-FFF2-40B4-BE49-F238E27FC236}">
                  <a16:creationId xmlns:a16="http://schemas.microsoft.com/office/drawing/2014/main" id="{DC9251F2-8B9A-0C92-FAA6-269848B31281}"/>
                </a:ext>
              </a:extLst>
            </p:cNvPr>
            <p:cNvSpPr/>
            <p:nvPr/>
          </p:nvSpPr>
          <p:spPr>
            <a:xfrm>
              <a:off x="563245" y="3836441"/>
              <a:ext cx="2114550" cy="1060679"/>
            </a:xfrm>
            <a:prstGeom prst="rect">
              <a:avLst/>
            </a:prstGeom>
            <a:noFill/>
            <a:ln w="635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300" b="1" dirty="0">
                <a:latin typeface="Slide"/>
              </a:endParaRPr>
            </a:p>
          </p:txBody>
        </p:sp>
        <p:sp>
          <p:nvSpPr>
            <p:cNvPr id="11" name="Rectangle 10">
              <a:extLst>
                <a:ext uri="{FF2B5EF4-FFF2-40B4-BE49-F238E27FC236}">
                  <a16:creationId xmlns:a16="http://schemas.microsoft.com/office/drawing/2014/main" id="{D0DF3847-936D-5B7A-25C6-77CE3C424CE0}"/>
                </a:ext>
              </a:extLst>
            </p:cNvPr>
            <p:cNvSpPr/>
            <p:nvPr/>
          </p:nvSpPr>
          <p:spPr>
            <a:xfrm>
              <a:off x="3822699" y="3836441"/>
              <a:ext cx="2114550" cy="1060679"/>
            </a:xfrm>
            <a:prstGeom prst="rect">
              <a:avLst/>
            </a:prstGeom>
            <a:noFill/>
            <a:ln w="635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300" b="1" dirty="0">
                <a:latin typeface="Slide"/>
              </a:endParaRPr>
            </a:p>
          </p:txBody>
        </p:sp>
        <p:sp>
          <p:nvSpPr>
            <p:cNvPr id="12" name="Rectangle 11">
              <a:extLst>
                <a:ext uri="{FF2B5EF4-FFF2-40B4-BE49-F238E27FC236}">
                  <a16:creationId xmlns:a16="http://schemas.microsoft.com/office/drawing/2014/main" id="{920F8703-7668-18BE-0FAF-F71B1958ECC9}"/>
                </a:ext>
              </a:extLst>
            </p:cNvPr>
            <p:cNvSpPr/>
            <p:nvPr/>
          </p:nvSpPr>
          <p:spPr>
            <a:xfrm>
              <a:off x="6743701" y="3836441"/>
              <a:ext cx="2114550" cy="1060679"/>
            </a:xfrm>
            <a:prstGeom prst="rect">
              <a:avLst/>
            </a:prstGeom>
            <a:noFill/>
            <a:ln w="635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300" b="1" dirty="0">
                <a:latin typeface="Slide"/>
              </a:endParaRPr>
            </a:p>
          </p:txBody>
        </p:sp>
        <p:sp>
          <p:nvSpPr>
            <p:cNvPr id="13" name="Rectangle 12">
              <a:extLst>
                <a:ext uri="{FF2B5EF4-FFF2-40B4-BE49-F238E27FC236}">
                  <a16:creationId xmlns:a16="http://schemas.microsoft.com/office/drawing/2014/main" id="{4F14BB85-77AE-2466-6F47-C6E6834FDB20}"/>
                </a:ext>
              </a:extLst>
            </p:cNvPr>
            <p:cNvSpPr/>
            <p:nvPr/>
          </p:nvSpPr>
          <p:spPr>
            <a:xfrm>
              <a:off x="9759949" y="3836441"/>
              <a:ext cx="2114550" cy="1060679"/>
            </a:xfrm>
            <a:prstGeom prst="rect">
              <a:avLst/>
            </a:prstGeom>
            <a:noFill/>
            <a:ln w="635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300" b="1" dirty="0">
                <a:latin typeface="Slide"/>
              </a:endParaRPr>
            </a:p>
          </p:txBody>
        </p:sp>
        <p:cxnSp>
          <p:nvCxnSpPr>
            <p:cNvPr id="17" name="Connector: Elbow 16">
              <a:extLst>
                <a:ext uri="{FF2B5EF4-FFF2-40B4-BE49-F238E27FC236}">
                  <a16:creationId xmlns:a16="http://schemas.microsoft.com/office/drawing/2014/main" id="{D7C3EEBE-139F-24FC-8C00-2F0643FF15B8}"/>
                </a:ext>
              </a:extLst>
            </p:cNvPr>
            <p:cNvCxnSpPr>
              <a:stCxn id="4" idx="2"/>
              <a:endCxn id="5" idx="0"/>
            </p:cNvCxnSpPr>
            <p:nvPr/>
          </p:nvCxnSpPr>
          <p:spPr>
            <a:xfrm rot="5400000">
              <a:off x="3207202" y="1052417"/>
              <a:ext cx="1197344" cy="4370705"/>
            </a:xfrm>
            <a:prstGeom prst="bentConnector3">
              <a:avLst/>
            </a:prstGeom>
            <a:ln w="63500">
              <a:solidFill>
                <a:schemeClr val="accent1">
                  <a:shade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90C1F10-AD95-5629-49FE-1BEB4D941EC8}"/>
                </a:ext>
              </a:extLst>
            </p:cNvPr>
            <p:cNvCxnSpPr>
              <a:stCxn id="4" idx="2"/>
              <a:endCxn id="12" idx="0"/>
            </p:cNvCxnSpPr>
            <p:nvPr/>
          </p:nvCxnSpPr>
          <p:spPr>
            <a:xfrm rot="16200000" flipH="1">
              <a:off x="6297429" y="2332892"/>
              <a:ext cx="1197344" cy="1809751"/>
            </a:xfrm>
            <a:prstGeom prst="bentConnector3">
              <a:avLst/>
            </a:prstGeom>
            <a:ln w="63500">
              <a:solidFill>
                <a:schemeClr val="accent1">
                  <a:shade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DD14ECC7-81F7-36D8-13A4-9D939C525599}"/>
                </a:ext>
              </a:extLst>
            </p:cNvPr>
            <p:cNvCxnSpPr>
              <a:stCxn id="4" idx="2"/>
              <a:endCxn id="11" idx="0"/>
            </p:cNvCxnSpPr>
            <p:nvPr/>
          </p:nvCxnSpPr>
          <p:spPr>
            <a:xfrm rot="5400000">
              <a:off x="4836929" y="2682144"/>
              <a:ext cx="1197344" cy="1111251"/>
            </a:xfrm>
            <a:prstGeom prst="bentConnector3">
              <a:avLst/>
            </a:prstGeom>
            <a:ln w="63500">
              <a:solidFill>
                <a:schemeClr val="accent1">
                  <a:shade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91512FD-55F9-4AC7-95AD-2C773BCD7DEE}"/>
                </a:ext>
              </a:extLst>
            </p:cNvPr>
            <p:cNvCxnSpPr>
              <a:stCxn id="4" idx="2"/>
              <a:endCxn id="13" idx="0"/>
            </p:cNvCxnSpPr>
            <p:nvPr/>
          </p:nvCxnSpPr>
          <p:spPr>
            <a:xfrm rot="16200000" flipH="1">
              <a:off x="7805553" y="824768"/>
              <a:ext cx="1197344" cy="4825999"/>
            </a:xfrm>
            <a:prstGeom prst="bentConnector3">
              <a:avLst/>
            </a:prstGeom>
            <a:ln w="63500">
              <a:solidFill>
                <a:schemeClr val="accent1">
                  <a:shade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2B2EC38-ADC6-22C9-CF5B-28FDB231F5FD}"/>
                </a:ext>
              </a:extLst>
            </p:cNvPr>
            <p:cNvSpPr txBox="1"/>
            <p:nvPr/>
          </p:nvSpPr>
          <p:spPr>
            <a:xfrm>
              <a:off x="720090" y="4172607"/>
              <a:ext cx="1767840" cy="446276"/>
            </a:xfrm>
            <a:prstGeom prst="rect">
              <a:avLst/>
            </a:prstGeom>
            <a:noFill/>
            <a:ln w="63500">
              <a:solidFill>
                <a:schemeClr val="accent1">
                  <a:shade val="50000"/>
                </a:schemeClr>
              </a:solidFill>
            </a:ln>
          </p:spPr>
          <p:txBody>
            <a:bodyPr wrap="square" rtlCol="0">
              <a:spAutoFit/>
            </a:bodyPr>
            <a:lstStyle/>
            <a:p>
              <a:r>
                <a:rPr lang="en-US" sz="2300" b="1" dirty="0">
                  <a:latin typeface="Slide"/>
                </a:rPr>
                <a:t>    Function</a:t>
              </a:r>
              <a:endParaRPr lang="en-GB" sz="2300" b="1" dirty="0">
                <a:latin typeface="Slide"/>
              </a:endParaRPr>
            </a:p>
          </p:txBody>
        </p:sp>
        <p:sp>
          <p:nvSpPr>
            <p:cNvPr id="27" name="TextBox 26">
              <a:extLst>
                <a:ext uri="{FF2B5EF4-FFF2-40B4-BE49-F238E27FC236}">
                  <a16:creationId xmlns:a16="http://schemas.microsoft.com/office/drawing/2014/main" id="{874C6009-574A-7067-7113-B4215683B4F4}"/>
                </a:ext>
              </a:extLst>
            </p:cNvPr>
            <p:cNvSpPr txBox="1"/>
            <p:nvPr/>
          </p:nvSpPr>
          <p:spPr>
            <a:xfrm>
              <a:off x="3996054" y="4150311"/>
              <a:ext cx="1767840" cy="446276"/>
            </a:xfrm>
            <a:prstGeom prst="rect">
              <a:avLst/>
            </a:prstGeom>
            <a:noFill/>
            <a:ln w="63500">
              <a:solidFill>
                <a:schemeClr val="accent1">
                  <a:shade val="50000"/>
                </a:schemeClr>
              </a:solidFill>
            </a:ln>
          </p:spPr>
          <p:txBody>
            <a:bodyPr wrap="square" rtlCol="0">
              <a:spAutoFit/>
            </a:bodyPr>
            <a:lstStyle/>
            <a:p>
              <a:r>
                <a:rPr lang="en-US" sz="2300" b="1" dirty="0">
                  <a:latin typeface="Slide"/>
                </a:rPr>
                <a:t>   Consumer</a:t>
              </a:r>
              <a:endParaRPr lang="en-GB" sz="2300" b="1" dirty="0">
                <a:latin typeface="Slide"/>
              </a:endParaRPr>
            </a:p>
          </p:txBody>
        </p:sp>
        <p:sp>
          <p:nvSpPr>
            <p:cNvPr id="28" name="TextBox 27">
              <a:extLst>
                <a:ext uri="{FF2B5EF4-FFF2-40B4-BE49-F238E27FC236}">
                  <a16:creationId xmlns:a16="http://schemas.microsoft.com/office/drawing/2014/main" id="{A240507C-2250-E906-190A-4402297283F4}"/>
                </a:ext>
              </a:extLst>
            </p:cNvPr>
            <p:cNvSpPr txBox="1"/>
            <p:nvPr/>
          </p:nvSpPr>
          <p:spPr>
            <a:xfrm>
              <a:off x="6917056" y="4172607"/>
              <a:ext cx="1767840" cy="446276"/>
            </a:xfrm>
            <a:prstGeom prst="rect">
              <a:avLst/>
            </a:prstGeom>
            <a:noFill/>
            <a:ln w="63500">
              <a:solidFill>
                <a:schemeClr val="accent1">
                  <a:shade val="50000"/>
                </a:schemeClr>
              </a:solidFill>
            </a:ln>
          </p:spPr>
          <p:txBody>
            <a:bodyPr wrap="square" rtlCol="0">
              <a:spAutoFit/>
            </a:bodyPr>
            <a:lstStyle/>
            <a:p>
              <a:r>
                <a:rPr lang="en-US" sz="2300" b="1" dirty="0">
                  <a:latin typeface="Slide"/>
                </a:rPr>
                <a:t>  Predicate</a:t>
              </a:r>
              <a:endParaRPr lang="en-GB" sz="2300" b="1" dirty="0">
                <a:latin typeface="Slide"/>
              </a:endParaRPr>
            </a:p>
          </p:txBody>
        </p:sp>
        <p:sp>
          <p:nvSpPr>
            <p:cNvPr id="29" name="TextBox 28">
              <a:extLst>
                <a:ext uri="{FF2B5EF4-FFF2-40B4-BE49-F238E27FC236}">
                  <a16:creationId xmlns:a16="http://schemas.microsoft.com/office/drawing/2014/main" id="{C720C3F3-D889-34BB-D4F4-A0AE1CC48907}"/>
                </a:ext>
              </a:extLst>
            </p:cNvPr>
            <p:cNvSpPr txBox="1"/>
            <p:nvPr/>
          </p:nvSpPr>
          <p:spPr>
            <a:xfrm>
              <a:off x="9933304" y="4143642"/>
              <a:ext cx="1767840" cy="446276"/>
            </a:xfrm>
            <a:prstGeom prst="rect">
              <a:avLst/>
            </a:prstGeom>
            <a:noFill/>
            <a:ln w="63500">
              <a:solidFill>
                <a:schemeClr val="accent1">
                  <a:shade val="50000"/>
                </a:schemeClr>
              </a:solidFill>
            </a:ln>
          </p:spPr>
          <p:txBody>
            <a:bodyPr wrap="square" rtlCol="0">
              <a:spAutoFit/>
            </a:bodyPr>
            <a:lstStyle/>
            <a:p>
              <a:r>
                <a:rPr lang="en-US" sz="2300" b="1" dirty="0">
                  <a:latin typeface="Slide"/>
                </a:rPr>
                <a:t>    Supplier</a:t>
              </a:r>
              <a:endParaRPr lang="en-GB" sz="2300" b="1" dirty="0">
                <a:latin typeface="Slide"/>
              </a:endParaRPr>
            </a:p>
          </p:txBody>
        </p:sp>
      </p:grpSp>
      <p:sp>
        <p:nvSpPr>
          <p:cNvPr id="3" name="Rectangle 2">
            <a:extLst>
              <a:ext uri="{FF2B5EF4-FFF2-40B4-BE49-F238E27FC236}">
                <a16:creationId xmlns:a16="http://schemas.microsoft.com/office/drawing/2014/main" id="{BF3BECC8-3942-97EF-13AD-3AFA9AD3F96E}"/>
              </a:ext>
            </a:extLst>
          </p:cNvPr>
          <p:cNvSpPr/>
          <p:nvPr/>
        </p:nvSpPr>
        <p:spPr>
          <a:xfrm>
            <a:off x="9148446" y="1090296"/>
            <a:ext cx="2183129" cy="175589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900" dirty="0">
                <a:solidFill>
                  <a:schemeClr val="tx1"/>
                </a:solidFill>
                <a:latin typeface="Slide"/>
              </a:rPr>
              <a:t>Few Others Are:- </a:t>
            </a:r>
          </a:p>
          <a:p>
            <a:pPr marL="342900" indent="-342900">
              <a:buAutoNum type="arabicPeriod"/>
            </a:pPr>
            <a:r>
              <a:rPr lang="en-GB" sz="1900" b="1" i="0" dirty="0">
                <a:solidFill>
                  <a:schemeClr val="tx1"/>
                </a:solidFill>
                <a:effectLst/>
                <a:latin typeface="Slide"/>
              </a:rPr>
              <a:t>Comparator</a:t>
            </a:r>
            <a:endParaRPr lang="en-US" sz="1900" b="1" i="0" dirty="0">
              <a:solidFill>
                <a:schemeClr val="tx1"/>
              </a:solidFill>
              <a:effectLst/>
              <a:latin typeface="Slide"/>
            </a:endParaRPr>
          </a:p>
          <a:p>
            <a:pPr marL="342900" indent="-342900">
              <a:buAutoNum type="arabicPeriod"/>
            </a:pPr>
            <a:r>
              <a:rPr lang="en-GB" sz="1900" b="1" i="0" dirty="0">
                <a:solidFill>
                  <a:schemeClr val="tx1"/>
                </a:solidFill>
                <a:effectLst/>
                <a:latin typeface="Slide"/>
              </a:rPr>
              <a:t>Runnable</a:t>
            </a:r>
            <a:endParaRPr lang="en-US" sz="1900" b="1" dirty="0">
              <a:solidFill>
                <a:schemeClr val="tx1"/>
              </a:solidFill>
              <a:latin typeface="Slide"/>
            </a:endParaRPr>
          </a:p>
          <a:p>
            <a:pPr marL="342900" indent="-342900">
              <a:buAutoNum type="arabicPeriod"/>
            </a:pPr>
            <a:r>
              <a:rPr lang="en-GB" sz="1900" b="1" i="0" dirty="0">
                <a:solidFill>
                  <a:schemeClr val="tx1"/>
                </a:solidFill>
                <a:effectLst/>
                <a:latin typeface="Slide"/>
              </a:rPr>
              <a:t>Callable</a:t>
            </a:r>
            <a:endParaRPr lang="en-US" sz="1900" b="1" i="0" dirty="0">
              <a:solidFill>
                <a:schemeClr val="tx1"/>
              </a:solidFill>
              <a:effectLst/>
              <a:latin typeface="Slide"/>
            </a:endParaRPr>
          </a:p>
          <a:p>
            <a:pPr marL="342900" indent="-342900">
              <a:buAutoNum type="arabicPeriod"/>
            </a:pPr>
            <a:r>
              <a:rPr lang="en-GB" sz="1900" b="1" i="0" dirty="0">
                <a:solidFill>
                  <a:schemeClr val="tx1"/>
                </a:solidFill>
                <a:effectLst/>
                <a:latin typeface="Slide"/>
              </a:rPr>
              <a:t>Future</a:t>
            </a:r>
            <a:endParaRPr lang="en-GB" sz="1900" dirty="0">
              <a:solidFill>
                <a:schemeClr val="tx1"/>
              </a:solidFill>
              <a:latin typeface="Slide"/>
            </a:endParaRPr>
          </a:p>
        </p:txBody>
      </p:sp>
    </p:spTree>
    <p:extLst>
      <p:ext uri="{BB962C8B-B14F-4D97-AF65-F5344CB8AC3E}">
        <p14:creationId xmlns:p14="http://schemas.microsoft.com/office/powerpoint/2010/main" val="1500752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8B38-7E75-D3EB-69FF-4A854B1B6F07}"/>
              </a:ext>
            </a:extLst>
          </p:cNvPr>
          <p:cNvSpPr>
            <a:spLocks noGrp="1"/>
          </p:cNvSpPr>
          <p:nvPr>
            <p:ph type="title"/>
          </p:nvPr>
        </p:nvSpPr>
        <p:spPr>
          <a:xfrm>
            <a:off x="838200" y="365126"/>
            <a:ext cx="10515600" cy="749300"/>
          </a:xfrm>
        </p:spPr>
        <p:txBody>
          <a:bodyPr>
            <a:normAutofit/>
          </a:bodyPr>
          <a:lstStyle/>
          <a:p>
            <a:r>
              <a:rPr lang="en-US" sz="3600" dirty="0">
                <a:latin typeface="+mn-lt"/>
              </a:rPr>
              <a:t>Predefined Functional Interfaces example:</a:t>
            </a:r>
            <a:endParaRPr lang="en-GB" sz="3600" dirty="0">
              <a:latin typeface="+mn-lt"/>
            </a:endParaRPr>
          </a:p>
        </p:txBody>
      </p:sp>
      <p:sp>
        <p:nvSpPr>
          <p:cNvPr id="3" name="Content Placeholder 2">
            <a:extLst>
              <a:ext uri="{FF2B5EF4-FFF2-40B4-BE49-F238E27FC236}">
                <a16:creationId xmlns:a16="http://schemas.microsoft.com/office/drawing/2014/main" id="{27659EDB-2E94-A184-DAE3-8F258222C2A0}"/>
              </a:ext>
            </a:extLst>
          </p:cNvPr>
          <p:cNvSpPr>
            <a:spLocks noGrp="1"/>
          </p:cNvSpPr>
          <p:nvPr>
            <p:ph idx="1"/>
          </p:nvPr>
        </p:nvSpPr>
        <p:spPr>
          <a:xfrm>
            <a:off x="838200" y="1212352"/>
            <a:ext cx="10627760" cy="4964612"/>
          </a:xfrm>
        </p:spPr>
        <p:txBody>
          <a:bodyPr>
            <a:noAutofit/>
          </a:bodyPr>
          <a:lstStyle/>
          <a:p>
            <a:pPr marL="0" indent="0">
              <a:buNone/>
            </a:pPr>
            <a:r>
              <a:rPr lang="en-US" sz="2400" dirty="0">
                <a:latin typeface="+mn-lt"/>
              </a:rPr>
              <a:t>Package – </a:t>
            </a:r>
            <a:r>
              <a:rPr lang="en-US" sz="2400" dirty="0" err="1">
                <a:latin typeface="+mn-lt"/>
              </a:rPr>
              <a:t>java.util.function</a:t>
            </a:r>
            <a:r>
              <a:rPr lang="en-US" sz="2400" dirty="0">
                <a:latin typeface="+mn-lt"/>
              </a:rPr>
              <a:t> is introduced</a:t>
            </a:r>
          </a:p>
          <a:p>
            <a:pPr marL="0" indent="0">
              <a:buNone/>
            </a:pPr>
            <a:r>
              <a:rPr lang="en-US" sz="2400" b="0" i="1" dirty="0">
                <a:effectLst/>
                <a:latin typeface="+mn-lt"/>
              </a:rPr>
              <a:t>Functional interfaces</a:t>
            </a:r>
            <a:r>
              <a:rPr lang="en-US" sz="2400" b="0" i="0" dirty="0">
                <a:effectLst/>
                <a:latin typeface="+mn-lt"/>
              </a:rPr>
              <a:t> provide target types for lambda expressions and method references.</a:t>
            </a:r>
          </a:p>
          <a:p>
            <a:pPr marL="0" indent="0">
              <a:buNone/>
            </a:pPr>
            <a:r>
              <a:rPr lang="en-GB" sz="2400" dirty="0">
                <a:latin typeface="+mn-lt"/>
              </a:rPr>
              <a:t>Some of the frequently used predefined interfaces:</a:t>
            </a:r>
          </a:p>
          <a:p>
            <a:pPr marL="514350" indent="-514350">
              <a:buAutoNum type="arabicPeriod"/>
            </a:pPr>
            <a:r>
              <a:rPr lang="en-GB" sz="2400" dirty="0">
                <a:latin typeface="+mn-lt"/>
              </a:rPr>
              <a:t>Function &lt;T,R&gt; -&gt; </a:t>
            </a:r>
            <a:r>
              <a:rPr lang="en-US" sz="2400" b="0" i="0" dirty="0">
                <a:effectLst/>
                <a:latin typeface="+mn-lt"/>
              </a:rPr>
              <a:t>Represents a function that accepts one argument and produces a result. </a:t>
            </a:r>
          </a:p>
          <a:p>
            <a:pPr marL="514350" indent="-514350">
              <a:buAutoNum type="arabicPeriod"/>
            </a:pPr>
            <a:r>
              <a:rPr lang="en-US" sz="2400" dirty="0">
                <a:latin typeface="+mn-lt"/>
              </a:rPr>
              <a:t>Consumer&lt;T&gt; -&gt; </a:t>
            </a:r>
            <a:r>
              <a:rPr lang="en-US" sz="2400" b="0" i="0" dirty="0">
                <a:effectLst/>
                <a:latin typeface="+mn-lt"/>
              </a:rPr>
              <a:t>Represents an operation that accepts a single input argument and returns no result. For e.g., </a:t>
            </a:r>
            <a:r>
              <a:rPr lang="en-US" sz="2400" dirty="0">
                <a:latin typeface="+mn-lt"/>
              </a:rPr>
              <a:t>this function simply accepts a string and prints it</a:t>
            </a:r>
          </a:p>
          <a:p>
            <a:pPr marL="514350" indent="-514350">
              <a:buAutoNum type="arabicPeriod"/>
            </a:pPr>
            <a:r>
              <a:rPr lang="en-US" sz="2400" b="0" i="0" dirty="0">
                <a:effectLst/>
                <a:latin typeface="+mn-lt"/>
              </a:rPr>
              <a:t>Supplier&lt;T&gt; -&gt; Represents a supplier of results.</a:t>
            </a:r>
          </a:p>
          <a:p>
            <a:pPr marL="514350" indent="-514350">
              <a:buAutoNum type="arabicPeriod"/>
            </a:pPr>
            <a:r>
              <a:rPr lang="en-GB" sz="2400" dirty="0">
                <a:latin typeface="+mn-lt"/>
              </a:rPr>
              <a:t>Predicate</a:t>
            </a:r>
            <a:r>
              <a:rPr lang="en-GB" sz="2400" b="0" i="0" dirty="0">
                <a:effectLst/>
                <a:latin typeface="+mn-lt"/>
              </a:rPr>
              <a:t>&lt;T&gt;</a:t>
            </a:r>
            <a:r>
              <a:rPr lang="en-US" sz="2400" b="0" i="0" dirty="0">
                <a:effectLst/>
                <a:latin typeface="+mn-lt"/>
              </a:rPr>
              <a:t>Represents a predicate (</a:t>
            </a:r>
            <a:r>
              <a:rPr lang="en-US" sz="2400" b="0" i="0" dirty="0" err="1">
                <a:effectLst/>
                <a:latin typeface="+mn-lt"/>
              </a:rPr>
              <a:t>boolean</a:t>
            </a:r>
            <a:r>
              <a:rPr lang="en-US" sz="2400" b="0" i="0" dirty="0">
                <a:effectLst/>
                <a:latin typeface="+mn-lt"/>
              </a:rPr>
              <a:t>-valued function) of one argument.</a:t>
            </a:r>
          </a:p>
          <a:p>
            <a:pPr marL="0" indent="0">
              <a:buNone/>
            </a:pPr>
            <a:r>
              <a:rPr lang="en-US" sz="2000" b="0" i="0" dirty="0">
                <a:effectLst/>
              </a:rPr>
              <a:t> </a:t>
            </a:r>
          </a:p>
          <a:p>
            <a:pPr marL="0" indent="0">
              <a:buNone/>
            </a:pPr>
            <a:endParaRPr lang="en-GB" sz="2000" dirty="0"/>
          </a:p>
        </p:txBody>
      </p:sp>
    </p:spTree>
    <p:extLst>
      <p:ext uri="{BB962C8B-B14F-4D97-AF65-F5344CB8AC3E}">
        <p14:creationId xmlns:p14="http://schemas.microsoft.com/office/powerpoint/2010/main" val="2915317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E2427A-B655-27F8-B2B2-7D2D3B1BF400}"/>
              </a:ext>
            </a:extLst>
          </p:cNvPr>
          <p:cNvSpPr txBox="1">
            <a:spLocks/>
          </p:cNvSpPr>
          <p:nvPr/>
        </p:nvSpPr>
        <p:spPr>
          <a:xfrm>
            <a:off x="922578" y="2781000"/>
            <a:ext cx="10001249" cy="648000"/>
          </a:xfrm>
          <a:prstGeom prst="rect">
            <a:avLst/>
          </a:prstGeom>
        </p:spPr>
        <p:txBody>
          <a:bodyPr vert="horz" lIns="91440" tIns="45720" rIns="91440" bIns="45720" rtlCol="0" anchor="ctr">
            <a:normAutofit/>
          </a:bodyPr>
          <a:lstStyle>
            <a:lvl1pPr algn="l" defTabSz="914400" rtl="0" eaLnBrk="1" latinLnBrk="0" hangingPunct="1">
              <a:lnSpc>
                <a:spcPts val="4063"/>
              </a:lnSpc>
              <a:spcBef>
                <a:spcPct val="0"/>
              </a:spcBef>
              <a:buNone/>
              <a:defRPr sz="3413" kern="1200">
                <a:solidFill>
                  <a:schemeClr val="tx1"/>
                </a:solidFill>
                <a:latin typeface="+mj-lt"/>
                <a:ea typeface="+mj-ea"/>
                <a:cs typeface="+mj-cs"/>
              </a:defRPr>
            </a:lvl1pPr>
          </a:lstStyle>
          <a:p>
            <a:pPr algn="ctr"/>
            <a:r>
              <a:rPr lang="en-US" sz="3600" b="1" dirty="0">
                <a:solidFill>
                  <a:schemeClr val="tx1">
                    <a:lumMod val="50000"/>
                  </a:schemeClr>
                </a:solidFill>
                <a:latin typeface="Calibri" panose="020F0502020204030204" pitchFamily="34" charset="0"/>
                <a:cs typeface="Calibri" panose="020F0502020204030204" pitchFamily="34" charset="0"/>
              </a:rPr>
              <a:t>Lambda Expression</a:t>
            </a:r>
            <a:endParaRPr lang="en-GB" sz="3600" b="1"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5579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8B38-7E75-D3EB-69FF-4A854B1B6F07}"/>
              </a:ext>
            </a:extLst>
          </p:cNvPr>
          <p:cNvSpPr>
            <a:spLocks noGrp="1"/>
          </p:cNvSpPr>
          <p:nvPr>
            <p:ph type="title"/>
          </p:nvPr>
        </p:nvSpPr>
        <p:spPr>
          <a:xfrm>
            <a:off x="694362" y="529938"/>
            <a:ext cx="10515600" cy="749300"/>
          </a:xfrm>
        </p:spPr>
        <p:txBody>
          <a:bodyPr>
            <a:noAutofit/>
          </a:bodyPr>
          <a:lstStyle/>
          <a:p>
            <a:r>
              <a:rPr lang="en-US" sz="3600" b="1" dirty="0">
                <a:latin typeface="+mn-lt"/>
              </a:rPr>
              <a:t>Lambda Expression to implement Functional Interface</a:t>
            </a:r>
            <a:endParaRPr lang="en-GB" sz="3600" b="1" dirty="0">
              <a:latin typeface="+mn-lt"/>
            </a:endParaRPr>
          </a:p>
        </p:txBody>
      </p:sp>
      <p:sp>
        <p:nvSpPr>
          <p:cNvPr id="6" name="TextBox 5">
            <a:extLst>
              <a:ext uri="{FF2B5EF4-FFF2-40B4-BE49-F238E27FC236}">
                <a16:creationId xmlns:a16="http://schemas.microsoft.com/office/drawing/2014/main" id="{C3CE9F71-A0DE-BB42-146B-0CDBD443282B}"/>
              </a:ext>
            </a:extLst>
          </p:cNvPr>
          <p:cNvSpPr txBox="1"/>
          <p:nvPr/>
        </p:nvSpPr>
        <p:spPr>
          <a:xfrm>
            <a:off x="869022" y="1459230"/>
            <a:ext cx="8886825" cy="3939540"/>
          </a:xfrm>
          <a:prstGeom prst="rect">
            <a:avLst/>
          </a:prstGeom>
          <a:noFill/>
        </p:spPr>
        <p:txBody>
          <a:bodyPr wrap="square">
            <a:spAutoFit/>
          </a:bodyPr>
          <a:lstStyle/>
          <a:p>
            <a:pPr marL="342900" indent="-342900">
              <a:buFont typeface="Arial" panose="020B0604020202020204" pitchFamily="34" charset="0"/>
              <a:buChar char="•"/>
            </a:pPr>
            <a:r>
              <a:rPr lang="en-US" sz="2400" b="0" i="0" dirty="0">
                <a:effectLst/>
              </a:rPr>
              <a:t>Lambda expression provides implementation of </a:t>
            </a:r>
            <a:r>
              <a:rPr lang="en-US" sz="2400" b="0" i="1" dirty="0">
                <a:effectLst/>
              </a:rPr>
              <a:t>functional interface</a:t>
            </a:r>
            <a:r>
              <a:rPr lang="en-US" sz="2400" b="0" i="0" dirty="0">
                <a:effectLst/>
              </a:rPr>
              <a:t>.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0" i="0" dirty="0">
                <a:effectLst/>
              </a:rPr>
              <a:t>An interface which has only one abstract method is called functional interface.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0" i="0" dirty="0">
                <a:effectLst/>
              </a:rPr>
              <a:t>Java provides an annotation @</a:t>
            </a:r>
            <a:r>
              <a:rPr lang="en-US" sz="2400" b="0" i="1" dirty="0">
                <a:effectLst/>
              </a:rPr>
              <a:t>FunctionalInterface</a:t>
            </a:r>
            <a:r>
              <a:rPr lang="en-US" sz="2400" b="0" i="0" dirty="0">
                <a:effectLst/>
              </a:rPr>
              <a:t>, which is used to declare an interface as functional interface.</a:t>
            </a:r>
          </a:p>
          <a:p>
            <a:endParaRPr lang="en-US" sz="2500" dirty="0">
              <a:latin typeface="Slide"/>
            </a:endParaRPr>
          </a:p>
          <a:p>
            <a:endParaRPr lang="en-GB" sz="2500" dirty="0">
              <a:latin typeface="Slide"/>
            </a:endParaRPr>
          </a:p>
        </p:txBody>
      </p:sp>
    </p:spTree>
    <p:extLst>
      <p:ext uri="{BB962C8B-B14F-4D97-AF65-F5344CB8AC3E}">
        <p14:creationId xmlns:p14="http://schemas.microsoft.com/office/powerpoint/2010/main" val="292725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E88A-F246-261E-FE80-4F175C268508}"/>
              </a:ext>
            </a:extLst>
          </p:cNvPr>
          <p:cNvSpPr>
            <a:spLocks noGrp="1"/>
          </p:cNvSpPr>
          <p:nvPr>
            <p:ph type="title"/>
          </p:nvPr>
        </p:nvSpPr>
        <p:spPr>
          <a:xfrm>
            <a:off x="771524" y="336551"/>
            <a:ext cx="10515600" cy="739775"/>
          </a:xfrm>
        </p:spPr>
        <p:txBody>
          <a:bodyPr>
            <a:noAutofit/>
          </a:bodyPr>
          <a:lstStyle/>
          <a:p>
            <a:br>
              <a:rPr lang="en-GB" sz="3600" b="0" i="0" dirty="0">
                <a:solidFill>
                  <a:srgbClr val="610B38"/>
                </a:solidFill>
                <a:effectLst/>
                <a:latin typeface="+mn-lt"/>
              </a:rPr>
            </a:br>
            <a:br>
              <a:rPr lang="en-GB" sz="3600" b="0" i="0" dirty="0">
                <a:solidFill>
                  <a:srgbClr val="610B38"/>
                </a:solidFill>
                <a:effectLst/>
                <a:latin typeface="+mn-lt"/>
              </a:rPr>
            </a:br>
            <a:r>
              <a:rPr lang="en-GB" sz="3600" dirty="0">
                <a:latin typeface="+mn-lt"/>
              </a:rPr>
              <a:t>Lambda</a:t>
            </a:r>
            <a:r>
              <a:rPr lang="en-GB" sz="3600" b="0" i="0" dirty="0">
                <a:solidFill>
                  <a:srgbClr val="610B38"/>
                </a:solidFill>
                <a:effectLst/>
                <a:latin typeface="+mn-lt"/>
              </a:rPr>
              <a:t> </a:t>
            </a:r>
            <a:r>
              <a:rPr lang="en-GB" sz="3600" dirty="0">
                <a:latin typeface="+mn-lt"/>
              </a:rPr>
              <a:t>Expressions</a:t>
            </a:r>
            <a:br>
              <a:rPr lang="en-GB" sz="3600" b="0" i="0" dirty="0">
                <a:solidFill>
                  <a:srgbClr val="610B38"/>
                </a:solidFill>
                <a:effectLst/>
                <a:latin typeface="+mn-lt"/>
              </a:rPr>
            </a:br>
            <a:br>
              <a:rPr lang="en-GB" sz="3600" b="0" i="0" dirty="0">
                <a:solidFill>
                  <a:srgbClr val="610B38"/>
                </a:solidFill>
                <a:effectLst/>
                <a:latin typeface="+mn-lt"/>
              </a:rPr>
            </a:br>
            <a:endParaRPr lang="en-GB" sz="3600" dirty="0">
              <a:latin typeface="+mn-lt"/>
            </a:endParaRPr>
          </a:p>
        </p:txBody>
      </p:sp>
      <p:sp>
        <p:nvSpPr>
          <p:cNvPr id="3" name="Content Placeholder 2">
            <a:extLst>
              <a:ext uri="{FF2B5EF4-FFF2-40B4-BE49-F238E27FC236}">
                <a16:creationId xmlns:a16="http://schemas.microsoft.com/office/drawing/2014/main" id="{4370A86F-4A05-11EF-D44D-FF500BCC01EB}"/>
              </a:ext>
            </a:extLst>
          </p:cNvPr>
          <p:cNvSpPr>
            <a:spLocks noGrp="1"/>
          </p:cNvSpPr>
          <p:nvPr>
            <p:ph idx="1"/>
          </p:nvPr>
        </p:nvSpPr>
        <p:spPr>
          <a:xfrm>
            <a:off x="914399" y="1238251"/>
            <a:ext cx="9763125" cy="3952874"/>
          </a:xfrm>
        </p:spPr>
        <p:txBody>
          <a:bodyPr>
            <a:normAutofit/>
          </a:bodyPr>
          <a:lstStyle/>
          <a:p>
            <a:r>
              <a:rPr lang="en-US" sz="2400" dirty="0">
                <a:latin typeface="+mn-lt"/>
              </a:rPr>
              <a:t>Lambda expression is an anonymous function. It’s a function without name and does not belong to any class</a:t>
            </a:r>
          </a:p>
          <a:p>
            <a:r>
              <a:rPr lang="en-US" sz="2400" dirty="0">
                <a:latin typeface="+mn-lt"/>
              </a:rPr>
              <a:t>It is mainly used to implement functional interfaces</a:t>
            </a:r>
          </a:p>
          <a:p>
            <a:r>
              <a:rPr lang="en-US" sz="2400" dirty="0">
                <a:latin typeface="+mn-lt"/>
              </a:rPr>
              <a:t>Lambdas are functions that exist in isolation. They don’t depend on any class for their visibility/usability  </a:t>
            </a:r>
          </a:p>
          <a:p>
            <a:r>
              <a:rPr lang="en-US" sz="2400" dirty="0">
                <a:latin typeface="+mn-lt"/>
              </a:rPr>
              <a:t>Lambda Expression Syntax includes –</a:t>
            </a:r>
          </a:p>
          <a:p>
            <a:pPr marL="0" indent="0">
              <a:buNone/>
            </a:pPr>
            <a:r>
              <a:rPr lang="en-US" sz="2000" dirty="0"/>
              <a:t>		</a:t>
            </a:r>
          </a:p>
          <a:p>
            <a:pPr marL="0" indent="0">
              <a:buNone/>
            </a:pPr>
            <a:r>
              <a:rPr lang="en-US" sz="2000" dirty="0"/>
              <a:t>	</a:t>
            </a:r>
            <a:endParaRPr lang="en-GB" sz="2000" dirty="0"/>
          </a:p>
        </p:txBody>
      </p:sp>
      <p:grpSp>
        <p:nvGrpSpPr>
          <p:cNvPr id="8" name="Group 7">
            <a:extLst>
              <a:ext uri="{FF2B5EF4-FFF2-40B4-BE49-F238E27FC236}">
                <a16:creationId xmlns:a16="http://schemas.microsoft.com/office/drawing/2014/main" id="{15AA61F5-65D6-4540-5BC9-1D3F4B3F95F9}"/>
              </a:ext>
            </a:extLst>
          </p:cNvPr>
          <p:cNvGrpSpPr/>
          <p:nvPr/>
        </p:nvGrpSpPr>
        <p:grpSpPr>
          <a:xfrm>
            <a:off x="2728911" y="4167187"/>
            <a:ext cx="6134100" cy="2047875"/>
            <a:chOff x="2143125" y="4029074"/>
            <a:chExt cx="6134100" cy="2047875"/>
          </a:xfrm>
        </p:grpSpPr>
        <p:sp>
          <p:nvSpPr>
            <p:cNvPr id="4" name="Rectangle 3">
              <a:extLst>
                <a:ext uri="{FF2B5EF4-FFF2-40B4-BE49-F238E27FC236}">
                  <a16:creationId xmlns:a16="http://schemas.microsoft.com/office/drawing/2014/main" id="{046A3D8D-568A-828C-20FC-34F05DB3703F}"/>
                </a:ext>
              </a:extLst>
            </p:cNvPr>
            <p:cNvSpPr/>
            <p:nvPr/>
          </p:nvSpPr>
          <p:spPr>
            <a:xfrm>
              <a:off x="2143125" y="4029074"/>
              <a:ext cx="6134100" cy="20478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solidFill>
                    <a:schemeClr val="tx1"/>
                  </a:solidFill>
                </a:rPr>
                <a:t>  ()          -&gt;             {}</a:t>
              </a:r>
            </a:p>
            <a:p>
              <a:pPr algn="ctr"/>
              <a:endParaRPr lang="en-US" sz="4500" dirty="0">
                <a:solidFill>
                  <a:schemeClr val="tx1"/>
                </a:solidFill>
              </a:endParaRPr>
            </a:p>
            <a:p>
              <a:pPr algn="ctr"/>
              <a:endParaRPr lang="en-GB" sz="4500" dirty="0">
                <a:solidFill>
                  <a:schemeClr val="tx1"/>
                </a:solidFill>
              </a:endParaRPr>
            </a:p>
          </p:txBody>
        </p:sp>
        <p:sp>
          <p:nvSpPr>
            <p:cNvPr id="5" name="Rectangle 4">
              <a:extLst>
                <a:ext uri="{FF2B5EF4-FFF2-40B4-BE49-F238E27FC236}">
                  <a16:creationId xmlns:a16="http://schemas.microsoft.com/office/drawing/2014/main" id="{FB201592-9547-00C0-63B7-19A9A2B91603}"/>
                </a:ext>
              </a:extLst>
            </p:cNvPr>
            <p:cNvSpPr/>
            <p:nvPr/>
          </p:nvSpPr>
          <p:spPr>
            <a:xfrm>
              <a:off x="2286001" y="4895850"/>
              <a:ext cx="1828800" cy="590550"/>
            </a:xfrm>
            <a:prstGeom prst="rect">
              <a:avLst/>
            </a:prstGeom>
            <a:ln w="3492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Lambda Input Parameters</a:t>
              </a:r>
              <a:endParaRPr lang="en-GB" dirty="0"/>
            </a:p>
          </p:txBody>
        </p:sp>
        <p:sp>
          <p:nvSpPr>
            <p:cNvPr id="6" name="Rectangle 5">
              <a:extLst>
                <a:ext uri="{FF2B5EF4-FFF2-40B4-BE49-F238E27FC236}">
                  <a16:creationId xmlns:a16="http://schemas.microsoft.com/office/drawing/2014/main" id="{E35942EB-6C7E-C290-0964-FC87954FBB22}"/>
                </a:ext>
              </a:extLst>
            </p:cNvPr>
            <p:cNvSpPr/>
            <p:nvPr/>
          </p:nvSpPr>
          <p:spPr>
            <a:xfrm>
              <a:off x="4443412" y="4895849"/>
              <a:ext cx="1828800" cy="885825"/>
            </a:xfrm>
            <a:prstGeom prst="rect">
              <a:avLst/>
            </a:prstGeom>
            <a:ln w="34925">
              <a:solidFill>
                <a:schemeClr val="accent6">
                  <a:alpha val="93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Arrow (Denoting Lambda)</a:t>
              </a:r>
              <a:endParaRPr lang="en-GB" dirty="0"/>
            </a:p>
          </p:txBody>
        </p:sp>
        <p:sp>
          <p:nvSpPr>
            <p:cNvPr id="7" name="Rectangle 6">
              <a:extLst>
                <a:ext uri="{FF2B5EF4-FFF2-40B4-BE49-F238E27FC236}">
                  <a16:creationId xmlns:a16="http://schemas.microsoft.com/office/drawing/2014/main" id="{1D615069-F519-196F-4015-8C90DE7618BD}"/>
                </a:ext>
              </a:extLst>
            </p:cNvPr>
            <p:cNvSpPr/>
            <p:nvPr/>
          </p:nvSpPr>
          <p:spPr>
            <a:xfrm>
              <a:off x="6610351" y="4857750"/>
              <a:ext cx="1557340" cy="590550"/>
            </a:xfrm>
            <a:prstGeom prst="rect">
              <a:avLst/>
            </a:prstGeom>
            <a:ln w="3492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Lambda Body</a:t>
              </a:r>
              <a:endParaRPr lang="en-GB" dirty="0"/>
            </a:p>
          </p:txBody>
        </p:sp>
      </p:grpSp>
    </p:spTree>
    <p:extLst>
      <p:ext uri="{BB962C8B-B14F-4D97-AF65-F5344CB8AC3E}">
        <p14:creationId xmlns:p14="http://schemas.microsoft.com/office/powerpoint/2010/main" val="1728353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5CFC-DC86-60F9-A904-420DC5DD4D70}"/>
              </a:ext>
            </a:extLst>
          </p:cNvPr>
          <p:cNvSpPr>
            <a:spLocks noGrp="1"/>
          </p:cNvSpPr>
          <p:nvPr>
            <p:ph type="title"/>
          </p:nvPr>
        </p:nvSpPr>
        <p:spPr>
          <a:xfrm>
            <a:off x="838200" y="393700"/>
            <a:ext cx="10515600" cy="854075"/>
          </a:xfrm>
        </p:spPr>
        <p:txBody>
          <a:bodyPr>
            <a:normAutofit/>
          </a:bodyPr>
          <a:lstStyle/>
          <a:p>
            <a:r>
              <a:rPr lang="en-US" sz="3600" dirty="0">
                <a:latin typeface="+mn-lt"/>
              </a:rPr>
              <a:t>Why Lambdas?</a:t>
            </a:r>
            <a:endParaRPr lang="en-GB" sz="3600" dirty="0">
              <a:latin typeface="+mn-lt"/>
            </a:endParaRPr>
          </a:p>
        </p:txBody>
      </p:sp>
      <p:sp>
        <p:nvSpPr>
          <p:cNvPr id="3" name="Content Placeholder 2">
            <a:extLst>
              <a:ext uri="{FF2B5EF4-FFF2-40B4-BE49-F238E27FC236}">
                <a16:creationId xmlns:a16="http://schemas.microsoft.com/office/drawing/2014/main" id="{E5B23787-0D6D-03F7-7AA7-7235DF079D1B}"/>
              </a:ext>
            </a:extLst>
          </p:cNvPr>
          <p:cNvSpPr>
            <a:spLocks noGrp="1"/>
          </p:cNvSpPr>
          <p:nvPr>
            <p:ph idx="1"/>
          </p:nvPr>
        </p:nvSpPr>
        <p:spPr>
          <a:xfrm>
            <a:off x="838200" y="1495425"/>
            <a:ext cx="10515600" cy="4681538"/>
          </a:xfrm>
        </p:spPr>
        <p:txBody>
          <a:bodyPr>
            <a:normAutofit/>
          </a:bodyPr>
          <a:lstStyle/>
          <a:p>
            <a:r>
              <a:rPr lang="en-US" sz="2000" dirty="0"/>
              <a:t>Enables functional programming also known as a paradigm shift– we are used to writing object oriented programs in java</a:t>
            </a:r>
          </a:p>
          <a:p>
            <a:r>
              <a:rPr lang="en-US" sz="2000" dirty="0"/>
              <a:t>Readable and concise code – eliminates some boiler plate code in certain scenarios</a:t>
            </a:r>
          </a:p>
          <a:p>
            <a:r>
              <a:rPr lang="en-US" sz="2000" dirty="0"/>
              <a:t>Easier-to-use APIs and libraries</a:t>
            </a:r>
          </a:p>
          <a:p>
            <a:r>
              <a:rPr lang="en-US" sz="2000" dirty="0"/>
              <a:t>Enables support for parallel processing - </a:t>
            </a:r>
            <a:r>
              <a:rPr lang="en-US" sz="2000" b="0" i="0" dirty="0">
                <a:effectLst/>
                <a:latin typeface="Google Sans"/>
              </a:rPr>
              <a:t>Parallel processing is a method in computing of running two or more processors (CPUs) to handle separate parts of an overall task. Breaking up different parts of a task among multiple processors will help reduce the amount of time to run a program.</a:t>
            </a:r>
            <a:r>
              <a:rPr lang="en-US" sz="2000" dirty="0"/>
              <a:t> </a:t>
            </a:r>
          </a:p>
          <a:p>
            <a:endParaRPr lang="en-GB" sz="2000" dirty="0"/>
          </a:p>
        </p:txBody>
      </p:sp>
    </p:spTree>
    <p:extLst>
      <p:ext uri="{BB962C8B-B14F-4D97-AF65-F5344CB8AC3E}">
        <p14:creationId xmlns:p14="http://schemas.microsoft.com/office/powerpoint/2010/main" val="1627982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1D09-1227-3D1A-241E-78E8A377747D}"/>
              </a:ext>
            </a:extLst>
          </p:cNvPr>
          <p:cNvSpPr>
            <a:spLocks noGrp="1"/>
          </p:cNvSpPr>
          <p:nvPr>
            <p:ph type="title"/>
          </p:nvPr>
        </p:nvSpPr>
        <p:spPr>
          <a:xfrm>
            <a:off x="838200" y="141921"/>
            <a:ext cx="10515600" cy="844550"/>
          </a:xfrm>
        </p:spPr>
        <p:txBody>
          <a:bodyPr>
            <a:normAutofit/>
          </a:bodyPr>
          <a:lstStyle/>
          <a:p>
            <a:r>
              <a:rPr lang="en-US" sz="3600" dirty="0">
                <a:latin typeface="+mn-lt"/>
              </a:rPr>
              <a:t>Lambda vs </a:t>
            </a:r>
            <a:r>
              <a:rPr lang="en-US" sz="3600" dirty="0">
                <a:solidFill>
                  <a:srgbClr val="C00000"/>
                </a:solidFill>
                <a:latin typeface="+mn-lt"/>
              </a:rPr>
              <a:t>Method</a:t>
            </a:r>
            <a:endParaRPr lang="en-GB" sz="3600" dirty="0">
              <a:solidFill>
                <a:srgbClr val="C00000"/>
              </a:solidFill>
              <a:latin typeface="+mn-lt"/>
            </a:endParaRPr>
          </a:p>
        </p:txBody>
      </p:sp>
      <p:sp>
        <p:nvSpPr>
          <p:cNvPr id="3" name="Content Placeholder 2">
            <a:extLst>
              <a:ext uri="{FF2B5EF4-FFF2-40B4-BE49-F238E27FC236}">
                <a16:creationId xmlns:a16="http://schemas.microsoft.com/office/drawing/2014/main" id="{23447ABA-82EB-11B7-6EB3-88C890EB60F2}"/>
              </a:ext>
            </a:extLst>
          </p:cNvPr>
          <p:cNvSpPr>
            <a:spLocks noGrp="1"/>
          </p:cNvSpPr>
          <p:nvPr>
            <p:ph idx="1"/>
          </p:nvPr>
        </p:nvSpPr>
        <p:spPr>
          <a:xfrm>
            <a:off x="838200" y="1438275"/>
            <a:ext cx="10515600" cy="4738688"/>
          </a:xfrm>
        </p:spPr>
        <p:txBody>
          <a:bodyPr>
            <a:normAutofit/>
          </a:bodyPr>
          <a:lstStyle/>
          <a:p>
            <a:pPr marL="0" indent="0">
              <a:buNone/>
            </a:pPr>
            <a:r>
              <a:rPr lang="en-US" sz="2000" dirty="0"/>
              <a:t>Method is always belongs to a class or object in Java where as Lambda does not belong to any class or object</a:t>
            </a:r>
          </a:p>
          <a:p>
            <a:pPr marL="0" indent="0">
              <a:buNone/>
            </a:pPr>
            <a:endParaRPr lang="en-US" sz="2000" dirty="0"/>
          </a:p>
          <a:p>
            <a:pPr marL="0" indent="0">
              <a:buNone/>
            </a:pPr>
            <a:r>
              <a:rPr lang="en-US" sz="2000" dirty="0"/>
              <a:t>Method has the main parts :</a:t>
            </a:r>
          </a:p>
          <a:p>
            <a:pPr>
              <a:buFontTx/>
              <a:buChar char="-"/>
            </a:pPr>
            <a:r>
              <a:rPr lang="en-US" sz="2000" dirty="0"/>
              <a:t>Name</a:t>
            </a:r>
          </a:p>
          <a:p>
            <a:pPr>
              <a:buFontTx/>
              <a:buChar char="-"/>
            </a:pPr>
            <a:r>
              <a:rPr lang="en-US" sz="2000" dirty="0"/>
              <a:t>Parameter List</a:t>
            </a:r>
          </a:p>
          <a:p>
            <a:pPr>
              <a:buFontTx/>
              <a:buChar char="-"/>
            </a:pPr>
            <a:r>
              <a:rPr lang="en-US" sz="2000" dirty="0"/>
              <a:t>Body</a:t>
            </a:r>
          </a:p>
          <a:p>
            <a:pPr>
              <a:buFontTx/>
              <a:buChar char="-"/>
            </a:pPr>
            <a:r>
              <a:rPr lang="en-US" sz="2000" dirty="0"/>
              <a:t>Return Type</a:t>
            </a:r>
            <a:endParaRPr lang="en-GB" sz="2000" dirty="0"/>
          </a:p>
        </p:txBody>
      </p:sp>
      <p:pic>
        <p:nvPicPr>
          <p:cNvPr id="5" name="Picture 4">
            <a:extLst>
              <a:ext uri="{FF2B5EF4-FFF2-40B4-BE49-F238E27FC236}">
                <a16:creationId xmlns:a16="http://schemas.microsoft.com/office/drawing/2014/main" id="{23BA5143-CB3F-FE59-6904-E7BA43057A51}"/>
              </a:ext>
            </a:extLst>
          </p:cNvPr>
          <p:cNvPicPr>
            <a:picLocks noChangeAspect="1"/>
          </p:cNvPicPr>
          <p:nvPr/>
        </p:nvPicPr>
        <p:blipFill>
          <a:blip r:embed="rId2"/>
          <a:stretch>
            <a:fillRect/>
          </a:stretch>
        </p:blipFill>
        <p:spPr>
          <a:xfrm>
            <a:off x="3768002" y="4574540"/>
            <a:ext cx="7920374" cy="1351280"/>
          </a:xfrm>
          <a:prstGeom prst="rect">
            <a:avLst/>
          </a:prstGeom>
        </p:spPr>
      </p:pic>
      <p:sp>
        <p:nvSpPr>
          <p:cNvPr id="6" name="Rectangle 5">
            <a:extLst>
              <a:ext uri="{FF2B5EF4-FFF2-40B4-BE49-F238E27FC236}">
                <a16:creationId xmlns:a16="http://schemas.microsoft.com/office/drawing/2014/main" id="{087E9C41-93D8-AAC3-76BE-456D11BFA19A}"/>
              </a:ext>
            </a:extLst>
          </p:cNvPr>
          <p:cNvSpPr/>
          <p:nvPr/>
        </p:nvSpPr>
        <p:spPr>
          <a:xfrm>
            <a:off x="4714240" y="3949702"/>
            <a:ext cx="1696720" cy="487680"/>
          </a:xfrm>
          <a:prstGeom prst="rect">
            <a:avLst/>
          </a:prstGeom>
          <a:solidFill>
            <a:srgbClr val="C000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Type</a:t>
            </a:r>
            <a:endParaRPr lang="en-GB" dirty="0"/>
          </a:p>
        </p:txBody>
      </p:sp>
      <p:sp>
        <p:nvSpPr>
          <p:cNvPr id="7" name="Rectangle 6">
            <a:extLst>
              <a:ext uri="{FF2B5EF4-FFF2-40B4-BE49-F238E27FC236}">
                <a16:creationId xmlns:a16="http://schemas.microsoft.com/office/drawing/2014/main" id="{37FD2224-5F61-60E7-CDC7-CDD6E4EC0512}"/>
              </a:ext>
            </a:extLst>
          </p:cNvPr>
          <p:cNvSpPr/>
          <p:nvPr/>
        </p:nvSpPr>
        <p:spPr>
          <a:xfrm>
            <a:off x="6239510" y="3048000"/>
            <a:ext cx="1696720" cy="487680"/>
          </a:xfrm>
          <a:prstGeom prst="rect">
            <a:avLst/>
          </a:prstGeom>
          <a:solidFill>
            <a:srgbClr val="C0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Name</a:t>
            </a:r>
            <a:endParaRPr lang="en-GB" dirty="0"/>
          </a:p>
        </p:txBody>
      </p:sp>
      <p:sp>
        <p:nvSpPr>
          <p:cNvPr id="8" name="Rectangle 7">
            <a:extLst>
              <a:ext uri="{FF2B5EF4-FFF2-40B4-BE49-F238E27FC236}">
                <a16:creationId xmlns:a16="http://schemas.microsoft.com/office/drawing/2014/main" id="{243544F0-D03F-1827-BD06-7865381AF6C2}"/>
              </a:ext>
            </a:extLst>
          </p:cNvPr>
          <p:cNvSpPr/>
          <p:nvPr/>
        </p:nvSpPr>
        <p:spPr>
          <a:xfrm>
            <a:off x="8553132" y="3535680"/>
            <a:ext cx="1696720" cy="487680"/>
          </a:xfrm>
          <a:prstGeom prst="rect">
            <a:avLst/>
          </a:prstGeom>
          <a:solidFill>
            <a:srgbClr val="C000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Parameter List</a:t>
            </a:r>
            <a:endParaRPr lang="en-GB" dirty="0"/>
          </a:p>
        </p:txBody>
      </p:sp>
      <p:cxnSp>
        <p:nvCxnSpPr>
          <p:cNvPr id="10" name="Straight Arrow Connector 9">
            <a:extLst>
              <a:ext uri="{FF2B5EF4-FFF2-40B4-BE49-F238E27FC236}">
                <a16:creationId xmlns:a16="http://schemas.microsoft.com/office/drawing/2014/main" id="{7064D4B3-2C5E-7D90-F480-18E066B14768}"/>
              </a:ext>
            </a:extLst>
          </p:cNvPr>
          <p:cNvCxnSpPr>
            <a:stCxn id="6" idx="2"/>
          </p:cNvCxnSpPr>
          <p:nvPr/>
        </p:nvCxnSpPr>
        <p:spPr>
          <a:xfrm>
            <a:off x="5562600" y="4437382"/>
            <a:ext cx="0" cy="458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2BD3BF6-F1B3-7847-AEB6-F5371AA96293}"/>
              </a:ext>
            </a:extLst>
          </p:cNvPr>
          <p:cNvCxnSpPr>
            <a:stCxn id="7" idx="2"/>
          </p:cNvCxnSpPr>
          <p:nvPr/>
        </p:nvCxnSpPr>
        <p:spPr>
          <a:xfrm flipH="1">
            <a:off x="7077075" y="3535680"/>
            <a:ext cx="10795" cy="122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C4783D-C1EE-13D1-04D4-7517866E1907}"/>
              </a:ext>
            </a:extLst>
          </p:cNvPr>
          <p:cNvCxnSpPr>
            <a:cxnSpLocks/>
            <a:stCxn id="8" idx="2"/>
          </p:cNvCxnSpPr>
          <p:nvPr/>
        </p:nvCxnSpPr>
        <p:spPr>
          <a:xfrm>
            <a:off x="9401492" y="4023360"/>
            <a:ext cx="0" cy="805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3A8E131-25B4-081C-4C39-B87043F293CA}"/>
              </a:ext>
            </a:extLst>
          </p:cNvPr>
          <p:cNvSpPr/>
          <p:nvPr/>
        </p:nvSpPr>
        <p:spPr>
          <a:xfrm>
            <a:off x="9173210" y="5234308"/>
            <a:ext cx="1696720" cy="487680"/>
          </a:xfrm>
          <a:prstGeom prst="rect">
            <a:avLst/>
          </a:prstGeom>
          <a:solidFill>
            <a:srgbClr val="C000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Body</a:t>
            </a:r>
            <a:endParaRPr lang="en-GB" dirty="0"/>
          </a:p>
        </p:txBody>
      </p:sp>
      <p:cxnSp>
        <p:nvCxnSpPr>
          <p:cNvPr id="18" name="Straight Arrow Connector 17">
            <a:extLst>
              <a:ext uri="{FF2B5EF4-FFF2-40B4-BE49-F238E27FC236}">
                <a16:creationId xmlns:a16="http://schemas.microsoft.com/office/drawing/2014/main" id="{707635C4-935C-8700-7934-E184E472002A}"/>
              </a:ext>
            </a:extLst>
          </p:cNvPr>
          <p:cNvCxnSpPr>
            <a:cxnSpLocks/>
          </p:cNvCxnSpPr>
          <p:nvPr/>
        </p:nvCxnSpPr>
        <p:spPr>
          <a:xfrm flipH="1">
            <a:off x="7515225" y="5478148"/>
            <a:ext cx="16579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420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1D09-1227-3D1A-241E-78E8A377747D}"/>
              </a:ext>
            </a:extLst>
          </p:cNvPr>
          <p:cNvSpPr>
            <a:spLocks noGrp="1"/>
          </p:cNvSpPr>
          <p:nvPr>
            <p:ph type="title"/>
          </p:nvPr>
        </p:nvSpPr>
        <p:spPr>
          <a:xfrm>
            <a:off x="771525" y="196850"/>
            <a:ext cx="10515600" cy="844550"/>
          </a:xfrm>
        </p:spPr>
        <p:txBody>
          <a:bodyPr>
            <a:normAutofit/>
          </a:bodyPr>
          <a:lstStyle/>
          <a:p>
            <a:r>
              <a:rPr lang="en-US" sz="3600" dirty="0">
                <a:solidFill>
                  <a:srgbClr val="C00000"/>
                </a:solidFill>
                <a:latin typeface="+mn-lt"/>
              </a:rPr>
              <a:t>Lambda</a:t>
            </a:r>
            <a:r>
              <a:rPr lang="en-US" sz="3600" dirty="0">
                <a:latin typeface="+mn-lt"/>
              </a:rPr>
              <a:t> vs Method</a:t>
            </a:r>
            <a:endParaRPr lang="en-GB" sz="3600" dirty="0">
              <a:latin typeface="+mn-lt"/>
            </a:endParaRPr>
          </a:p>
        </p:txBody>
      </p:sp>
      <p:sp>
        <p:nvSpPr>
          <p:cNvPr id="3" name="Content Placeholder 2">
            <a:extLst>
              <a:ext uri="{FF2B5EF4-FFF2-40B4-BE49-F238E27FC236}">
                <a16:creationId xmlns:a16="http://schemas.microsoft.com/office/drawing/2014/main" id="{23447ABA-82EB-11B7-6EB3-88C890EB60F2}"/>
              </a:ext>
            </a:extLst>
          </p:cNvPr>
          <p:cNvSpPr>
            <a:spLocks noGrp="1"/>
          </p:cNvSpPr>
          <p:nvPr>
            <p:ph idx="1"/>
          </p:nvPr>
        </p:nvSpPr>
        <p:spPr>
          <a:xfrm>
            <a:off x="771525" y="942974"/>
            <a:ext cx="10515600" cy="5087955"/>
          </a:xfrm>
        </p:spPr>
        <p:txBody>
          <a:bodyPr>
            <a:noAutofit/>
          </a:bodyPr>
          <a:lstStyle/>
          <a:p>
            <a:pPr marL="0" indent="0">
              <a:buNone/>
            </a:pPr>
            <a:r>
              <a:rPr lang="en-US" sz="2000" dirty="0">
                <a:latin typeface="+mn-lt"/>
              </a:rPr>
              <a:t>Lambda expression in Java has these main parts:</a:t>
            </a:r>
          </a:p>
          <a:p>
            <a:pPr marL="0" indent="0">
              <a:buNone/>
            </a:pPr>
            <a:endParaRPr lang="en-US" sz="2000" dirty="0">
              <a:latin typeface="+mn-lt"/>
            </a:endParaRPr>
          </a:p>
          <a:p>
            <a:pPr marL="0" indent="0">
              <a:buNone/>
            </a:pPr>
            <a:endParaRPr lang="en-US" sz="2000" dirty="0">
              <a:latin typeface="+mn-lt"/>
            </a:endParaRPr>
          </a:p>
          <a:p>
            <a:pPr marL="0" indent="0">
              <a:buNone/>
            </a:pPr>
            <a:r>
              <a:rPr lang="en-US" sz="2000" dirty="0">
                <a:latin typeface="+mn-lt"/>
              </a:rPr>
              <a:t>Do’s:- </a:t>
            </a:r>
          </a:p>
          <a:p>
            <a:pPr>
              <a:buFontTx/>
              <a:buChar char="-"/>
            </a:pPr>
            <a:r>
              <a:rPr lang="en-US" sz="2000" dirty="0">
                <a:latin typeface="+mn-lt"/>
              </a:rPr>
              <a:t>Parameter List</a:t>
            </a:r>
          </a:p>
          <a:p>
            <a:pPr>
              <a:buFontTx/>
              <a:buChar char="-"/>
            </a:pPr>
            <a:r>
              <a:rPr lang="en-US" sz="2000" dirty="0">
                <a:latin typeface="+mn-lt"/>
              </a:rPr>
              <a:t>Body – This is the main part of the function</a:t>
            </a:r>
          </a:p>
          <a:p>
            <a:pPr marL="0" indent="0">
              <a:buNone/>
            </a:pPr>
            <a:r>
              <a:rPr lang="en-US" sz="2000" dirty="0">
                <a:latin typeface="+mn-lt"/>
              </a:rPr>
              <a:t>Don’t:-</a:t>
            </a:r>
          </a:p>
          <a:p>
            <a:pPr>
              <a:buFontTx/>
              <a:buChar char="-"/>
            </a:pPr>
            <a:r>
              <a:rPr lang="en-US" sz="2000" dirty="0">
                <a:latin typeface="+mn-lt"/>
              </a:rPr>
              <a:t>No Name – As Lambda is an anonymous function so no need to have a name</a:t>
            </a:r>
          </a:p>
          <a:p>
            <a:pPr>
              <a:buFontTx/>
              <a:buChar char="-"/>
            </a:pPr>
            <a:r>
              <a:rPr lang="en-US" sz="2000" dirty="0">
                <a:latin typeface="+mn-lt"/>
              </a:rPr>
              <a:t>No Access Modifier –  modifiers makes sense in methods, classes and objects, hence no modifier</a:t>
            </a:r>
          </a:p>
          <a:p>
            <a:pPr>
              <a:buFontTx/>
              <a:buChar char="-"/>
            </a:pPr>
            <a:r>
              <a:rPr lang="en-US" sz="2000" dirty="0">
                <a:latin typeface="+mn-lt"/>
              </a:rPr>
              <a:t>No Return Type – No need to mention the return type in the lambda expression. The Java 8+ compiler infers the return type by checking the code</a:t>
            </a:r>
          </a:p>
          <a:p>
            <a:pPr marL="0" indent="0">
              <a:buNone/>
            </a:pPr>
            <a:endParaRPr lang="en-US" sz="2000" dirty="0"/>
          </a:p>
          <a:p>
            <a:pPr marL="0" indent="0">
              <a:buNone/>
            </a:pPr>
            <a:endParaRPr lang="en-GB" sz="2000" dirty="0"/>
          </a:p>
        </p:txBody>
      </p:sp>
      <p:grpSp>
        <p:nvGrpSpPr>
          <p:cNvPr id="8" name="Group 7">
            <a:extLst>
              <a:ext uri="{FF2B5EF4-FFF2-40B4-BE49-F238E27FC236}">
                <a16:creationId xmlns:a16="http://schemas.microsoft.com/office/drawing/2014/main" id="{8747D5D8-1F33-30B7-5B0A-5217D33A4DE0}"/>
              </a:ext>
            </a:extLst>
          </p:cNvPr>
          <p:cNvGrpSpPr/>
          <p:nvPr/>
        </p:nvGrpSpPr>
        <p:grpSpPr>
          <a:xfrm>
            <a:off x="3417464" y="1309687"/>
            <a:ext cx="8045873" cy="1852929"/>
            <a:chOff x="2350664" y="3942082"/>
            <a:chExt cx="8045873" cy="1852929"/>
          </a:xfrm>
        </p:grpSpPr>
        <p:pic>
          <p:nvPicPr>
            <p:cNvPr id="5" name="Picture 4">
              <a:extLst>
                <a:ext uri="{FF2B5EF4-FFF2-40B4-BE49-F238E27FC236}">
                  <a16:creationId xmlns:a16="http://schemas.microsoft.com/office/drawing/2014/main" id="{94C154E6-26A5-F224-BDFC-0BF0F1088270}"/>
                </a:ext>
              </a:extLst>
            </p:cNvPr>
            <p:cNvPicPr>
              <a:picLocks noChangeAspect="1"/>
            </p:cNvPicPr>
            <p:nvPr/>
          </p:nvPicPr>
          <p:blipFill>
            <a:blip r:embed="rId2"/>
            <a:stretch>
              <a:fillRect/>
            </a:stretch>
          </p:blipFill>
          <p:spPr>
            <a:xfrm>
              <a:off x="2350664" y="4826637"/>
              <a:ext cx="8045873" cy="968374"/>
            </a:xfrm>
            <a:prstGeom prst="rect">
              <a:avLst/>
            </a:prstGeom>
          </p:spPr>
        </p:pic>
        <p:grpSp>
          <p:nvGrpSpPr>
            <p:cNvPr id="4" name="Group 3">
              <a:extLst>
                <a:ext uri="{FF2B5EF4-FFF2-40B4-BE49-F238E27FC236}">
                  <a16:creationId xmlns:a16="http://schemas.microsoft.com/office/drawing/2014/main" id="{A0A26872-E471-30AA-5178-F71E3660F187}"/>
                </a:ext>
              </a:extLst>
            </p:cNvPr>
            <p:cNvGrpSpPr/>
            <p:nvPr/>
          </p:nvGrpSpPr>
          <p:grpSpPr>
            <a:xfrm>
              <a:off x="5619750" y="3942082"/>
              <a:ext cx="4259580" cy="1191893"/>
              <a:chOff x="5886450" y="4846957"/>
              <a:chExt cx="4259580" cy="1191893"/>
            </a:xfrm>
          </p:grpSpPr>
          <p:sp>
            <p:nvSpPr>
              <p:cNvPr id="6" name="Rectangle 5">
                <a:extLst>
                  <a:ext uri="{FF2B5EF4-FFF2-40B4-BE49-F238E27FC236}">
                    <a16:creationId xmlns:a16="http://schemas.microsoft.com/office/drawing/2014/main" id="{04164284-730F-E306-E355-DE179A9C2621}"/>
                  </a:ext>
                </a:extLst>
              </p:cNvPr>
              <p:cNvSpPr/>
              <p:nvPr/>
            </p:nvSpPr>
            <p:spPr>
              <a:xfrm>
                <a:off x="5886450" y="4846957"/>
                <a:ext cx="1696720" cy="487680"/>
              </a:xfrm>
              <a:prstGeom prst="rect">
                <a:avLst/>
              </a:prstGeom>
              <a:solidFill>
                <a:srgbClr val="C00000"/>
              </a:solidFill>
              <a:ln w="349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Parameter List</a:t>
                </a:r>
                <a:endParaRPr lang="en-GB" dirty="0"/>
              </a:p>
            </p:txBody>
          </p:sp>
          <p:sp>
            <p:nvSpPr>
              <p:cNvPr id="7" name="Rectangle 6">
                <a:extLst>
                  <a:ext uri="{FF2B5EF4-FFF2-40B4-BE49-F238E27FC236}">
                    <a16:creationId xmlns:a16="http://schemas.microsoft.com/office/drawing/2014/main" id="{0FC411CB-7352-8243-5D60-B37C8C56B608}"/>
                  </a:ext>
                </a:extLst>
              </p:cNvPr>
              <p:cNvSpPr/>
              <p:nvPr/>
            </p:nvSpPr>
            <p:spPr>
              <a:xfrm>
                <a:off x="8449310" y="5090797"/>
                <a:ext cx="1696720" cy="487680"/>
              </a:xfrm>
              <a:prstGeom prst="rect">
                <a:avLst/>
              </a:prstGeom>
              <a:solidFill>
                <a:srgbClr val="C000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Body</a:t>
                </a:r>
                <a:endParaRPr lang="en-GB" dirty="0"/>
              </a:p>
            </p:txBody>
          </p:sp>
          <p:cxnSp>
            <p:nvCxnSpPr>
              <p:cNvPr id="9" name="Straight Arrow Connector 8">
                <a:extLst>
                  <a:ext uri="{FF2B5EF4-FFF2-40B4-BE49-F238E27FC236}">
                    <a16:creationId xmlns:a16="http://schemas.microsoft.com/office/drawing/2014/main" id="{C52A0E09-13A6-9F7A-1839-5A20730F3DD3}"/>
                  </a:ext>
                </a:extLst>
              </p:cNvPr>
              <p:cNvCxnSpPr>
                <a:stCxn id="6" idx="2"/>
              </p:cNvCxnSpPr>
              <p:nvPr/>
            </p:nvCxnSpPr>
            <p:spPr>
              <a:xfrm>
                <a:off x="6734810" y="5334637"/>
                <a:ext cx="0" cy="628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76F252C-1ABD-C798-5F0C-829AA37C0878}"/>
                  </a:ext>
                </a:extLst>
              </p:cNvPr>
              <p:cNvCxnSpPr>
                <a:cxnSpLocks/>
                <a:stCxn id="7" idx="2"/>
              </p:cNvCxnSpPr>
              <p:nvPr/>
            </p:nvCxnSpPr>
            <p:spPr>
              <a:xfrm>
                <a:off x="9297670" y="5578477"/>
                <a:ext cx="0" cy="460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39716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E342-2B13-D90F-9006-C219991CB49C}"/>
              </a:ext>
            </a:extLst>
          </p:cNvPr>
          <p:cNvSpPr>
            <a:spLocks noGrp="1"/>
          </p:cNvSpPr>
          <p:nvPr>
            <p:ph type="title"/>
          </p:nvPr>
        </p:nvSpPr>
        <p:spPr>
          <a:xfrm>
            <a:off x="409575" y="262360"/>
            <a:ext cx="8753475" cy="837353"/>
          </a:xfrm>
        </p:spPr>
        <p:txBody>
          <a:bodyPr>
            <a:noAutofit/>
          </a:bodyPr>
          <a:lstStyle/>
          <a:p>
            <a:r>
              <a:rPr lang="en-US" sz="2800" dirty="0"/>
              <a:t>Lambda Expression with one small addition of -&gt;</a:t>
            </a:r>
            <a:endParaRPr lang="en-GB" sz="2800" dirty="0"/>
          </a:p>
        </p:txBody>
      </p:sp>
      <p:sp>
        <p:nvSpPr>
          <p:cNvPr id="3" name="Content Placeholder 2">
            <a:extLst>
              <a:ext uri="{FF2B5EF4-FFF2-40B4-BE49-F238E27FC236}">
                <a16:creationId xmlns:a16="http://schemas.microsoft.com/office/drawing/2014/main" id="{BE80D5BA-8FC2-6E32-B3C2-636EA3E7CA63}"/>
              </a:ext>
            </a:extLst>
          </p:cNvPr>
          <p:cNvSpPr>
            <a:spLocks noGrp="1"/>
          </p:cNvSpPr>
          <p:nvPr>
            <p:ph idx="1"/>
          </p:nvPr>
        </p:nvSpPr>
        <p:spPr>
          <a:xfrm>
            <a:off x="552450" y="1099713"/>
            <a:ext cx="6934200" cy="4738688"/>
          </a:xfrm>
        </p:spPr>
        <p:txBody>
          <a:bodyPr>
            <a:normAutofit/>
          </a:bodyPr>
          <a:lstStyle/>
          <a:p>
            <a:r>
              <a:rPr lang="en-US" sz="2400" dirty="0"/>
              <a:t>So, in order to write a Lambda expression, take a method -&gt; remove access modifier    -&gt;remove the return type and method name and you have your expression. </a:t>
            </a:r>
          </a:p>
          <a:p>
            <a:endParaRPr lang="en-US" sz="2400" dirty="0"/>
          </a:p>
          <a:p>
            <a:r>
              <a:rPr lang="en-US" sz="2400" dirty="0"/>
              <a:t>We are now able to assign the lambda expression to a variable. </a:t>
            </a:r>
          </a:p>
          <a:p>
            <a:endParaRPr lang="en-US" sz="2400" dirty="0"/>
          </a:p>
          <a:p>
            <a:r>
              <a:rPr lang="en-US" sz="2400" dirty="0"/>
              <a:t>In case we have just one body line then we can omit the braces as well. </a:t>
            </a:r>
          </a:p>
          <a:p>
            <a:endParaRPr lang="en-GB" dirty="0"/>
          </a:p>
        </p:txBody>
      </p:sp>
      <p:graphicFrame>
        <p:nvGraphicFramePr>
          <p:cNvPr id="4" name="Table 4">
            <a:extLst>
              <a:ext uri="{FF2B5EF4-FFF2-40B4-BE49-F238E27FC236}">
                <a16:creationId xmlns:a16="http://schemas.microsoft.com/office/drawing/2014/main" id="{3504A303-9467-A2F1-1A54-682EC2FE7247}"/>
              </a:ext>
            </a:extLst>
          </p:cNvPr>
          <p:cNvGraphicFramePr>
            <a:graphicFrameLocks noGrp="1"/>
          </p:cNvGraphicFramePr>
          <p:nvPr>
            <p:extLst>
              <p:ext uri="{D42A27DB-BD31-4B8C-83A1-F6EECF244321}">
                <p14:modId xmlns:p14="http://schemas.microsoft.com/office/powerpoint/2010/main" val="2311766089"/>
              </p:ext>
            </p:extLst>
          </p:nvPr>
        </p:nvGraphicFramePr>
        <p:xfrm>
          <a:off x="7562849" y="1476955"/>
          <a:ext cx="4210051" cy="1613959"/>
        </p:xfrm>
        <a:graphic>
          <a:graphicData uri="http://schemas.openxmlformats.org/drawingml/2006/table">
            <a:tbl>
              <a:tblPr firstRow="1" bandRow="1">
                <a:tableStyleId>{5C22544A-7EE6-4342-B048-85BDC9FD1C3A}</a:tableStyleId>
              </a:tblPr>
              <a:tblGrid>
                <a:gridCol w="4210051">
                  <a:extLst>
                    <a:ext uri="{9D8B030D-6E8A-4147-A177-3AD203B41FA5}">
                      <a16:colId xmlns:a16="http://schemas.microsoft.com/office/drawing/2014/main" val="2975908929"/>
                    </a:ext>
                  </a:extLst>
                </a:gridCol>
              </a:tblGrid>
              <a:tr h="1613959">
                <a:tc>
                  <a:txBody>
                    <a:bodyPr/>
                    <a:lstStyle/>
                    <a:p>
                      <a:pPr marL="0" indent="0">
                        <a:buNone/>
                      </a:pPr>
                      <a:r>
                        <a:rPr lang="en-US" dirty="0" err="1"/>
                        <a:t>aBlockOfCode</a:t>
                      </a:r>
                      <a:r>
                        <a:rPr lang="en-US" dirty="0"/>
                        <a:t> = () -&gt;</a:t>
                      </a:r>
                    </a:p>
                    <a:p>
                      <a:pPr marL="0" indent="0">
                        <a:buNone/>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err="1"/>
                        <a:t>System.out.println</a:t>
                      </a:r>
                      <a:r>
                        <a:rPr lang="en-US" dirty="0"/>
                        <a:t>(“Hello world”)</a:t>
                      </a:r>
                    </a:p>
                    <a:p>
                      <a:pPr marL="0" indent="0">
                        <a:buNone/>
                      </a:pPr>
                      <a:r>
                        <a:rPr lang="en-US" dirty="0"/>
                        <a:t>                    }</a:t>
                      </a:r>
                      <a:endParaRPr lang="en-GB" dirty="0"/>
                    </a:p>
                  </a:txBody>
                  <a:tcPr/>
                </a:tc>
                <a:extLst>
                  <a:ext uri="{0D108BD9-81ED-4DB2-BD59-A6C34878D82A}">
                    <a16:rowId xmlns:a16="http://schemas.microsoft.com/office/drawing/2014/main" val="1619091949"/>
                  </a:ext>
                </a:extLst>
              </a:tr>
            </a:tbl>
          </a:graphicData>
        </a:graphic>
      </p:graphicFrame>
      <p:graphicFrame>
        <p:nvGraphicFramePr>
          <p:cNvPr id="5" name="Table 4">
            <a:extLst>
              <a:ext uri="{FF2B5EF4-FFF2-40B4-BE49-F238E27FC236}">
                <a16:creationId xmlns:a16="http://schemas.microsoft.com/office/drawing/2014/main" id="{675949C5-42B0-9E18-209A-CB32DE1DA990}"/>
              </a:ext>
            </a:extLst>
          </p:cNvPr>
          <p:cNvGraphicFramePr>
            <a:graphicFrameLocks noGrp="1"/>
          </p:cNvGraphicFramePr>
          <p:nvPr>
            <p:extLst>
              <p:ext uri="{D42A27DB-BD31-4B8C-83A1-F6EECF244321}">
                <p14:modId xmlns:p14="http://schemas.microsoft.com/office/powerpoint/2010/main" val="3519332594"/>
              </p:ext>
            </p:extLst>
          </p:nvPr>
        </p:nvGraphicFramePr>
        <p:xfrm>
          <a:off x="7562848" y="3841458"/>
          <a:ext cx="4210051" cy="792480"/>
        </p:xfrm>
        <a:graphic>
          <a:graphicData uri="http://schemas.openxmlformats.org/drawingml/2006/table">
            <a:tbl>
              <a:tblPr firstRow="1" bandRow="1">
                <a:tableStyleId>{5C22544A-7EE6-4342-B048-85BDC9FD1C3A}</a:tableStyleId>
              </a:tblPr>
              <a:tblGrid>
                <a:gridCol w="4210051">
                  <a:extLst>
                    <a:ext uri="{9D8B030D-6E8A-4147-A177-3AD203B41FA5}">
                      <a16:colId xmlns:a16="http://schemas.microsoft.com/office/drawing/2014/main" val="2975908929"/>
                    </a:ext>
                  </a:extLst>
                </a:gridCol>
              </a:tblGrid>
              <a:tr h="777876">
                <a:tc>
                  <a:txBody>
                    <a:bodyPr/>
                    <a:lstStyle/>
                    <a:p>
                      <a:pPr marL="0" indent="0">
                        <a:buNone/>
                      </a:pPr>
                      <a:endParaRPr lang="en-US" sz="1400" dirty="0"/>
                    </a:p>
                    <a:p>
                      <a:pPr marL="0" indent="0">
                        <a:buNone/>
                      </a:pPr>
                      <a:r>
                        <a:rPr lang="en-US" sz="1400" dirty="0" err="1"/>
                        <a:t>aBlockOfCode</a:t>
                      </a:r>
                      <a:r>
                        <a:rPr lang="en-US" sz="1400" dirty="0"/>
                        <a:t> = () -&gt;</a:t>
                      </a:r>
                      <a:r>
                        <a:rPr lang="en-US" sz="1400" dirty="0" err="1"/>
                        <a:t>System.out.println</a:t>
                      </a:r>
                      <a:r>
                        <a:rPr lang="en-US" sz="1400" dirty="0"/>
                        <a:t>(“Hello world”)</a:t>
                      </a:r>
                    </a:p>
                    <a:p>
                      <a:pPr marL="0" indent="0">
                        <a:buNone/>
                      </a:pPr>
                      <a:r>
                        <a:rPr lang="en-US" dirty="0"/>
                        <a:t>                    </a:t>
                      </a:r>
                      <a:endParaRPr lang="en-GB" dirty="0"/>
                    </a:p>
                  </a:txBody>
                  <a:tcPr/>
                </a:tc>
                <a:extLst>
                  <a:ext uri="{0D108BD9-81ED-4DB2-BD59-A6C34878D82A}">
                    <a16:rowId xmlns:a16="http://schemas.microsoft.com/office/drawing/2014/main" val="1619091949"/>
                  </a:ext>
                </a:extLst>
              </a:tr>
            </a:tbl>
          </a:graphicData>
        </a:graphic>
      </p:graphicFrame>
    </p:spTree>
    <p:extLst>
      <p:ext uri="{BB962C8B-B14F-4D97-AF65-F5344CB8AC3E}">
        <p14:creationId xmlns:p14="http://schemas.microsoft.com/office/powerpoint/2010/main" val="2070684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717186-958C-19B5-C547-5FB5170AD4DD}"/>
              </a:ext>
            </a:extLst>
          </p:cNvPr>
          <p:cNvSpPr txBox="1">
            <a:spLocks/>
          </p:cNvSpPr>
          <p:nvPr/>
        </p:nvSpPr>
        <p:spPr>
          <a:xfrm>
            <a:off x="922578" y="2781000"/>
            <a:ext cx="10001249" cy="648000"/>
          </a:xfrm>
          <a:prstGeom prst="rect">
            <a:avLst/>
          </a:prstGeom>
        </p:spPr>
        <p:txBody>
          <a:bodyPr vert="horz" lIns="91440" tIns="45720" rIns="91440" bIns="45720" rtlCol="0" anchor="ctr">
            <a:normAutofit/>
          </a:bodyPr>
          <a:lstStyle>
            <a:lvl1pPr algn="l" defTabSz="914400" rtl="0" eaLnBrk="1" latinLnBrk="0" hangingPunct="1">
              <a:lnSpc>
                <a:spcPts val="4063"/>
              </a:lnSpc>
              <a:spcBef>
                <a:spcPct val="0"/>
              </a:spcBef>
              <a:buNone/>
              <a:defRPr sz="3413" kern="1200">
                <a:solidFill>
                  <a:schemeClr val="tx1"/>
                </a:solidFill>
                <a:latin typeface="+mj-lt"/>
                <a:ea typeface="+mj-ea"/>
                <a:cs typeface="+mj-cs"/>
              </a:defRPr>
            </a:lvl1pPr>
          </a:lstStyle>
          <a:p>
            <a:pPr algn="ctr"/>
            <a:r>
              <a:rPr lang="en-US" sz="3600" b="1" dirty="0">
                <a:solidFill>
                  <a:schemeClr val="tx1">
                    <a:lumMod val="50000"/>
                  </a:schemeClr>
                </a:solidFill>
                <a:latin typeface="Calibri" panose="020F0502020204030204" pitchFamily="34" charset="0"/>
                <a:cs typeface="Calibri" panose="020F0502020204030204" pitchFamily="34" charset="0"/>
              </a:rPr>
              <a:t>Different Ways to use Lambda Expressions </a:t>
            </a:r>
            <a:endParaRPr lang="en-GB" sz="3600" b="1"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8901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7AA3-E366-2161-5BEE-D24C5DD2D793}"/>
              </a:ext>
            </a:extLst>
          </p:cNvPr>
          <p:cNvSpPr>
            <a:spLocks noGrp="1"/>
          </p:cNvSpPr>
          <p:nvPr>
            <p:ph type="title"/>
          </p:nvPr>
        </p:nvSpPr>
        <p:spPr>
          <a:xfrm>
            <a:off x="561975" y="265583"/>
            <a:ext cx="10515600" cy="711200"/>
          </a:xfrm>
        </p:spPr>
        <p:txBody>
          <a:bodyPr>
            <a:normAutofit/>
          </a:bodyPr>
          <a:lstStyle/>
          <a:p>
            <a:r>
              <a:rPr lang="en-US" sz="3600" dirty="0">
                <a:latin typeface="+mn-lt"/>
              </a:rPr>
              <a:t>Lambdas with Single Parameter</a:t>
            </a:r>
            <a:endParaRPr lang="en-GB" sz="3600" dirty="0">
              <a:latin typeface="+mn-lt"/>
            </a:endParaRPr>
          </a:p>
        </p:txBody>
      </p:sp>
      <p:sp>
        <p:nvSpPr>
          <p:cNvPr id="3" name="Content Placeholder 2">
            <a:extLst>
              <a:ext uri="{FF2B5EF4-FFF2-40B4-BE49-F238E27FC236}">
                <a16:creationId xmlns:a16="http://schemas.microsoft.com/office/drawing/2014/main" id="{705379B3-35AF-0946-C1B8-87BD387D6A96}"/>
              </a:ext>
            </a:extLst>
          </p:cNvPr>
          <p:cNvSpPr>
            <a:spLocks noGrp="1"/>
          </p:cNvSpPr>
          <p:nvPr>
            <p:ph idx="1"/>
          </p:nvPr>
        </p:nvSpPr>
        <p:spPr>
          <a:xfrm>
            <a:off x="561974" y="1169511"/>
            <a:ext cx="5353381" cy="4833938"/>
          </a:xfrm>
        </p:spPr>
        <p:txBody>
          <a:bodyPr>
            <a:normAutofit fontScale="85000" lnSpcReduction="10000"/>
          </a:bodyPr>
          <a:lstStyle/>
          <a:p>
            <a:r>
              <a:rPr lang="en-US" sz="2600" dirty="0">
                <a:latin typeface="+mn-lt"/>
              </a:rPr>
              <a:t>Example: - Let us write a function that takes in a integer and returns a double of that. In Structured programming we would write it as</a:t>
            </a:r>
          </a:p>
          <a:p>
            <a:endParaRPr lang="en-US" sz="2600" dirty="0">
              <a:latin typeface="+mn-lt"/>
            </a:endParaRPr>
          </a:p>
          <a:p>
            <a:r>
              <a:rPr lang="en-US" sz="2600" dirty="0">
                <a:latin typeface="+mn-lt"/>
              </a:rPr>
              <a:t>Earlier we learnt that while using Lambda expression we can simply omit unnecessary details of code like access modifier, method name, return type. So now the same code can be written using lambda as: - </a:t>
            </a:r>
          </a:p>
          <a:p>
            <a:endParaRPr lang="en-US" sz="2600" dirty="0">
              <a:latin typeface="+mn-lt"/>
            </a:endParaRPr>
          </a:p>
          <a:p>
            <a:r>
              <a:rPr lang="en-US" sz="2600" dirty="0">
                <a:latin typeface="+mn-lt"/>
              </a:rPr>
              <a:t>If it is a single line of code we can also omit using ‘return’ keyword when not using { } braces</a:t>
            </a:r>
          </a:p>
          <a:p>
            <a:pPr marL="0" indent="0">
              <a:buNone/>
            </a:pPr>
            <a:endParaRPr lang="en-GB" dirty="0"/>
          </a:p>
        </p:txBody>
      </p:sp>
      <p:pic>
        <p:nvPicPr>
          <p:cNvPr id="5" name="Picture 4">
            <a:extLst>
              <a:ext uri="{FF2B5EF4-FFF2-40B4-BE49-F238E27FC236}">
                <a16:creationId xmlns:a16="http://schemas.microsoft.com/office/drawing/2014/main" id="{6D184C6D-8DE6-0A1E-FA5C-4D21862BD984}"/>
              </a:ext>
            </a:extLst>
          </p:cNvPr>
          <p:cNvPicPr>
            <a:picLocks noChangeAspect="1"/>
          </p:cNvPicPr>
          <p:nvPr/>
        </p:nvPicPr>
        <p:blipFill>
          <a:blip r:embed="rId2"/>
          <a:stretch>
            <a:fillRect/>
          </a:stretch>
        </p:blipFill>
        <p:spPr>
          <a:xfrm>
            <a:off x="5987553" y="1291579"/>
            <a:ext cx="5680050" cy="1095375"/>
          </a:xfrm>
          <a:prstGeom prst="rect">
            <a:avLst/>
          </a:prstGeom>
        </p:spPr>
      </p:pic>
      <p:pic>
        <p:nvPicPr>
          <p:cNvPr id="7" name="Picture 6">
            <a:extLst>
              <a:ext uri="{FF2B5EF4-FFF2-40B4-BE49-F238E27FC236}">
                <a16:creationId xmlns:a16="http://schemas.microsoft.com/office/drawing/2014/main" id="{66808B70-2B48-F134-488C-7C9D6AF93992}"/>
              </a:ext>
            </a:extLst>
          </p:cNvPr>
          <p:cNvPicPr>
            <a:picLocks noChangeAspect="1"/>
          </p:cNvPicPr>
          <p:nvPr/>
        </p:nvPicPr>
        <p:blipFill>
          <a:blip r:embed="rId3"/>
          <a:stretch>
            <a:fillRect/>
          </a:stretch>
        </p:blipFill>
        <p:spPr>
          <a:xfrm>
            <a:off x="5990566" y="3064667"/>
            <a:ext cx="5391809" cy="586259"/>
          </a:xfrm>
          <a:prstGeom prst="rect">
            <a:avLst/>
          </a:prstGeom>
        </p:spPr>
      </p:pic>
      <p:pic>
        <p:nvPicPr>
          <p:cNvPr id="9" name="Picture 8">
            <a:extLst>
              <a:ext uri="{FF2B5EF4-FFF2-40B4-BE49-F238E27FC236}">
                <a16:creationId xmlns:a16="http://schemas.microsoft.com/office/drawing/2014/main" id="{75F6FF01-C0E5-BAB1-6BD7-5C079FC747B3}"/>
              </a:ext>
            </a:extLst>
          </p:cNvPr>
          <p:cNvPicPr>
            <a:picLocks noChangeAspect="1"/>
          </p:cNvPicPr>
          <p:nvPr/>
        </p:nvPicPr>
        <p:blipFill>
          <a:blip r:embed="rId4"/>
          <a:stretch>
            <a:fillRect/>
          </a:stretch>
        </p:blipFill>
        <p:spPr>
          <a:xfrm>
            <a:off x="6276645" y="4905375"/>
            <a:ext cx="4819650" cy="776287"/>
          </a:xfrm>
          <a:prstGeom prst="rect">
            <a:avLst/>
          </a:prstGeom>
        </p:spPr>
      </p:pic>
    </p:spTree>
    <p:extLst>
      <p:ext uri="{BB962C8B-B14F-4D97-AF65-F5344CB8AC3E}">
        <p14:creationId xmlns:p14="http://schemas.microsoft.com/office/powerpoint/2010/main" val="2723879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DD61-AD09-FDA3-D128-B8E23C0F02DA}"/>
              </a:ext>
            </a:extLst>
          </p:cNvPr>
          <p:cNvSpPr>
            <a:spLocks noGrp="1"/>
          </p:cNvSpPr>
          <p:nvPr>
            <p:ph type="title"/>
          </p:nvPr>
        </p:nvSpPr>
        <p:spPr>
          <a:xfrm>
            <a:off x="676275" y="338138"/>
            <a:ext cx="10515600" cy="777875"/>
          </a:xfrm>
        </p:spPr>
        <p:txBody>
          <a:bodyPr>
            <a:normAutofit/>
          </a:bodyPr>
          <a:lstStyle/>
          <a:p>
            <a:r>
              <a:rPr lang="en-US" sz="3600" dirty="0">
                <a:latin typeface="+mn-lt"/>
              </a:rPr>
              <a:t>Lambdas with Two Parameters</a:t>
            </a:r>
            <a:endParaRPr lang="en-GB" sz="3600" dirty="0">
              <a:latin typeface="+mn-lt"/>
            </a:endParaRPr>
          </a:p>
        </p:txBody>
      </p:sp>
      <p:sp>
        <p:nvSpPr>
          <p:cNvPr id="3" name="Content Placeholder 2">
            <a:extLst>
              <a:ext uri="{FF2B5EF4-FFF2-40B4-BE49-F238E27FC236}">
                <a16:creationId xmlns:a16="http://schemas.microsoft.com/office/drawing/2014/main" id="{3B95010C-1A85-58B1-CCA3-ABCB4142CF64}"/>
              </a:ext>
            </a:extLst>
          </p:cNvPr>
          <p:cNvSpPr>
            <a:spLocks noGrp="1"/>
          </p:cNvSpPr>
          <p:nvPr>
            <p:ph idx="1"/>
          </p:nvPr>
        </p:nvSpPr>
        <p:spPr>
          <a:xfrm>
            <a:off x="800100" y="904875"/>
            <a:ext cx="9820275" cy="1200150"/>
          </a:xfrm>
        </p:spPr>
        <p:txBody>
          <a:bodyPr>
            <a:normAutofit fontScale="32500" lnSpcReduction="20000"/>
          </a:bodyPr>
          <a:lstStyle/>
          <a:p>
            <a:pPr marL="0" indent="0">
              <a:buNone/>
            </a:pPr>
            <a:endParaRPr lang="en-US" sz="2400" dirty="0"/>
          </a:p>
          <a:p>
            <a:pPr marL="0" indent="0">
              <a:buNone/>
            </a:pPr>
            <a:endParaRPr lang="en-US" sz="2400" dirty="0"/>
          </a:p>
          <a:p>
            <a:pPr marL="0" indent="0">
              <a:buNone/>
            </a:pPr>
            <a:endParaRPr lang="en-US" sz="2400" dirty="0"/>
          </a:p>
          <a:p>
            <a:pPr marL="0" indent="0">
              <a:buNone/>
            </a:pPr>
            <a:r>
              <a:rPr lang="en-US" sz="7400" dirty="0"/>
              <a:t>Example- Adding two numbers can be written as - </a:t>
            </a:r>
            <a:endParaRPr lang="en-GB" sz="7400" dirty="0"/>
          </a:p>
        </p:txBody>
      </p:sp>
      <p:pic>
        <p:nvPicPr>
          <p:cNvPr id="5" name="Picture 4">
            <a:extLst>
              <a:ext uri="{FF2B5EF4-FFF2-40B4-BE49-F238E27FC236}">
                <a16:creationId xmlns:a16="http://schemas.microsoft.com/office/drawing/2014/main" id="{D6B6F553-0328-2673-4B1E-5C031ADD842A}"/>
              </a:ext>
            </a:extLst>
          </p:cNvPr>
          <p:cNvPicPr>
            <a:picLocks noChangeAspect="1"/>
          </p:cNvPicPr>
          <p:nvPr/>
        </p:nvPicPr>
        <p:blipFill>
          <a:blip r:embed="rId2"/>
          <a:stretch>
            <a:fillRect/>
          </a:stretch>
        </p:blipFill>
        <p:spPr>
          <a:xfrm>
            <a:off x="2219324" y="2105025"/>
            <a:ext cx="5108433" cy="777875"/>
          </a:xfrm>
          <a:prstGeom prst="rect">
            <a:avLst/>
          </a:prstGeom>
        </p:spPr>
      </p:pic>
    </p:spTree>
    <p:extLst>
      <p:ext uri="{BB962C8B-B14F-4D97-AF65-F5344CB8AC3E}">
        <p14:creationId xmlns:p14="http://schemas.microsoft.com/office/powerpoint/2010/main" val="1155967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6A74-1A3D-DD4B-B98F-8E84031C1002}"/>
              </a:ext>
            </a:extLst>
          </p:cNvPr>
          <p:cNvSpPr>
            <a:spLocks noGrp="1"/>
          </p:cNvSpPr>
          <p:nvPr>
            <p:ph type="title"/>
          </p:nvPr>
        </p:nvSpPr>
        <p:spPr>
          <a:xfrm>
            <a:off x="762000" y="-3175"/>
            <a:ext cx="10515600" cy="1325563"/>
          </a:xfrm>
        </p:spPr>
        <p:txBody>
          <a:bodyPr>
            <a:normAutofit/>
          </a:bodyPr>
          <a:lstStyle/>
          <a:p>
            <a:r>
              <a:rPr lang="en-US" sz="3600" dirty="0">
                <a:latin typeface="+mn-lt"/>
              </a:rPr>
              <a:t>Simple Lambda Expression </a:t>
            </a:r>
            <a:endParaRPr lang="en-GB" sz="3600" dirty="0">
              <a:latin typeface="+mn-lt"/>
            </a:endParaRPr>
          </a:p>
        </p:txBody>
      </p:sp>
      <p:pic>
        <p:nvPicPr>
          <p:cNvPr id="6" name="Content Placeholder 5">
            <a:extLst>
              <a:ext uri="{FF2B5EF4-FFF2-40B4-BE49-F238E27FC236}">
                <a16:creationId xmlns:a16="http://schemas.microsoft.com/office/drawing/2014/main" id="{8CB950DC-BE47-A804-AA62-E2AAFEFF9CAE}"/>
              </a:ext>
            </a:extLst>
          </p:cNvPr>
          <p:cNvPicPr>
            <a:picLocks noGrp="1" noChangeAspect="1"/>
          </p:cNvPicPr>
          <p:nvPr>
            <p:ph idx="1"/>
          </p:nvPr>
        </p:nvPicPr>
        <p:blipFill>
          <a:blip r:embed="rId2"/>
          <a:stretch>
            <a:fillRect/>
          </a:stretch>
        </p:blipFill>
        <p:spPr>
          <a:xfrm>
            <a:off x="2266950" y="1293813"/>
            <a:ext cx="6457949" cy="5230812"/>
          </a:xfrm>
        </p:spPr>
      </p:pic>
    </p:spTree>
    <p:extLst>
      <p:ext uri="{BB962C8B-B14F-4D97-AF65-F5344CB8AC3E}">
        <p14:creationId xmlns:p14="http://schemas.microsoft.com/office/powerpoint/2010/main" val="131285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98D18C9-EAEB-AE06-437C-2AC080DA0E7C}"/>
              </a:ext>
            </a:extLst>
          </p:cNvPr>
          <p:cNvSpPr txBox="1">
            <a:spLocks/>
          </p:cNvSpPr>
          <p:nvPr/>
        </p:nvSpPr>
        <p:spPr>
          <a:xfrm>
            <a:off x="922578" y="2781000"/>
            <a:ext cx="10001249" cy="648000"/>
          </a:xfrm>
          <a:prstGeom prst="rect">
            <a:avLst/>
          </a:prstGeom>
        </p:spPr>
        <p:txBody>
          <a:bodyPr vert="horz" lIns="0" tIns="0" rIns="0" bIns="0" rtlCol="0" anchor="t">
            <a:noAutofit/>
          </a:bodyPr>
          <a:lstStyle>
            <a:lvl1pPr algn="l" defTabSz="742931" rtl="0" eaLnBrk="1" latinLnBrk="0" hangingPunct="1">
              <a:lnSpc>
                <a:spcPts val="4063"/>
              </a:lnSpc>
              <a:spcBef>
                <a:spcPct val="0"/>
              </a:spcBef>
              <a:buNone/>
              <a:defRPr sz="3413" b="1" kern="1200">
                <a:solidFill>
                  <a:schemeClr val="tx1"/>
                </a:solidFill>
                <a:latin typeface="+mj-lt"/>
                <a:ea typeface="+mj-ea"/>
                <a:cs typeface="Arial" panose="020B0604020202020204" pitchFamily="34" charset="0"/>
              </a:defRPr>
            </a:lvl1pPr>
          </a:lstStyle>
          <a:p>
            <a:pPr algn="ctr"/>
            <a:r>
              <a:rPr lang="en-US" sz="3600">
                <a:solidFill>
                  <a:schemeClr val="tx1">
                    <a:lumMod val="50000"/>
                  </a:schemeClr>
                </a:solidFill>
                <a:latin typeface="Calibri" panose="020F0502020204030204" pitchFamily="34" charset="0"/>
                <a:cs typeface="Calibri" panose="020F0502020204030204" pitchFamily="34" charset="0"/>
              </a:rPr>
              <a:t>Method References</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9624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8B38-7E75-D3EB-69FF-4A854B1B6F07}"/>
              </a:ext>
            </a:extLst>
          </p:cNvPr>
          <p:cNvSpPr>
            <a:spLocks noGrp="1"/>
          </p:cNvSpPr>
          <p:nvPr>
            <p:ph type="title"/>
          </p:nvPr>
        </p:nvSpPr>
        <p:spPr>
          <a:xfrm>
            <a:off x="838200" y="365126"/>
            <a:ext cx="10515600" cy="749300"/>
          </a:xfrm>
        </p:spPr>
        <p:txBody>
          <a:bodyPr/>
          <a:lstStyle/>
          <a:p>
            <a:r>
              <a:rPr lang="en-US" dirty="0">
                <a:latin typeface="Slide"/>
              </a:rPr>
              <a:t>Method References</a:t>
            </a:r>
            <a:endParaRPr lang="en-GB" dirty="0">
              <a:latin typeface="Slide"/>
            </a:endParaRPr>
          </a:p>
        </p:txBody>
      </p:sp>
      <p:sp>
        <p:nvSpPr>
          <p:cNvPr id="3" name="Content Placeholder 2">
            <a:extLst>
              <a:ext uri="{FF2B5EF4-FFF2-40B4-BE49-F238E27FC236}">
                <a16:creationId xmlns:a16="http://schemas.microsoft.com/office/drawing/2014/main" id="{27659EDB-2E94-A184-DAE3-8F258222C2A0}"/>
              </a:ext>
            </a:extLst>
          </p:cNvPr>
          <p:cNvSpPr>
            <a:spLocks noGrp="1"/>
          </p:cNvSpPr>
          <p:nvPr>
            <p:ph idx="1"/>
          </p:nvPr>
        </p:nvSpPr>
        <p:spPr>
          <a:xfrm>
            <a:off x="838200" y="1371600"/>
            <a:ext cx="10515600" cy="4805363"/>
          </a:xfrm>
        </p:spPr>
        <p:txBody>
          <a:bodyPr>
            <a:normAutofit/>
          </a:bodyPr>
          <a:lstStyle/>
          <a:p>
            <a:r>
              <a:rPr lang="en-US" sz="2400" dirty="0">
                <a:latin typeface="+mn-lt"/>
              </a:rPr>
              <a:t>Method Reference is used to refer method of the functional interface. It is a compact and easy form of a lambda expression</a:t>
            </a:r>
          </a:p>
          <a:p>
            <a:r>
              <a:rPr lang="en-US" sz="2400" dirty="0">
                <a:latin typeface="+mn-lt"/>
              </a:rPr>
              <a:t>Each time when you are using a lambda expression to just refer a method, you can replace your lambda expression with a method reference. E.g., </a:t>
            </a:r>
            <a:endParaRPr lang="en-GB" sz="2400" dirty="0">
              <a:latin typeface="+mn-lt"/>
            </a:endParaRPr>
          </a:p>
        </p:txBody>
      </p:sp>
      <p:sp>
        <p:nvSpPr>
          <p:cNvPr id="4" name="Rectangle 3">
            <a:extLst>
              <a:ext uri="{FF2B5EF4-FFF2-40B4-BE49-F238E27FC236}">
                <a16:creationId xmlns:a16="http://schemas.microsoft.com/office/drawing/2014/main" id="{79B357DD-A57D-CFD1-3A71-ADA1E02DF5EE}"/>
              </a:ext>
            </a:extLst>
          </p:cNvPr>
          <p:cNvSpPr/>
          <p:nvPr/>
        </p:nvSpPr>
        <p:spPr>
          <a:xfrm>
            <a:off x="2120900" y="3250299"/>
            <a:ext cx="6858000" cy="2316480"/>
          </a:xfrm>
          <a:prstGeom prst="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r>
              <a:rPr lang="en-GB" dirty="0"/>
              <a:t>Printable </a:t>
            </a:r>
            <a:r>
              <a:rPr lang="en-GB" dirty="0" err="1"/>
              <a:t>printableLambda</a:t>
            </a:r>
            <a:r>
              <a:rPr lang="en-GB" dirty="0"/>
              <a:t> = (String </a:t>
            </a:r>
            <a:r>
              <a:rPr lang="en-GB" dirty="0" err="1"/>
              <a:t>msg</a:t>
            </a:r>
            <a:r>
              <a:rPr lang="en-GB" dirty="0"/>
              <a:t>) -&gt; </a:t>
            </a:r>
            <a:r>
              <a:rPr lang="en-GB" dirty="0" err="1"/>
              <a:t>System.out.println</a:t>
            </a:r>
            <a:r>
              <a:rPr lang="en-GB" dirty="0"/>
              <a:t>(</a:t>
            </a:r>
            <a:r>
              <a:rPr lang="en-GB" dirty="0" err="1"/>
              <a:t>msg</a:t>
            </a:r>
            <a:r>
              <a:rPr lang="en-GB" dirty="0"/>
              <a:t>) </a:t>
            </a:r>
            <a:r>
              <a:rPr lang="en-GB" dirty="0" err="1"/>
              <a:t>printableLambda.print</a:t>
            </a:r>
            <a:r>
              <a:rPr lang="en-GB" dirty="0"/>
              <a:t>("Hello");</a:t>
            </a:r>
          </a:p>
          <a:p>
            <a:r>
              <a:rPr lang="en-GB" dirty="0"/>
              <a:t>		</a:t>
            </a:r>
          </a:p>
          <a:p>
            <a:r>
              <a:rPr lang="en-GB" dirty="0"/>
              <a:t>Printable </a:t>
            </a:r>
            <a:r>
              <a:rPr lang="en-GB" dirty="0" err="1"/>
              <a:t>printable</a:t>
            </a:r>
            <a:r>
              <a:rPr lang="en-GB" dirty="0"/>
              <a:t> = </a:t>
            </a:r>
            <a:r>
              <a:rPr lang="en-GB" dirty="0" err="1"/>
              <a:t>System.out</a:t>
            </a:r>
            <a:r>
              <a:rPr lang="en-GB" dirty="0"/>
              <a:t>::</a:t>
            </a:r>
            <a:r>
              <a:rPr lang="en-GB" dirty="0" err="1"/>
              <a:t>println</a:t>
            </a:r>
            <a:r>
              <a:rPr lang="en-GB" dirty="0"/>
              <a:t>;</a:t>
            </a:r>
          </a:p>
          <a:p>
            <a:r>
              <a:rPr lang="en-GB" dirty="0" err="1"/>
              <a:t>printable.print</a:t>
            </a:r>
            <a:r>
              <a:rPr lang="en-GB" dirty="0"/>
              <a:t>("Hello");</a:t>
            </a:r>
          </a:p>
        </p:txBody>
      </p:sp>
    </p:spTree>
    <p:extLst>
      <p:ext uri="{BB962C8B-B14F-4D97-AF65-F5344CB8AC3E}">
        <p14:creationId xmlns:p14="http://schemas.microsoft.com/office/powerpoint/2010/main" val="2475092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8B38-7E75-D3EB-69FF-4A854B1B6F07}"/>
              </a:ext>
            </a:extLst>
          </p:cNvPr>
          <p:cNvSpPr>
            <a:spLocks noGrp="1"/>
          </p:cNvSpPr>
          <p:nvPr>
            <p:ph type="title"/>
          </p:nvPr>
        </p:nvSpPr>
        <p:spPr>
          <a:xfrm>
            <a:off x="838200" y="365126"/>
            <a:ext cx="10515600" cy="749300"/>
          </a:xfrm>
        </p:spPr>
        <p:txBody>
          <a:bodyPr>
            <a:normAutofit/>
          </a:bodyPr>
          <a:lstStyle/>
          <a:p>
            <a:r>
              <a:rPr lang="en-US" sz="3600" dirty="0">
                <a:latin typeface="+mn-lt"/>
              </a:rPr>
              <a:t>Types of Method References</a:t>
            </a:r>
            <a:endParaRPr lang="en-GB" sz="3600" dirty="0">
              <a:latin typeface="+mn-lt"/>
            </a:endParaRPr>
          </a:p>
        </p:txBody>
      </p:sp>
      <p:sp>
        <p:nvSpPr>
          <p:cNvPr id="3" name="Content Placeholder 2">
            <a:extLst>
              <a:ext uri="{FF2B5EF4-FFF2-40B4-BE49-F238E27FC236}">
                <a16:creationId xmlns:a16="http://schemas.microsoft.com/office/drawing/2014/main" id="{27659EDB-2E94-A184-DAE3-8F258222C2A0}"/>
              </a:ext>
            </a:extLst>
          </p:cNvPr>
          <p:cNvSpPr>
            <a:spLocks noGrp="1"/>
          </p:cNvSpPr>
          <p:nvPr>
            <p:ph idx="1"/>
          </p:nvPr>
        </p:nvSpPr>
        <p:spPr>
          <a:xfrm>
            <a:off x="838200" y="1376097"/>
            <a:ext cx="11151742" cy="4805363"/>
          </a:xfrm>
        </p:spPr>
        <p:txBody>
          <a:bodyPr>
            <a:noAutofit/>
          </a:bodyPr>
          <a:lstStyle/>
          <a:p>
            <a:pPr marL="0" indent="0">
              <a:buNone/>
            </a:pPr>
            <a:r>
              <a:rPr lang="en-US" sz="2000" dirty="0">
                <a:latin typeface="+mn-lt"/>
              </a:rPr>
              <a:t>There are four types of method references in Java:</a:t>
            </a:r>
          </a:p>
          <a:p>
            <a:pPr marL="514350" indent="-514350">
              <a:buAutoNum type="arabicPeriod"/>
            </a:pPr>
            <a:r>
              <a:rPr lang="en-US" sz="2000" dirty="0">
                <a:latin typeface="+mn-lt"/>
              </a:rPr>
              <a:t>Reference to static method </a:t>
            </a:r>
          </a:p>
          <a:p>
            <a:pPr lvl="2">
              <a:buFont typeface="Wingdings" panose="05000000000000000000" pitchFamily="2" charset="2"/>
              <a:buChar char="è"/>
            </a:pPr>
            <a:r>
              <a:rPr lang="en-US" dirty="0">
                <a:latin typeface="+mn-lt"/>
              </a:rPr>
              <a:t>Syntax is </a:t>
            </a:r>
            <a:r>
              <a:rPr lang="en-US" b="1" dirty="0">
                <a:solidFill>
                  <a:srgbClr val="C00000"/>
                </a:solidFill>
                <a:latin typeface="+mn-lt"/>
              </a:rPr>
              <a:t>Class::</a:t>
            </a:r>
            <a:r>
              <a:rPr lang="en-US" b="1" dirty="0" err="1">
                <a:solidFill>
                  <a:srgbClr val="C00000"/>
                </a:solidFill>
                <a:latin typeface="+mn-lt"/>
              </a:rPr>
              <a:t>StaticMethodName</a:t>
            </a:r>
            <a:endParaRPr lang="en-US" b="1" dirty="0">
              <a:solidFill>
                <a:srgbClr val="C00000"/>
              </a:solidFill>
              <a:latin typeface="+mn-lt"/>
            </a:endParaRPr>
          </a:p>
          <a:p>
            <a:pPr marL="514350" indent="-514350">
              <a:buFont typeface="+mj-lt"/>
              <a:buAutoNum type="arabicPeriod"/>
            </a:pPr>
            <a:r>
              <a:rPr lang="en-US" sz="2000" dirty="0">
                <a:latin typeface="+mn-lt"/>
              </a:rPr>
              <a:t>Reference to an instance method of a particular object</a:t>
            </a:r>
            <a:endParaRPr lang="en-GB" sz="2000" dirty="0">
              <a:latin typeface="+mn-lt"/>
            </a:endParaRPr>
          </a:p>
          <a:p>
            <a:pPr marL="0" indent="0">
              <a:buNone/>
            </a:pPr>
            <a:r>
              <a:rPr lang="en-GB" sz="2000" dirty="0">
                <a:latin typeface="+mn-lt"/>
              </a:rPr>
              <a:t>	-&gt; Syntax is </a:t>
            </a:r>
            <a:r>
              <a:rPr lang="en-GB" sz="2000" b="1" dirty="0">
                <a:solidFill>
                  <a:srgbClr val="C00000"/>
                </a:solidFill>
                <a:latin typeface="+mn-lt"/>
              </a:rPr>
              <a:t>Object::</a:t>
            </a:r>
            <a:r>
              <a:rPr lang="en-GB" sz="2000" b="1" dirty="0" err="1">
                <a:solidFill>
                  <a:srgbClr val="C00000"/>
                </a:solidFill>
                <a:latin typeface="+mn-lt"/>
              </a:rPr>
              <a:t>instanceMethodName</a:t>
            </a:r>
            <a:endParaRPr lang="en-US" sz="2000" b="1" dirty="0">
              <a:solidFill>
                <a:srgbClr val="C00000"/>
              </a:solidFill>
              <a:latin typeface="+mn-lt"/>
            </a:endParaRPr>
          </a:p>
          <a:p>
            <a:pPr marL="514350" indent="-514350">
              <a:buFont typeface="+mj-lt"/>
              <a:buAutoNum type="arabicPeriod" startAt="3"/>
            </a:pPr>
            <a:r>
              <a:rPr lang="en-US" sz="2000" dirty="0">
                <a:latin typeface="+mn-lt"/>
              </a:rPr>
              <a:t>Reference to an instance method of an arbitrary object of specific type: </a:t>
            </a:r>
          </a:p>
          <a:p>
            <a:pPr marL="0" indent="0">
              <a:buNone/>
            </a:pPr>
            <a:r>
              <a:rPr lang="en-US" sz="2000" dirty="0">
                <a:solidFill>
                  <a:srgbClr val="C00000"/>
                </a:solidFill>
                <a:latin typeface="+mn-lt"/>
              </a:rPr>
              <a:t>               </a:t>
            </a:r>
            <a:r>
              <a:rPr lang="en-US" sz="2000" dirty="0">
                <a:latin typeface="+mn-lt"/>
              </a:rPr>
              <a:t>-&gt; Syntax is </a:t>
            </a:r>
            <a:r>
              <a:rPr lang="en-US" sz="2000" b="1" dirty="0">
                <a:solidFill>
                  <a:srgbClr val="C00000"/>
                </a:solidFill>
                <a:latin typeface="+mn-lt"/>
              </a:rPr>
              <a:t>Class::</a:t>
            </a:r>
            <a:r>
              <a:rPr lang="en-US" sz="2000" b="1" dirty="0" err="1">
                <a:solidFill>
                  <a:srgbClr val="C00000"/>
                </a:solidFill>
                <a:latin typeface="+mn-lt"/>
              </a:rPr>
              <a:t>instanceMethodName</a:t>
            </a:r>
            <a:endParaRPr lang="en-US" sz="2000" b="1" dirty="0">
              <a:solidFill>
                <a:srgbClr val="C00000"/>
              </a:solidFill>
              <a:latin typeface="+mn-lt"/>
            </a:endParaRPr>
          </a:p>
          <a:p>
            <a:pPr marL="514350" indent="-514350">
              <a:buFont typeface="+mj-lt"/>
              <a:buAutoNum type="arabicPeriod" startAt="4"/>
            </a:pPr>
            <a:r>
              <a:rPr lang="en-US" sz="2000" dirty="0">
                <a:latin typeface="+mn-lt"/>
              </a:rPr>
              <a:t>4. Reference to a constructor </a:t>
            </a:r>
          </a:p>
          <a:p>
            <a:pPr marL="0" indent="0">
              <a:buNone/>
            </a:pPr>
            <a:r>
              <a:rPr lang="en-US" sz="2000" b="1" dirty="0">
                <a:latin typeface="+mn-lt"/>
              </a:rPr>
              <a:t>	</a:t>
            </a:r>
            <a:r>
              <a:rPr lang="en-US" sz="2000" dirty="0">
                <a:latin typeface="+mn-lt"/>
              </a:rPr>
              <a:t>-&gt;Syntax is </a:t>
            </a:r>
            <a:r>
              <a:rPr lang="en-US" sz="2000" b="1" dirty="0" err="1">
                <a:solidFill>
                  <a:srgbClr val="C00000"/>
                </a:solidFill>
                <a:latin typeface="+mn-lt"/>
              </a:rPr>
              <a:t>ClassName</a:t>
            </a:r>
            <a:r>
              <a:rPr lang="en-US" sz="2000" b="1" dirty="0">
                <a:solidFill>
                  <a:srgbClr val="C00000"/>
                </a:solidFill>
                <a:latin typeface="+mn-lt"/>
              </a:rPr>
              <a:t>::new</a:t>
            </a:r>
            <a:endParaRPr lang="en-GB" sz="2000" b="1" dirty="0">
              <a:solidFill>
                <a:srgbClr val="C00000"/>
              </a:solidFill>
              <a:latin typeface="+mn-lt"/>
            </a:endParaRPr>
          </a:p>
        </p:txBody>
      </p:sp>
    </p:spTree>
    <p:extLst>
      <p:ext uri="{BB962C8B-B14F-4D97-AF65-F5344CB8AC3E}">
        <p14:creationId xmlns:p14="http://schemas.microsoft.com/office/powerpoint/2010/main" val="2958286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536308-5562-FA5C-413B-E44199B5CF28}"/>
              </a:ext>
            </a:extLst>
          </p:cNvPr>
          <p:cNvSpPr>
            <a:spLocks noGrp="1"/>
          </p:cNvSpPr>
          <p:nvPr>
            <p:ph type="title"/>
          </p:nvPr>
        </p:nvSpPr>
        <p:spPr>
          <a:xfrm>
            <a:off x="627065" y="3310672"/>
            <a:ext cx="10001249" cy="648000"/>
          </a:xfrm>
        </p:spPr>
        <p:txBody>
          <a:bodyPr/>
          <a:lstStyle/>
          <a:p>
            <a:pPr algn="ctr"/>
            <a:r>
              <a:rPr lang="en-US" dirty="0"/>
              <a:t>Streams API</a:t>
            </a:r>
            <a:endParaRPr lang="en-GB" dirty="0"/>
          </a:p>
        </p:txBody>
      </p:sp>
    </p:spTree>
    <p:extLst>
      <p:ext uri="{BB962C8B-B14F-4D97-AF65-F5344CB8AC3E}">
        <p14:creationId xmlns:p14="http://schemas.microsoft.com/office/powerpoint/2010/main" val="3097681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E5492-170C-B3AE-08B8-12DF3A95896D}"/>
              </a:ext>
            </a:extLst>
          </p:cNvPr>
          <p:cNvSpPr>
            <a:spLocks noGrp="1"/>
          </p:cNvSpPr>
          <p:nvPr>
            <p:ph type="title"/>
          </p:nvPr>
        </p:nvSpPr>
        <p:spPr>
          <a:xfrm>
            <a:off x="838200" y="593263"/>
            <a:ext cx="10515600" cy="673100"/>
          </a:xfrm>
        </p:spPr>
        <p:txBody>
          <a:bodyPr>
            <a:normAutofit/>
          </a:bodyPr>
          <a:lstStyle/>
          <a:p>
            <a:r>
              <a:rPr lang="en-US" sz="3600" dirty="0">
                <a:latin typeface="+mn-lt"/>
              </a:rPr>
              <a:t>Streams</a:t>
            </a:r>
            <a:endParaRPr lang="en-GB" sz="3600" dirty="0">
              <a:latin typeface="+mn-lt"/>
            </a:endParaRPr>
          </a:p>
        </p:txBody>
      </p:sp>
      <p:sp>
        <p:nvSpPr>
          <p:cNvPr id="3" name="Content Placeholder 2">
            <a:extLst>
              <a:ext uri="{FF2B5EF4-FFF2-40B4-BE49-F238E27FC236}">
                <a16:creationId xmlns:a16="http://schemas.microsoft.com/office/drawing/2014/main" id="{10DBAA56-867D-0E2B-B007-E221434BA05F}"/>
              </a:ext>
            </a:extLst>
          </p:cNvPr>
          <p:cNvSpPr>
            <a:spLocks noGrp="1"/>
          </p:cNvSpPr>
          <p:nvPr>
            <p:ph idx="1"/>
          </p:nvPr>
        </p:nvSpPr>
        <p:spPr>
          <a:xfrm>
            <a:off x="838200" y="1266363"/>
            <a:ext cx="10515600" cy="4919663"/>
          </a:xfrm>
        </p:spPr>
        <p:txBody>
          <a:bodyPr/>
          <a:lstStyle/>
          <a:p>
            <a:pPr algn="l"/>
            <a:r>
              <a:rPr lang="en-US" sz="2000" dirty="0">
                <a:latin typeface="+mn-lt"/>
              </a:rPr>
              <a:t>It is a </a:t>
            </a:r>
            <a:r>
              <a:rPr lang="en-US" sz="2000" dirty="0">
                <a:effectLst/>
                <a:latin typeface="+mn-lt"/>
              </a:rPr>
              <a:t>sequence of elements supporting sequential and parallel aggregate operations</a:t>
            </a:r>
            <a:endParaRPr lang="en-US" sz="2000" dirty="0">
              <a:latin typeface="+mn-lt"/>
            </a:endParaRPr>
          </a:p>
          <a:p>
            <a:pPr algn="l"/>
            <a:r>
              <a:rPr lang="en-US" sz="2000" dirty="0">
                <a:latin typeface="+mn-lt"/>
              </a:rPr>
              <a:t>S</a:t>
            </a:r>
            <a:r>
              <a:rPr lang="en-US" sz="2000" b="0" i="0" dirty="0">
                <a:effectLst/>
                <a:latin typeface="+mn-lt"/>
              </a:rPr>
              <a:t>treams are wrappers around a data source, allowing us to operate with that data source and making bulk processing convenient and fast.</a:t>
            </a:r>
          </a:p>
          <a:p>
            <a:pPr algn="l"/>
            <a:r>
              <a:rPr lang="en-US" sz="2000" b="1" i="0" dirty="0">
                <a:effectLst/>
                <a:latin typeface="+mn-lt"/>
              </a:rPr>
              <a:t>A stream does not store data and, in that sense, is not a data structure. It also never modifies the underlying data source.</a:t>
            </a:r>
          </a:p>
          <a:p>
            <a:pPr algn="l"/>
            <a:r>
              <a:rPr lang="en-US" sz="2000" b="1" dirty="0">
                <a:latin typeface="+mn-lt"/>
              </a:rPr>
              <a:t>It extends the </a:t>
            </a:r>
            <a:r>
              <a:rPr lang="en-US" sz="2000" b="1" dirty="0" err="1">
                <a:latin typeface="+mn-lt"/>
              </a:rPr>
              <a:t>BaseStream</a:t>
            </a:r>
            <a:endParaRPr lang="en-US" sz="2000" b="0" i="0" dirty="0">
              <a:effectLst/>
              <a:latin typeface="+mn-lt"/>
            </a:endParaRPr>
          </a:p>
          <a:p>
            <a:pPr marL="0" indent="0">
              <a:buNone/>
            </a:pPr>
            <a:endParaRPr lang="en-GB" dirty="0">
              <a:latin typeface="+mj-lt"/>
            </a:endParaRPr>
          </a:p>
        </p:txBody>
      </p:sp>
      <p:sp>
        <p:nvSpPr>
          <p:cNvPr id="4" name="Title 1">
            <a:extLst>
              <a:ext uri="{FF2B5EF4-FFF2-40B4-BE49-F238E27FC236}">
                <a16:creationId xmlns:a16="http://schemas.microsoft.com/office/drawing/2014/main" id="{06343B58-3860-7689-550A-3533419BE40A}"/>
              </a:ext>
            </a:extLst>
          </p:cNvPr>
          <p:cNvSpPr txBox="1">
            <a:spLocks/>
          </p:cNvSpPr>
          <p:nvPr/>
        </p:nvSpPr>
        <p:spPr>
          <a:xfrm>
            <a:off x="756007" y="3529565"/>
            <a:ext cx="10515600" cy="8985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473EA"/>
                </a:solidFill>
                <a:latin typeface="Arial" panose="020B0604020202020204" pitchFamily="34" charset="0"/>
                <a:ea typeface="+mj-ea"/>
                <a:cs typeface="Arial" panose="020B0604020202020204" pitchFamily="34" charset="0"/>
              </a:defRPr>
            </a:lvl1pPr>
          </a:lstStyle>
          <a:p>
            <a:r>
              <a:rPr lang="en-US" sz="3600" dirty="0">
                <a:latin typeface="+mn-lt"/>
              </a:rPr>
              <a:t>Advantages of Streams</a:t>
            </a:r>
            <a:endParaRPr lang="en-GB" sz="3600" dirty="0">
              <a:latin typeface="+mn-lt"/>
            </a:endParaRPr>
          </a:p>
        </p:txBody>
      </p:sp>
      <p:sp>
        <p:nvSpPr>
          <p:cNvPr id="5" name="Content Placeholder 2">
            <a:extLst>
              <a:ext uri="{FF2B5EF4-FFF2-40B4-BE49-F238E27FC236}">
                <a16:creationId xmlns:a16="http://schemas.microsoft.com/office/drawing/2014/main" id="{E943501C-6B52-8B21-3347-3F8D3EFCE707}"/>
              </a:ext>
            </a:extLst>
          </p:cNvPr>
          <p:cNvSpPr txBox="1">
            <a:spLocks/>
          </p:cNvSpPr>
          <p:nvPr/>
        </p:nvSpPr>
        <p:spPr>
          <a:xfrm>
            <a:off x="838200" y="4311784"/>
            <a:ext cx="10515600" cy="162667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rgbClr val="64DD43"/>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64DD43"/>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64DD43"/>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2000" dirty="0">
                <a:latin typeface="+mn-lt"/>
              </a:rPr>
              <a:t>Using Streams will make you a more efficient Java Programmer</a:t>
            </a:r>
          </a:p>
          <a:p>
            <a:pPr>
              <a:buFontTx/>
              <a:buChar char="-"/>
            </a:pPr>
            <a:r>
              <a:rPr lang="en-US" sz="2000" dirty="0">
                <a:latin typeface="+mn-lt"/>
              </a:rPr>
              <a:t>It makes extensive use of Lambda Expressions</a:t>
            </a:r>
          </a:p>
          <a:p>
            <a:pPr>
              <a:buFontTx/>
              <a:buChar char="-"/>
            </a:pPr>
            <a:r>
              <a:rPr lang="en-US" sz="2000" dirty="0">
                <a:latin typeface="+mn-lt"/>
              </a:rPr>
              <a:t>A Stream pipeline consists of a source, followed by zero or more intermediate operations and  a  terminal operation</a:t>
            </a:r>
            <a:endParaRPr lang="en-GB" sz="2000" dirty="0"/>
          </a:p>
          <a:p>
            <a:pPr>
              <a:buFontTx/>
              <a:buChar char="-"/>
            </a:pPr>
            <a:endParaRPr lang="en-US" sz="2000" dirty="0">
              <a:latin typeface="+mn-lt"/>
            </a:endParaRPr>
          </a:p>
        </p:txBody>
      </p:sp>
    </p:spTree>
    <p:extLst>
      <p:ext uri="{BB962C8B-B14F-4D97-AF65-F5344CB8AC3E}">
        <p14:creationId xmlns:p14="http://schemas.microsoft.com/office/powerpoint/2010/main" val="3115251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ED932-085D-EDCA-123C-5646D38DBE56}"/>
              </a:ext>
            </a:extLst>
          </p:cNvPr>
          <p:cNvSpPr>
            <a:spLocks noGrp="1"/>
          </p:cNvSpPr>
          <p:nvPr>
            <p:ph idx="1"/>
          </p:nvPr>
        </p:nvSpPr>
        <p:spPr>
          <a:xfrm>
            <a:off x="523875" y="1313726"/>
            <a:ext cx="10706100" cy="5392598"/>
          </a:xfrm>
        </p:spPr>
        <p:txBody>
          <a:bodyPr>
            <a:normAutofit/>
          </a:bodyPr>
          <a:lstStyle/>
          <a:p>
            <a:endParaRPr lang="en-US" b="1" dirty="0"/>
          </a:p>
          <a:p>
            <a:endParaRPr lang="en-US" b="1" dirty="0"/>
          </a:p>
          <a:p>
            <a:r>
              <a:rPr lang="en-US" b="1" dirty="0"/>
              <a:t>Stream Source</a:t>
            </a:r>
          </a:p>
          <a:p>
            <a:pPr lvl="1">
              <a:buFontTx/>
              <a:buChar char="-"/>
            </a:pPr>
            <a:r>
              <a:rPr lang="en-US" dirty="0">
                <a:latin typeface="+mn-lt"/>
              </a:rPr>
              <a:t>Streams can be created from Collections, Lists, Sets, </a:t>
            </a:r>
            <a:r>
              <a:rPr lang="en-US" dirty="0" err="1">
                <a:latin typeface="+mn-lt"/>
              </a:rPr>
              <a:t>ints</a:t>
            </a:r>
            <a:r>
              <a:rPr lang="en-US" dirty="0">
                <a:latin typeface="+mn-lt"/>
              </a:rPr>
              <a:t>, longs, doubles, arrays, lines of a file</a:t>
            </a:r>
          </a:p>
          <a:p>
            <a:r>
              <a:rPr lang="en-US" b="1" dirty="0"/>
              <a:t>Stream Operations </a:t>
            </a:r>
            <a:r>
              <a:rPr lang="en-US" sz="2400" dirty="0">
                <a:latin typeface="+mn-lt"/>
              </a:rPr>
              <a:t>are either intermediate or terminal</a:t>
            </a:r>
          </a:p>
          <a:p>
            <a:pPr lvl="1">
              <a:buFontTx/>
              <a:buChar char="-"/>
            </a:pPr>
            <a:r>
              <a:rPr lang="en-US" b="1" dirty="0"/>
              <a:t>Intermediate Operations </a:t>
            </a:r>
            <a:r>
              <a:rPr lang="en-US" dirty="0">
                <a:latin typeface="+mn-lt"/>
              </a:rPr>
              <a:t>such as filter, map or sort return a stream so we can chain multiple intermediate operations</a:t>
            </a:r>
            <a:endParaRPr lang="en-US" dirty="0"/>
          </a:p>
          <a:p>
            <a:pPr lvl="1">
              <a:buFontTx/>
              <a:buChar char="-"/>
            </a:pPr>
            <a:r>
              <a:rPr lang="en-US" b="1" dirty="0"/>
              <a:t>Terminal Operations </a:t>
            </a:r>
            <a:r>
              <a:rPr lang="en-US" dirty="0">
                <a:latin typeface="+mn-lt"/>
              </a:rPr>
              <a:t>such as </a:t>
            </a:r>
            <a:r>
              <a:rPr lang="en-US" dirty="0" err="1">
                <a:latin typeface="+mn-lt"/>
              </a:rPr>
              <a:t>forEach</a:t>
            </a:r>
            <a:r>
              <a:rPr lang="en-US" dirty="0">
                <a:latin typeface="+mn-lt"/>
              </a:rPr>
              <a:t>, collect or reduce are either void or return a non-stream result</a:t>
            </a:r>
            <a:endParaRPr lang="en-GB" b="1" dirty="0">
              <a:latin typeface="+mn-lt"/>
            </a:endParaRPr>
          </a:p>
        </p:txBody>
      </p:sp>
      <p:sp>
        <p:nvSpPr>
          <p:cNvPr id="8" name="Rectangle 7">
            <a:extLst>
              <a:ext uri="{FF2B5EF4-FFF2-40B4-BE49-F238E27FC236}">
                <a16:creationId xmlns:a16="http://schemas.microsoft.com/office/drawing/2014/main" id="{161C768C-A27B-7964-0452-20912B169F7F}"/>
              </a:ext>
            </a:extLst>
          </p:cNvPr>
          <p:cNvSpPr/>
          <p:nvPr/>
        </p:nvSpPr>
        <p:spPr>
          <a:xfrm>
            <a:off x="7501952" y="1505879"/>
            <a:ext cx="1602768" cy="66782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bg1"/>
                </a:solidFill>
              </a:rPr>
              <a:t>Map</a:t>
            </a:r>
            <a:endParaRPr lang="en-GB" sz="1900" b="1" dirty="0">
              <a:solidFill>
                <a:schemeClr val="bg1"/>
              </a:solidFill>
            </a:endParaRPr>
          </a:p>
        </p:txBody>
      </p:sp>
      <p:grpSp>
        <p:nvGrpSpPr>
          <p:cNvPr id="2" name="Group 1">
            <a:extLst>
              <a:ext uri="{FF2B5EF4-FFF2-40B4-BE49-F238E27FC236}">
                <a16:creationId xmlns:a16="http://schemas.microsoft.com/office/drawing/2014/main" id="{B8B724D1-4353-DE1B-BA7F-A5A8EC411BFF}"/>
              </a:ext>
            </a:extLst>
          </p:cNvPr>
          <p:cNvGrpSpPr/>
          <p:nvPr/>
        </p:nvGrpSpPr>
        <p:grpSpPr>
          <a:xfrm>
            <a:off x="752689" y="1505879"/>
            <a:ext cx="10915436" cy="667824"/>
            <a:chOff x="838200" y="295750"/>
            <a:chExt cx="10915436" cy="667824"/>
          </a:xfrm>
        </p:grpSpPr>
        <p:sp>
          <p:nvSpPr>
            <p:cNvPr id="4" name="Rectangle 3">
              <a:extLst>
                <a:ext uri="{FF2B5EF4-FFF2-40B4-BE49-F238E27FC236}">
                  <a16:creationId xmlns:a16="http://schemas.microsoft.com/office/drawing/2014/main" id="{98EC61BF-615F-065E-8BC7-ED9AAD72808E}"/>
                </a:ext>
              </a:extLst>
            </p:cNvPr>
            <p:cNvSpPr/>
            <p:nvPr/>
          </p:nvSpPr>
          <p:spPr>
            <a:xfrm>
              <a:off x="838200" y="295753"/>
              <a:ext cx="1602768" cy="667821"/>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bg1"/>
                  </a:solidFill>
                </a:rPr>
                <a:t>Source</a:t>
              </a:r>
              <a:endParaRPr lang="en-GB" sz="1900" b="1" dirty="0">
                <a:solidFill>
                  <a:schemeClr val="bg1"/>
                </a:solidFill>
              </a:endParaRPr>
            </a:p>
          </p:txBody>
        </p:sp>
        <p:sp>
          <p:nvSpPr>
            <p:cNvPr id="6" name="Rectangle 5">
              <a:extLst>
                <a:ext uri="{FF2B5EF4-FFF2-40B4-BE49-F238E27FC236}">
                  <a16:creationId xmlns:a16="http://schemas.microsoft.com/office/drawing/2014/main" id="{65F210CB-4F52-F03E-615A-22BB21C1B6B9}"/>
                </a:ext>
              </a:extLst>
            </p:cNvPr>
            <p:cNvSpPr/>
            <p:nvPr/>
          </p:nvSpPr>
          <p:spPr>
            <a:xfrm>
              <a:off x="3001769" y="295752"/>
              <a:ext cx="1602768" cy="66782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bg1"/>
                  </a:solidFill>
                </a:rPr>
                <a:t>Filter</a:t>
              </a:r>
              <a:endParaRPr lang="en-GB" sz="1900" b="1" dirty="0">
                <a:solidFill>
                  <a:schemeClr val="bg1"/>
                </a:solidFill>
              </a:endParaRPr>
            </a:p>
          </p:txBody>
        </p:sp>
        <p:sp>
          <p:nvSpPr>
            <p:cNvPr id="7" name="Rectangle 6">
              <a:extLst>
                <a:ext uri="{FF2B5EF4-FFF2-40B4-BE49-F238E27FC236}">
                  <a16:creationId xmlns:a16="http://schemas.microsoft.com/office/drawing/2014/main" id="{01F0ACED-02A7-DAA4-9F3B-6F4A7E53124F}"/>
                </a:ext>
              </a:extLst>
            </p:cNvPr>
            <p:cNvSpPr/>
            <p:nvPr/>
          </p:nvSpPr>
          <p:spPr>
            <a:xfrm>
              <a:off x="5390509" y="295752"/>
              <a:ext cx="1602768" cy="66782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bg1"/>
                  </a:solidFill>
                </a:rPr>
                <a:t>Sort</a:t>
              </a:r>
              <a:endParaRPr lang="en-GB" sz="1900" b="1" dirty="0">
                <a:solidFill>
                  <a:schemeClr val="bg1"/>
                </a:solidFill>
              </a:endParaRPr>
            </a:p>
          </p:txBody>
        </p:sp>
        <p:sp>
          <p:nvSpPr>
            <p:cNvPr id="9" name="Rectangle 8">
              <a:extLst>
                <a:ext uri="{FF2B5EF4-FFF2-40B4-BE49-F238E27FC236}">
                  <a16:creationId xmlns:a16="http://schemas.microsoft.com/office/drawing/2014/main" id="{22188FBE-DBAC-F1D9-6DC9-50451B34CC00}"/>
                </a:ext>
              </a:extLst>
            </p:cNvPr>
            <p:cNvSpPr/>
            <p:nvPr/>
          </p:nvSpPr>
          <p:spPr>
            <a:xfrm>
              <a:off x="9751032" y="295750"/>
              <a:ext cx="1602768" cy="66782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bg1"/>
                  </a:solidFill>
                </a:rPr>
                <a:t>Collect</a:t>
              </a:r>
              <a:endParaRPr lang="en-GB" sz="1900" b="1" dirty="0">
                <a:solidFill>
                  <a:schemeClr val="bg1"/>
                </a:solidFill>
              </a:endParaRPr>
            </a:p>
          </p:txBody>
        </p:sp>
        <p:cxnSp>
          <p:nvCxnSpPr>
            <p:cNvPr id="11" name="Straight Connector 10">
              <a:extLst>
                <a:ext uri="{FF2B5EF4-FFF2-40B4-BE49-F238E27FC236}">
                  <a16:creationId xmlns:a16="http://schemas.microsoft.com/office/drawing/2014/main" id="{A67686B4-5502-6429-6C94-DDC538D82A63}"/>
                </a:ext>
              </a:extLst>
            </p:cNvPr>
            <p:cNvCxnSpPr>
              <a:cxnSpLocks/>
            </p:cNvCxnSpPr>
            <p:nvPr/>
          </p:nvCxnSpPr>
          <p:spPr>
            <a:xfrm flipV="1">
              <a:off x="2440967" y="629660"/>
              <a:ext cx="560801" cy="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95EAFEA-5129-5508-243F-949F660E1CE1}"/>
                </a:ext>
              </a:extLst>
            </p:cNvPr>
            <p:cNvCxnSpPr>
              <a:cxnSpLocks/>
              <a:endCxn id="7" idx="1"/>
            </p:cNvCxnSpPr>
            <p:nvPr/>
          </p:nvCxnSpPr>
          <p:spPr>
            <a:xfrm>
              <a:off x="4604536" y="629660"/>
              <a:ext cx="785973" cy="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5D5505-C27C-2D1E-04D1-40A2DD12293B}"/>
                </a:ext>
              </a:extLst>
            </p:cNvPr>
            <p:cNvCxnSpPr>
              <a:cxnSpLocks/>
            </p:cNvCxnSpPr>
            <p:nvPr/>
          </p:nvCxnSpPr>
          <p:spPr>
            <a:xfrm flipV="1">
              <a:off x="7026665" y="629659"/>
              <a:ext cx="560801" cy="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14ED4F-C0EB-4AED-F70F-4FFF90FAC35C}"/>
                </a:ext>
              </a:extLst>
            </p:cNvPr>
            <p:cNvCxnSpPr>
              <a:cxnSpLocks/>
            </p:cNvCxnSpPr>
            <p:nvPr/>
          </p:nvCxnSpPr>
          <p:spPr>
            <a:xfrm flipV="1">
              <a:off x="9190231" y="628556"/>
              <a:ext cx="560801" cy="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23532B3-9909-DA3B-F772-15189A572167}"/>
                </a:ext>
              </a:extLst>
            </p:cNvPr>
            <p:cNvCxnSpPr>
              <a:stCxn id="9" idx="3"/>
            </p:cNvCxnSpPr>
            <p:nvPr/>
          </p:nvCxnSpPr>
          <p:spPr>
            <a:xfrm flipV="1">
              <a:off x="11353800" y="628556"/>
              <a:ext cx="399836" cy="11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 name="Title 1">
            <a:extLst>
              <a:ext uri="{FF2B5EF4-FFF2-40B4-BE49-F238E27FC236}">
                <a16:creationId xmlns:a16="http://schemas.microsoft.com/office/drawing/2014/main" id="{285B9C42-8C42-948B-D875-D7EE7C7BD91A}"/>
              </a:ext>
            </a:extLst>
          </p:cNvPr>
          <p:cNvSpPr>
            <a:spLocks noGrp="1"/>
          </p:cNvSpPr>
          <p:nvPr>
            <p:ph type="title"/>
          </p:nvPr>
        </p:nvSpPr>
        <p:spPr>
          <a:xfrm>
            <a:off x="714375" y="217398"/>
            <a:ext cx="10515600" cy="1325563"/>
          </a:xfrm>
        </p:spPr>
        <p:txBody>
          <a:bodyPr>
            <a:normAutofit/>
          </a:bodyPr>
          <a:lstStyle/>
          <a:p>
            <a:r>
              <a:rPr lang="en-GB" sz="3600" b="1" dirty="0">
                <a:latin typeface="+mn-lt"/>
              </a:rPr>
              <a:t>Types of Stream Operations in Java</a:t>
            </a:r>
            <a:endParaRPr lang="en-GB" sz="3600" dirty="0">
              <a:latin typeface="+mn-lt"/>
            </a:endParaRPr>
          </a:p>
        </p:txBody>
      </p:sp>
    </p:spTree>
    <p:extLst>
      <p:ext uri="{BB962C8B-B14F-4D97-AF65-F5344CB8AC3E}">
        <p14:creationId xmlns:p14="http://schemas.microsoft.com/office/powerpoint/2010/main" val="1213281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DCEA-E7CA-F0CD-914B-6611C843D514}"/>
              </a:ext>
            </a:extLst>
          </p:cNvPr>
          <p:cNvSpPr>
            <a:spLocks noGrp="1"/>
          </p:cNvSpPr>
          <p:nvPr>
            <p:ph type="title"/>
          </p:nvPr>
        </p:nvSpPr>
        <p:spPr>
          <a:xfrm>
            <a:off x="838200" y="146050"/>
            <a:ext cx="10515600" cy="823595"/>
          </a:xfrm>
        </p:spPr>
        <p:txBody>
          <a:bodyPr>
            <a:normAutofit/>
          </a:bodyPr>
          <a:lstStyle/>
          <a:p>
            <a:r>
              <a:rPr lang="en-US" sz="3600" dirty="0">
                <a:latin typeface="+mn-lt"/>
              </a:rPr>
              <a:t>Stream Source and Operations</a:t>
            </a:r>
            <a:endParaRPr lang="en-GB" sz="3600" dirty="0">
              <a:latin typeface="+mn-lt"/>
            </a:endParaRPr>
          </a:p>
        </p:txBody>
      </p:sp>
      <p:pic>
        <p:nvPicPr>
          <p:cNvPr id="15" name="Content Placeholder 14">
            <a:extLst>
              <a:ext uri="{FF2B5EF4-FFF2-40B4-BE49-F238E27FC236}">
                <a16:creationId xmlns:a16="http://schemas.microsoft.com/office/drawing/2014/main" id="{33A5F4FC-97EC-CF30-CDCA-3AED7EFB0E42}"/>
              </a:ext>
            </a:extLst>
          </p:cNvPr>
          <p:cNvPicPr>
            <a:picLocks noGrp="1" noChangeAspect="1"/>
          </p:cNvPicPr>
          <p:nvPr>
            <p:ph idx="1"/>
          </p:nvPr>
        </p:nvPicPr>
        <p:blipFill>
          <a:blip r:embed="rId2"/>
          <a:stretch>
            <a:fillRect/>
          </a:stretch>
        </p:blipFill>
        <p:spPr>
          <a:xfrm>
            <a:off x="904875" y="969645"/>
            <a:ext cx="10382250" cy="4038600"/>
          </a:xfrm>
        </p:spPr>
      </p:pic>
      <p:graphicFrame>
        <p:nvGraphicFramePr>
          <p:cNvPr id="16" name="Table 16">
            <a:extLst>
              <a:ext uri="{FF2B5EF4-FFF2-40B4-BE49-F238E27FC236}">
                <a16:creationId xmlns:a16="http://schemas.microsoft.com/office/drawing/2014/main" id="{EEBB50D2-C0E2-CA1D-F3D3-40AD40B23BF6}"/>
              </a:ext>
            </a:extLst>
          </p:cNvPr>
          <p:cNvGraphicFramePr>
            <a:graphicFrameLocks noGrp="1"/>
          </p:cNvGraphicFramePr>
          <p:nvPr>
            <p:extLst>
              <p:ext uri="{D42A27DB-BD31-4B8C-83A1-F6EECF244321}">
                <p14:modId xmlns:p14="http://schemas.microsoft.com/office/powerpoint/2010/main" val="1409122113"/>
              </p:ext>
            </p:extLst>
          </p:nvPr>
        </p:nvGraphicFramePr>
        <p:xfrm>
          <a:off x="678807" y="5157357"/>
          <a:ext cx="8874125" cy="370840"/>
        </p:xfrm>
        <a:graphic>
          <a:graphicData uri="http://schemas.openxmlformats.org/drawingml/2006/table">
            <a:tbl>
              <a:tblPr firstRow="1" bandRow="1">
                <a:tableStyleId>{5C22544A-7EE6-4342-B048-85BDC9FD1C3A}</a:tableStyleId>
              </a:tblPr>
              <a:tblGrid>
                <a:gridCol w="8874125">
                  <a:extLst>
                    <a:ext uri="{9D8B030D-6E8A-4147-A177-3AD203B41FA5}">
                      <a16:colId xmlns:a16="http://schemas.microsoft.com/office/drawing/2014/main" val="174706569"/>
                    </a:ext>
                  </a:extLst>
                </a:gridCol>
              </a:tblGrid>
              <a:tr h="370840">
                <a:tc>
                  <a:txBody>
                    <a:bodyPr/>
                    <a:lstStyle/>
                    <a:p>
                      <a:r>
                        <a:rPr lang="en-US" dirty="0"/>
                        <a:t>Intermediate Operations : Filter, Map, Sort return a stream to chain multiple operations</a:t>
                      </a:r>
                      <a:endParaRPr lang="en-GB" dirty="0"/>
                    </a:p>
                  </a:txBody>
                  <a:tcPr/>
                </a:tc>
                <a:extLst>
                  <a:ext uri="{0D108BD9-81ED-4DB2-BD59-A6C34878D82A}">
                    <a16:rowId xmlns:a16="http://schemas.microsoft.com/office/drawing/2014/main" val="2798025568"/>
                  </a:ext>
                </a:extLst>
              </a:tr>
            </a:tbl>
          </a:graphicData>
        </a:graphic>
      </p:graphicFrame>
      <p:graphicFrame>
        <p:nvGraphicFramePr>
          <p:cNvPr id="17" name="Table 16">
            <a:extLst>
              <a:ext uri="{FF2B5EF4-FFF2-40B4-BE49-F238E27FC236}">
                <a16:creationId xmlns:a16="http://schemas.microsoft.com/office/drawing/2014/main" id="{D5DB884B-591D-2AFD-1282-8DE6D3A55135}"/>
              </a:ext>
            </a:extLst>
          </p:cNvPr>
          <p:cNvGraphicFramePr>
            <a:graphicFrameLocks noGrp="1"/>
          </p:cNvGraphicFramePr>
          <p:nvPr>
            <p:extLst>
              <p:ext uri="{D42A27DB-BD31-4B8C-83A1-F6EECF244321}">
                <p14:modId xmlns:p14="http://schemas.microsoft.com/office/powerpoint/2010/main" val="2242179598"/>
              </p:ext>
            </p:extLst>
          </p:nvPr>
        </p:nvGraphicFramePr>
        <p:xfrm>
          <a:off x="678806" y="5831840"/>
          <a:ext cx="8874125" cy="370840"/>
        </p:xfrm>
        <a:graphic>
          <a:graphicData uri="http://schemas.openxmlformats.org/drawingml/2006/table">
            <a:tbl>
              <a:tblPr firstRow="1" bandRow="1">
                <a:tableStyleId>{5C22544A-7EE6-4342-B048-85BDC9FD1C3A}</a:tableStyleId>
              </a:tblPr>
              <a:tblGrid>
                <a:gridCol w="8874125">
                  <a:extLst>
                    <a:ext uri="{9D8B030D-6E8A-4147-A177-3AD203B41FA5}">
                      <a16:colId xmlns:a16="http://schemas.microsoft.com/office/drawing/2014/main" val="174706569"/>
                    </a:ext>
                  </a:extLst>
                </a:gridCol>
              </a:tblGrid>
              <a:tr h="370840">
                <a:tc>
                  <a:txBody>
                    <a:bodyPr/>
                    <a:lstStyle/>
                    <a:p>
                      <a:r>
                        <a:rPr lang="en-US" dirty="0"/>
                        <a:t>Terminal Operations : </a:t>
                      </a:r>
                      <a:r>
                        <a:rPr lang="en-US" dirty="0" err="1"/>
                        <a:t>forEach</a:t>
                      </a:r>
                      <a:r>
                        <a:rPr lang="en-US" dirty="0"/>
                        <a:t>, collect or reduce return a non-stream result</a:t>
                      </a:r>
                      <a:endParaRPr lang="en-GB" dirty="0"/>
                    </a:p>
                  </a:txBody>
                  <a:tcPr/>
                </a:tc>
                <a:extLst>
                  <a:ext uri="{0D108BD9-81ED-4DB2-BD59-A6C34878D82A}">
                    <a16:rowId xmlns:a16="http://schemas.microsoft.com/office/drawing/2014/main" val="2798025568"/>
                  </a:ext>
                </a:extLst>
              </a:tr>
            </a:tbl>
          </a:graphicData>
        </a:graphic>
      </p:graphicFrame>
    </p:spTree>
    <p:extLst>
      <p:ext uri="{BB962C8B-B14F-4D97-AF65-F5344CB8AC3E}">
        <p14:creationId xmlns:p14="http://schemas.microsoft.com/office/powerpoint/2010/main" val="1841514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C4FB1-684D-AE65-3E86-01DAC02B8890}"/>
              </a:ext>
            </a:extLst>
          </p:cNvPr>
          <p:cNvSpPr>
            <a:spLocks noGrp="1"/>
          </p:cNvSpPr>
          <p:nvPr>
            <p:ph type="title"/>
          </p:nvPr>
        </p:nvSpPr>
        <p:spPr>
          <a:xfrm>
            <a:off x="792860" y="154305"/>
            <a:ext cx="6979540" cy="971550"/>
          </a:xfrm>
        </p:spPr>
        <p:txBody>
          <a:bodyPr anchor="b">
            <a:normAutofit/>
          </a:bodyPr>
          <a:lstStyle/>
          <a:p>
            <a:r>
              <a:rPr lang="en-US" sz="3600" dirty="0">
                <a:latin typeface="+mn-lt"/>
              </a:rPr>
              <a:t>map()</a:t>
            </a:r>
            <a:endParaRPr lang="en-GB" sz="3600" dirty="0">
              <a:latin typeface="+mn-lt"/>
            </a:endParaRPr>
          </a:p>
        </p:txBody>
      </p:sp>
      <p:sp>
        <p:nvSpPr>
          <p:cNvPr id="3" name="Content Placeholder 2">
            <a:extLst>
              <a:ext uri="{FF2B5EF4-FFF2-40B4-BE49-F238E27FC236}">
                <a16:creationId xmlns:a16="http://schemas.microsoft.com/office/drawing/2014/main" id="{41E39603-221C-3185-3E69-F21461B7F377}"/>
              </a:ext>
            </a:extLst>
          </p:cNvPr>
          <p:cNvSpPr>
            <a:spLocks noGrp="1"/>
          </p:cNvSpPr>
          <p:nvPr>
            <p:ph idx="1"/>
          </p:nvPr>
        </p:nvSpPr>
        <p:spPr>
          <a:xfrm>
            <a:off x="945260" y="1125855"/>
            <a:ext cx="9703689" cy="3410712"/>
          </a:xfrm>
        </p:spPr>
        <p:txBody>
          <a:bodyPr anchor="t">
            <a:normAutofit/>
          </a:bodyPr>
          <a:lstStyle/>
          <a:p>
            <a:r>
              <a:rPr lang="en-US" sz="2400" b="0" i="1" dirty="0">
                <a:effectLst/>
                <a:latin typeface="+mn-lt"/>
              </a:rPr>
              <a:t>map()</a:t>
            </a:r>
            <a:r>
              <a:rPr lang="en-US" sz="2400" b="0" i="0" dirty="0">
                <a:effectLst/>
                <a:latin typeface="+mn-lt"/>
              </a:rPr>
              <a:t> produces a new stream after applying a function to each element of the original stream. The new stream could be of different type.</a:t>
            </a:r>
          </a:p>
          <a:p>
            <a:r>
              <a:rPr lang="en-US" sz="2400" b="0" i="0" dirty="0">
                <a:effectLst/>
                <a:latin typeface="+mn-lt"/>
              </a:rPr>
              <a:t>The following example converts the stream of </a:t>
            </a:r>
            <a:r>
              <a:rPr lang="en-US" sz="2400" b="0" i="1" dirty="0">
                <a:effectLst/>
                <a:latin typeface="+mn-lt"/>
              </a:rPr>
              <a:t>Integer</a:t>
            </a:r>
            <a:r>
              <a:rPr lang="en-US" sz="2400" b="0" i="0" dirty="0">
                <a:effectLst/>
                <a:latin typeface="+mn-lt"/>
              </a:rPr>
              <a:t>s into the stream of </a:t>
            </a:r>
            <a:r>
              <a:rPr lang="en-US" sz="2400" b="0" i="1" dirty="0">
                <a:effectLst/>
                <a:latin typeface="+mn-lt"/>
              </a:rPr>
              <a:t>Employee</a:t>
            </a:r>
            <a:r>
              <a:rPr lang="en-US" sz="2400" b="0" i="0" dirty="0">
                <a:effectLst/>
                <a:latin typeface="+mn-lt"/>
              </a:rPr>
              <a:t>s</a:t>
            </a:r>
            <a:r>
              <a:rPr lang="en-US" sz="2200" b="0" i="0" dirty="0">
                <a:effectLst/>
                <a:latin typeface="Rubik"/>
              </a:rPr>
              <a:t>:</a:t>
            </a:r>
          </a:p>
          <a:p>
            <a:pPr marL="0" indent="0">
              <a:buNone/>
            </a:pPr>
            <a:endParaRPr lang="en-GB" sz="2200" dirty="0"/>
          </a:p>
        </p:txBody>
      </p:sp>
      <p:pic>
        <p:nvPicPr>
          <p:cNvPr id="5" name="Picture 4">
            <a:extLst>
              <a:ext uri="{FF2B5EF4-FFF2-40B4-BE49-F238E27FC236}">
                <a16:creationId xmlns:a16="http://schemas.microsoft.com/office/drawing/2014/main" id="{9ADEBB24-3E88-1566-58B9-4A03815C4694}"/>
              </a:ext>
            </a:extLst>
          </p:cNvPr>
          <p:cNvPicPr>
            <a:picLocks noChangeAspect="1"/>
          </p:cNvPicPr>
          <p:nvPr/>
        </p:nvPicPr>
        <p:blipFill rotWithShape="1">
          <a:blip r:embed="rId2"/>
          <a:srcRect t="12519" b="27953"/>
          <a:stretch/>
        </p:blipFill>
        <p:spPr>
          <a:xfrm>
            <a:off x="2383604" y="3429000"/>
            <a:ext cx="6562291" cy="2303145"/>
          </a:xfrm>
          <a:prstGeom prst="rect">
            <a:avLst/>
          </a:prstGeom>
        </p:spPr>
      </p:pic>
    </p:spTree>
    <p:extLst>
      <p:ext uri="{BB962C8B-B14F-4D97-AF65-F5344CB8AC3E}">
        <p14:creationId xmlns:p14="http://schemas.microsoft.com/office/powerpoint/2010/main" val="1202549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54F6-B79F-4D8A-1659-9CE210E32105}"/>
              </a:ext>
            </a:extLst>
          </p:cNvPr>
          <p:cNvSpPr>
            <a:spLocks noGrp="1"/>
          </p:cNvSpPr>
          <p:nvPr>
            <p:ph type="title"/>
          </p:nvPr>
        </p:nvSpPr>
        <p:spPr/>
        <p:txBody>
          <a:bodyPr>
            <a:normAutofit/>
          </a:bodyPr>
          <a:lstStyle/>
          <a:p>
            <a:r>
              <a:rPr lang="en-US" sz="3600" dirty="0">
                <a:latin typeface="+mn-lt"/>
              </a:rPr>
              <a:t>filter()</a:t>
            </a:r>
            <a:endParaRPr lang="en-GB" dirty="0"/>
          </a:p>
        </p:txBody>
      </p:sp>
      <p:sp>
        <p:nvSpPr>
          <p:cNvPr id="3" name="Content Placeholder 2">
            <a:extLst>
              <a:ext uri="{FF2B5EF4-FFF2-40B4-BE49-F238E27FC236}">
                <a16:creationId xmlns:a16="http://schemas.microsoft.com/office/drawing/2014/main" id="{350FF2CD-719C-FB77-5C69-7DA5DE8BAA87}"/>
              </a:ext>
            </a:extLst>
          </p:cNvPr>
          <p:cNvSpPr>
            <a:spLocks noGrp="1"/>
          </p:cNvSpPr>
          <p:nvPr>
            <p:ph idx="1"/>
          </p:nvPr>
        </p:nvSpPr>
        <p:spPr/>
        <p:txBody>
          <a:bodyPr/>
          <a:lstStyle/>
          <a:p>
            <a:r>
              <a:rPr lang="en-US" sz="2800" i="1" dirty="0"/>
              <a:t>filter()</a:t>
            </a:r>
            <a:r>
              <a:rPr lang="en-US" sz="2800" dirty="0"/>
              <a:t>; this produces a new stream that contains elements of the original stream that pass a given test</a:t>
            </a:r>
            <a:endParaRPr lang="en-GB" sz="2800" dirty="0"/>
          </a:p>
          <a:p>
            <a:endParaRPr lang="en-GB" dirty="0"/>
          </a:p>
        </p:txBody>
      </p:sp>
      <p:pic>
        <p:nvPicPr>
          <p:cNvPr id="4" name="Picture 3">
            <a:extLst>
              <a:ext uri="{FF2B5EF4-FFF2-40B4-BE49-F238E27FC236}">
                <a16:creationId xmlns:a16="http://schemas.microsoft.com/office/drawing/2014/main" id="{CCBC0BD6-9156-9DD4-186E-F50934FEF069}"/>
              </a:ext>
            </a:extLst>
          </p:cNvPr>
          <p:cNvPicPr>
            <a:picLocks noChangeAspect="1"/>
          </p:cNvPicPr>
          <p:nvPr/>
        </p:nvPicPr>
        <p:blipFill>
          <a:blip r:embed="rId2"/>
          <a:stretch>
            <a:fillRect/>
          </a:stretch>
        </p:blipFill>
        <p:spPr>
          <a:xfrm>
            <a:off x="1674688" y="2260935"/>
            <a:ext cx="8658141" cy="3477878"/>
          </a:xfrm>
          <a:prstGeom prst="rect">
            <a:avLst/>
          </a:prstGeom>
        </p:spPr>
      </p:pic>
    </p:spTree>
    <p:extLst>
      <p:ext uri="{BB962C8B-B14F-4D97-AF65-F5344CB8AC3E}">
        <p14:creationId xmlns:p14="http://schemas.microsoft.com/office/powerpoint/2010/main" val="3083942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CDAB-0DC0-8DED-3C74-823C8470BAB2}"/>
              </a:ext>
            </a:extLst>
          </p:cNvPr>
          <p:cNvSpPr>
            <a:spLocks noGrp="1"/>
          </p:cNvSpPr>
          <p:nvPr>
            <p:ph type="title"/>
          </p:nvPr>
        </p:nvSpPr>
        <p:spPr>
          <a:xfrm>
            <a:off x="829779" y="896374"/>
            <a:ext cx="3499275" cy="685846"/>
          </a:xfrm>
        </p:spPr>
        <p:txBody>
          <a:bodyPr anchor="b">
            <a:noAutofit/>
          </a:bodyPr>
          <a:lstStyle/>
          <a:p>
            <a:br>
              <a:rPr lang="en-GB" sz="3600" b="0" i="1" dirty="0">
                <a:effectLst/>
                <a:latin typeface="+mn-lt"/>
              </a:rPr>
            </a:br>
            <a:r>
              <a:rPr lang="en-GB" sz="3600" b="1" dirty="0">
                <a:effectLst/>
                <a:latin typeface="+mn-lt"/>
              </a:rPr>
              <a:t>reduce</a:t>
            </a:r>
            <a:r>
              <a:rPr lang="en-GB" sz="3600" b="0" dirty="0">
                <a:effectLst/>
                <a:latin typeface="+mn-lt"/>
              </a:rPr>
              <a:t>()</a:t>
            </a:r>
            <a:br>
              <a:rPr lang="en-GB" sz="3600" b="0" i="0" dirty="0">
                <a:effectLst/>
                <a:latin typeface="+mn-lt"/>
              </a:rPr>
            </a:br>
            <a:endParaRPr lang="en-GB" sz="3600" dirty="0">
              <a:latin typeface="+mn-lt"/>
            </a:endParaRPr>
          </a:p>
        </p:txBody>
      </p:sp>
      <p:sp>
        <p:nvSpPr>
          <p:cNvPr id="3" name="Content Placeholder 2">
            <a:extLst>
              <a:ext uri="{FF2B5EF4-FFF2-40B4-BE49-F238E27FC236}">
                <a16:creationId xmlns:a16="http://schemas.microsoft.com/office/drawing/2014/main" id="{D02ED932-085D-EDCA-123C-5646D38DBE56}"/>
              </a:ext>
            </a:extLst>
          </p:cNvPr>
          <p:cNvSpPr>
            <a:spLocks noGrp="1"/>
          </p:cNvSpPr>
          <p:nvPr>
            <p:ph idx="1"/>
          </p:nvPr>
        </p:nvSpPr>
        <p:spPr>
          <a:xfrm>
            <a:off x="829779" y="1325366"/>
            <a:ext cx="9999182" cy="1041566"/>
          </a:xfrm>
        </p:spPr>
        <p:txBody>
          <a:bodyPr anchor="t">
            <a:normAutofit fontScale="92500" lnSpcReduction="20000"/>
          </a:bodyPr>
          <a:lstStyle/>
          <a:p>
            <a:r>
              <a:rPr lang="en-US" sz="2600" i="0" dirty="0">
                <a:solidFill>
                  <a:srgbClr val="2F353E"/>
                </a:solidFill>
                <a:effectLst/>
                <a:latin typeface="+mn-lt"/>
              </a:rPr>
              <a:t>A reduction operation (also called as fold) takes a sequence of input elements and combines them into a single summary result by repeated application of a combining operation. </a:t>
            </a:r>
            <a:endParaRPr lang="en-US" sz="2600" dirty="0">
              <a:latin typeface="+mn-lt"/>
            </a:endParaRPr>
          </a:p>
          <a:p>
            <a:pPr marL="0" indent="0">
              <a:buNone/>
            </a:pPr>
            <a:endParaRPr lang="en-GB" sz="2000" dirty="0">
              <a:latin typeface="Rubik"/>
            </a:endParaRPr>
          </a:p>
        </p:txBody>
      </p:sp>
      <p:pic>
        <p:nvPicPr>
          <p:cNvPr id="5" name="Picture 4">
            <a:extLst>
              <a:ext uri="{FF2B5EF4-FFF2-40B4-BE49-F238E27FC236}">
                <a16:creationId xmlns:a16="http://schemas.microsoft.com/office/drawing/2014/main" id="{EEAF5E81-4D23-B91D-C73A-6F4392C437BF}"/>
              </a:ext>
            </a:extLst>
          </p:cNvPr>
          <p:cNvPicPr>
            <a:picLocks noChangeAspect="1"/>
          </p:cNvPicPr>
          <p:nvPr/>
        </p:nvPicPr>
        <p:blipFill rotWithShape="1">
          <a:blip r:embed="rId2"/>
          <a:srcRect t="12264" b="36038"/>
          <a:stretch/>
        </p:blipFill>
        <p:spPr>
          <a:xfrm>
            <a:off x="1976812" y="2612204"/>
            <a:ext cx="8012343" cy="1633592"/>
          </a:xfrm>
          <a:prstGeom prst="rect">
            <a:avLst/>
          </a:prstGeom>
        </p:spPr>
      </p:pic>
    </p:spTree>
    <p:extLst>
      <p:ext uri="{BB962C8B-B14F-4D97-AF65-F5344CB8AC3E}">
        <p14:creationId xmlns:p14="http://schemas.microsoft.com/office/powerpoint/2010/main" val="3401709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3BED22-93DA-8FA2-81C1-24358FCCEF6D}"/>
              </a:ext>
            </a:extLst>
          </p:cNvPr>
          <p:cNvSpPr>
            <a:spLocks noGrp="1"/>
          </p:cNvSpPr>
          <p:nvPr>
            <p:ph type="title"/>
          </p:nvPr>
        </p:nvSpPr>
        <p:spPr>
          <a:xfrm>
            <a:off x="776876" y="2519373"/>
            <a:ext cx="10001249" cy="648000"/>
          </a:xfrm>
        </p:spPr>
        <p:txBody>
          <a:bodyPr>
            <a:normAutofit/>
          </a:bodyPr>
          <a:lstStyle/>
          <a:p>
            <a:pPr algn="ctr"/>
            <a:r>
              <a:rPr lang="en-US" sz="3400" b="1" dirty="0">
                <a:latin typeface="Arial" panose="020B0604020202020204" pitchFamily="34" charset="0"/>
                <a:cs typeface="Arial" panose="020B0604020202020204" pitchFamily="34" charset="0"/>
              </a:rPr>
              <a:t>Optional class</a:t>
            </a:r>
            <a:endParaRPr lang="en-GB" sz="3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8214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C478-9BE3-4D1D-E77B-861D91A5E28F}"/>
              </a:ext>
            </a:extLst>
          </p:cNvPr>
          <p:cNvSpPr>
            <a:spLocks noGrp="1"/>
          </p:cNvSpPr>
          <p:nvPr>
            <p:ph type="title"/>
          </p:nvPr>
        </p:nvSpPr>
        <p:spPr/>
        <p:txBody>
          <a:bodyPr>
            <a:normAutofit/>
          </a:bodyPr>
          <a:lstStyle/>
          <a:p>
            <a:r>
              <a:rPr lang="en-US" sz="3600" dirty="0">
                <a:latin typeface="+mn-lt"/>
              </a:rPr>
              <a:t>Optional class</a:t>
            </a:r>
            <a:endParaRPr lang="en-GB" sz="3600" dirty="0">
              <a:latin typeface="+mn-lt"/>
            </a:endParaRPr>
          </a:p>
        </p:txBody>
      </p:sp>
      <p:sp>
        <p:nvSpPr>
          <p:cNvPr id="3" name="Content Placeholder 2">
            <a:extLst>
              <a:ext uri="{FF2B5EF4-FFF2-40B4-BE49-F238E27FC236}">
                <a16:creationId xmlns:a16="http://schemas.microsoft.com/office/drawing/2014/main" id="{E1B19F40-90F5-91F4-6A28-0DB06222319A}"/>
              </a:ext>
            </a:extLst>
          </p:cNvPr>
          <p:cNvSpPr>
            <a:spLocks noGrp="1"/>
          </p:cNvSpPr>
          <p:nvPr>
            <p:ph idx="1"/>
          </p:nvPr>
        </p:nvSpPr>
        <p:spPr>
          <a:xfrm>
            <a:off x="838200" y="1253331"/>
            <a:ext cx="10515600" cy="4351338"/>
          </a:xfrm>
        </p:spPr>
        <p:txBody>
          <a:bodyPr>
            <a:noAutofit/>
          </a:bodyPr>
          <a:lstStyle/>
          <a:p>
            <a:r>
              <a:rPr lang="en-US" sz="2400" b="0" i="0" dirty="0">
                <a:solidFill>
                  <a:srgbClr val="273239"/>
                </a:solidFill>
                <a:effectLst/>
                <a:latin typeface="+mn-lt"/>
                <a:cs typeface="Arial" panose="020B0604020202020204" pitchFamily="34" charset="0"/>
              </a:rPr>
              <a:t>Every Java Programmer is familiar with </a:t>
            </a:r>
            <a:r>
              <a:rPr lang="en-US" sz="2400" b="1" i="0" dirty="0">
                <a:effectLst/>
                <a:latin typeface="+mn-lt"/>
                <a:cs typeface="Arial" panose="020B0604020202020204" pitchFamily="34" charset="0"/>
              </a:rPr>
              <a:t>NullPointerException</a:t>
            </a:r>
            <a:r>
              <a:rPr lang="en-US" sz="2400" b="0" i="0" dirty="0">
                <a:solidFill>
                  <a:srgbClr val="273239"/>
                </a:solidFill>
                <a:effectLst/>
                <a:latin typeface="+mn-lt"/>
                <a:cs typeface="Arial" panose="020B0604020202020204" pitchFamily="34" charset="0"/>
              </a:rPr>
              <a:t>. </a:t>
            </a:r>
          </a:p>
          <a:p>
            <a:r>
              <a:rPr lang="en-US" sz="2400" b="0" i="0" dirty="0">
                <a:solidFill>
                  <a:srgbClr val="273239"/>
                </a:solidFill>
                <a:effectLst/>
                <a:latin typeface="+mn-lt"/>
                <a:cs typeface="Arial" panose="020B0604020202020204" pitchFamily="34" charset="0"/>
              </a:rPr>
              <a:t>It can crash your code and it is very hard to avoid it without using too many null checks. </a:t>
            </a:r>
          </a:p>
          <a:p>
            <a:r>
              <a:rPr lang="en-US" sz="2400" b="0" i="0" dirty="0">
                <a:solidFill>
                  <a:srgbClr val="273239"/>
                </a:solidFill>
                <a:effectLst/>
                <a:latin typeface="+mn-lt"/>
                <a:cs typeface="Arial" panose="020B0604020202020204" pitchFamily="34" charset="0"/>
              </a:rPr>
              <a:t>So, to overcome this, Java 8 has introduced a new class </a:t>
            </a:r>
            <a:r>
              <a:rPr lang="en-US" sz="2400" b="1" i="0" dirty="0">
                <a:solidFill>
                  <a:srgbClr val="273239"/>
                </a:solidFill>
                <a:effectLst/>
                <a:latin typeface="+mn-lt"/>
                <a:cs typeface="Arial" panose="020B0604020202020204" pitchFamily="34" charset="0"/>
              </a:rPr>
              <a:t>Optional </a:t>
            </a:r>
            <a:r>
              <a:rPr lang="en-US" sz="2400" b="0" i="0" dirty="0">
                <a:solidFill>
                  <a:srgbClr val="273239"/>
                </a:solidFill>
                <a:effectLst/>
                <a:latin typeface="+mn-lt"/>
                <a:cs typeface="Arial" panose="020B0604020202020204" pitchFamily="34" charset="0"/>
              </a:rPr>
              <a:t>in </a:t>
            </a:r>
            <a:r>
              <a:rPr lang="en-US" sz="2400" b="1" i="0" dirty="0" err="1">
                <a:solidFill>
                  <a:srgbClr val="273239"/>
                </a:solidFill>
                <a:effectLst/>
                <a:latin typeface="+mn-lt"/>
                <a:cs typeface="Arial" panose="020B0604020202020204" pitchFamily="34" charset="0"/>
              </a:rPr>
              <a:t>java.util</a:t>
            </a:r>
            <a:r>
              <a:rPr lang="en-US" sz="2400" b="1" i="0" dirty="0">
                <a:solidFill>
                  <a:srgbClr val="273239"/>
                </a:solidFill>
                <a:effectLst/>
                <a:latin typeface="+mn-lt"/>
                <a:cs typeface="Arial" panose="020B0604020202020204" pitchFamily="34" charset="0"/>
              </a:rPr>
              <a:t> package</a:t>
            </a:r>
            <a:r>
              <a:rPr lang="en-US" sz="2400" b="0" i="0" dirty="0">
                <a:solidFill>
                  <a:srgbClr val="273239"/>
                </a:solidFill>
                <a:effectLst/>
                <a:latin typeface="+mn-lt"/>
                <a:cs typeface="Arial" panose="020B0604020202020204" pitchFamily="34" charset="0"/>
              </a:rPr>
              <a:t>. </a:t>
            </a:r>
          </a:p>
          <a:p>
            <a:r>
              <a:rPr lang="en-US" sz="2400" b="0" i="0" dirty="0">
                <a:solidFill>
                  <a:srgbClr val="273239"/>
                </a:solidFill>
                <a:effectLst/>
                <a:latin typeface="+mn-lt"/>
                <a:cs typeface="Arial" panose="020B0604020202020204" pitchFamily="34" charset="0"/>
              </a:rPr>
              <a:t>It can help in writing a neat code without using too many null checks. </a:t>
            </a:r>
          </a:p>
          <a:p>
            <a:r>
              <a:rPr lang="en-US" sz="2400" b="0" i="0" dirty="0">
                <a:solidFill>
                  <a:srgbClr val="273239"/>
                </a:solidFill>
                <a:effectLst/>
                <a:latin typeface="+mn-lt"/>
                <a:cs typeface="Arial" panose="020B0604020202020204" pitchFamily="34" charset="0"/>
              </a:rPr>
              <a:t>By using Optional, we can specify alternate values to return or alternate code to run. </a:t>
            </a:r>
          </a:p>
          <a:p>
            <a:r>
              <a:rPr lang="en-US" sz="2400" b="0" i="0" dirty="0">
                <a:solidFill>
                  <a:srgbClr val="273239"/>
                </a:solidFill>
                <a:effectLst/>
                <a:latin typeface="+mn-lt"/>
                <a:cs typeface="Arial" panose="020B0604020202020204" pitchFamily="34" charset="0"/>
              </a:rPr>
              <a:t>This makes the code more readable because the facts which were hidden are now visible to the developer.</a:t>
            </a:r>
            <a:endParaRPr lang="en-GB" sz="2400" dirty="0">
              <a:latin typeface="+mn-lt"/>
              <a:cs typeface="Arial" panose="020B0604020202020204" pitchFamily="34" charset="0"/>
            </a:endParaRPr>
          </a:p>
        </p:txBody>
      </p:sp>
    </p:spTree>
    <p:extLst>
      <p:ext uri="{BB962C8B-B14F-4D97-AF65-F5344CB8AC3E}">
        <p14:creationId xmlns:p14="http://schemas.microsoft.com/office/powerpoint/2010/main" val="2779694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29ED-F14B-5FB7-B87D-131DD38A7C29}"/>
              </a:ext>
            </a:extLst>
          </p:cNvPr>
          <p:cNvSpPr>
            <a:spLocks noGrp="1"/>
          </p:cNvSpPr>
          <p:nvPr>
            <p:ph type="title"/>
          </p:nvPr>
        </p:nvSpPr>
        <p:spPr/>
        <p:txBody>
          <a:bodyPr>
            <a:normAutofit/>
          </a:bodyPr>
          <a:lstStyle/>
          <a:p>
            <a:r>
              <a:rPr lang="en-US" sz="3600" b="1" i="0" dirty="0">
                <a:effectLst/>
                <a:latin typeface="+mn-lt"/>
              </a:rPr>
              <a:t>Java Program Without Using Optional Class</a:t>
            </a:r>
            <a:endParaRPr lang="en-GB" sz="3600" dirty="0">
              <a:latin typeface="+mn-lt"/>
            </a:endParaRPr>
          </a:p>
        </p:txBody>
      </p:sp>
      <p:sp>
        <p:nvSpPr>
          <p:cNvPr id="10" name="Content Placeholder 2">
            <a:extLst>
              <a:ext uri="{FF2B5EF4-FFF2-40B4-BE49-F238E27FC236}">
                <a16:creationId xmlns:a16="http://schemas.microsoft.com/office/drawing/2014/main" id="{3702CBAA-7070-28BC-FD63-C034235B703E}"/>
              </a:ext>
            </a:extLst>
          </p:cNvPr>
          <p:cNvSpPr txBox="1">
            <a:spLocks/>
          </p:cNvSpPr>
          <p:nvPr/>
        </p:nvSpPr>
        <p:spPr>
          <a:xfrm>
            <a:off x="6096000" y="1577332"/>
            <a:ext cx="5408488" cy="433886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rgbClr val="64DD43"/>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64DD43"/>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64DD43"/>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64DD43"/>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pic>
        <p:nvPicPr>
          <p:cNvPr id="14" name="Picture 13">
            <a:extLst>
              <a:ext uri="{FF2B5EF4-FFF2-40B4-BE49-F238E27FC236}">
                <a16:creationId xmlns:a16="http://schemas.microsoft.com/office/drawing/2014/main" id="{AF6D6950-5920-3AC3-DC01-3627AF4A7161}"/>
              </a:ext>
            </a:extLst>
          </p:cNvPr>
          <p:cNvPicPr>
            <a:picLocks noChangeAspect="1"/>
          </p:cNvPicPr>
          <p:nvPr/>
        </p:nvPicPr>
        <p:blipFill rotWithShape="1">
          <a:blip r:embed="rId2"/>
          <a:srcRect l="27389" t="16179" r="37809" b="66742"/>
          <a:stretch/>
        </p:blipFill>
        <p:spPr>
          <a:xfrm>
            <a:off x="1346404" y="1444648"/>
            <a:ext cx="8609254" cy="2373081"/>
          </a:xfrm>
          <a:prstGeom prst="rect">
            <a:avLst/>
          </a:prstGeom>
        </p:spPr>
      </p:pic>
      <p:sp>
        <p:nvSpPr>
          <p:cNvPr id="15" name="TextBox 14">
            <a:extLst>
              <a:ext uri="{FF2B5EF4-FFF2-40B4-BE49-F238E27FC236}">
                <a16:creationId xmlns:a16="http://schemas.microsoft.com/office/drawing/2014/main" id="{CA7387F1-98E2-8AFE-DC44-E02499B0A53E}"/>
              </a:ext>
            </a:extLst>
          </p:cNvPr>
          <p:cNvSpPr txBox="1"/>
          <p:nvPr/>
        </p:nvSpPr>
        <p:spPr>
          <a:xfrm>
            <a:off x="1119884" y="4284591"/>
            <a:ext cx="1438382" cy="369332"/>
          </a:xfrm>
          <a:prstGeom prst="rect">
            <a:avLst/>
          </a:prstGeom>
          <a:noFill/>
        </p:spPr>
        <p:txBody>
          <a:bodyPr wrap="square" rtlCol="0">
            <a:spAutoFit/>
          </a:bodyPr>
          <a:lstStyle/>
          <a:p>
            <a:r>
              <a:rPr lang="en-US" dirty="0"/>
              <a:t>Output: </a:t>
            </a:r>
            <a:endParaRPr lang="en-GB" dirty="0"/>
          </a:p>
        </p:txBody>
      </p:sp>
      <p:pic>
        <p:nvPicPr>
          <p:cNvPr id="17" name="Picture 16">
            <a:extLst>
              <a:ext uri="{FF2B5EF4-FFF2-40B4-BE49-F238E27FC236}">
                <a16:creationId xmlns:a16="http://schemas.microsoft.com/office/drawing/2014/main" id="{C8BF4BD5-24AE-6E3D-DC2F-15EA7C29B205}"/>
              </a:ext>
            </a:extLst>
          </p:cNvPr>
          <p:cNvPicPr>
            <a:picLocks noChangeAspect="1"/>
          </p:cNvPicPr>
          <p:nvPr/>
        </p:nvPicPr>
        <p:blipFill rotWithShape="1">
          <a:blip r:embed="rId3"/>
          <a:srcRect l="25117" t="42849" r="22209" b="51854"/>
          <a:stretch/>
        </p:blipFill>
        <p:spPr>
          <a:xfrm>
            <a:off x="1237421" y="4870053"/>
            <a:ext cx="9986481" cy="564831"/>
          </a:xfrm>
          <a:prstGeom prst="rect">
            <a:avLst/>
          </a:prstGeom>
        </p:spPr>
      </p:pic>
    </p:spTree>
    <p:extLst>
      <p:ext uri="{BB962C8B-B14F-4D97-AF65-F5344CB8AC3E}">
        <p14:creationId xmlns:p14="http://schemas.microsoft.com/office/powerpoint/2010/main" val="407185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6B51-FFE3-0940-A742-01F10962B5E9}"/>
              </a:ext>
            </a:extLst>
          </p:cNvPr>
          <p:cNvSpPr>
            <a:spLocks noGrp="1"/>
          </p:cNvSpPr>
          <p:nvPr>
            <p:ph type="title"/>
          </p:nvPr>
        </p:nvSpPr>
        <p:spPr>
          <a:xfrm>
            <a:off x="838200" y="365125"/>
            <a:ext cx="9867472" cy="826677"/>
          </a:xfrm>
        </p:spPr>
        <p:txBody>
          <a:bodyPr>
            <a:normAutofit/>
          </a:bodyPr>
          <a:lstStyle/>
          <a:p>
            <a:r>
              <a:rPr lang="en-US" sz="3600" b="1" i="0" dirty="0">
                <a:effectLst/>
                <a:latin typeface="+mn-lt"/>
              </a:rPr>
              <a:t>Java Program With Optional Class</a:t>
            </a:r>
            <a:endParaRPr lang="en-GB" sz="3600" dirty="0">
              <a:latin typeface="+mn-lt"/>
            </a:endParaRPr>
          </a:p>
        </p:txBody>
      </p:sp>
      <p:pic>
        <p:nvPicPr>
          <p:cNvPr id="8" name="Picture 7">
            <a:extLst>
              <a:ext uri="{FF2B5EF4-FFF2-40B4-BE49-F238E27FC236}">
                <a16:creationId xmlns:a16="http://schemas.microsoft.com/office/drawing/2014/main" id="{50FBD549-009B-168B-43C9-A0D1EC8A461B}"/>
              </a:ext>
            </a:extLst>
          </p:cNvPr>
          <p:cNvPicPr>
            <a:picLocks noChangeAspect="1"/>
          </p:cNvPicPr>
          <p:nvPr/>
        </p:nvPicPr>
        <p:blipFill rotWithShape="1">
          <a:blip r:embed="rId2"/>
          <a:srcRect l="27388" t="17986" r="25842" b="44029"/>
          <a:stretch/>
        </p:blipFill>
        <p:spPr>
          <a:xfrm>
            <a:off x="1224707" y="1191803"/>
            <a:ext cx="9337127" cy="4332492"/>
          </a:xfrm>
          <a:prstGeom prst="rect">
            <a:avLst/>
          </a:prstGeom>
        </p:spPr>
      </p:pic>
      <p:pic>
        <p:nvPicPr>
          <p:cNvPr id="10" name="Picture 9">
            <a:extLst>
              <a:ext uri="{FF2B5EF4-FFF2-40B4-BE49-F238E27FC236}">
                <a16:creationId xmlns:a16="http://schemas.microsoft.com/office/drawing/2014/main" id="{C4B1C920-851E-6F86-3674-A8EA8655E6C0}"/>
              </a:ext>
            </a:extLst>
          </p:cNvPr>
          <p:cNvPicPr>
            <a:picLocks noChangeAspect="1"/>
          </p:cNvPicPr>
          <p:nvPr/>
        </p:nvPicPr>
        <p:blipFill rotWithShape="1">
          <a:blip r:embed="rId3"/>
          <a:srcRect l="25431" t="71664" r="58371" b="25591"/>
          <a:stretch/>
        </p:blipFill>
        <p:spPr>
          <a:xfrm>
            <a:off x="2044558" y="6036143"/>
            <a:ext cx="4695290" cy="447705"/>
          </a:xfrm>
          <a:prstGeom prst="rect">
            <a:avLst/>
          </a:prstGeom>
        </p:spPr>
      </p:pic>
      <p:sp>
        <p:nvSpPr>
          <p:cNvPr id="11" name="TextBox 10">
            <a:extLst>
              <a:ext uri="{FF2B5EF4-FFF2-40B4-BE49-F238E27FC236}">
                <a16:creationId xmlns:a16="http://schemas.microsoft.com/office/drawing/2014/main" id="{DC031FEB-FAB2-D8E3-8C62-3E70D134B8FB}"/>
              </a:ext>
            </a:extLst>
          </p:cNvPr>
          <p:cNvSpPr txBox="1"/>
          <p:nvPr/>
        </p:nvSpPr>
        <p:spPr>
          <a:xfrm>
            <a:off x="1224707" y="5373810"/>
            <a:ext cx="1795895" cy="584775"/>
          </a:xfrm>
          <a:prstGeom prst="rect">
            <a:avLst/>
          </a:prstGeom>
          <a:noFill/>
        </p:spPr>
        <p:txBody>
          <a:bodyPr wrap="square" rtlCol="0">
            <a:spAutoFit/>
          </a:bodyPr>
          <a:lstStyle/>
          <a:p>
            <a:r>
              <a:rPr lang="en-US" sz="3200" dirty="0"/>
              <a:t>output</a:t>
            </a:r>
            <a:endParaRPr lang="en-GB" dirty="0"/>
          </a:p>
        </p:txBody>
      </p:sp>
    </p:spTree>
    <p:extLst>
      <p:ext uri="{BB962C8B-B14F-4D97-AF65-F5344CB8AC3E}">
        <p14:creationId xmlns:p14="http://schemas.microsoft.com/office/powerpoint/2010/main" val="1495769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2C913-8620-4AF9-C944-98C37223FCEE}"/>
              </a:ext>
            </a:extLst>
          </p:cNvPr>
          <p:cNvSpPr>
            <a:spLocks noGrp="1"/>
          </p:cNvSpPr>
          <p:nvPr>
            <p:ph type="title"/>
          </p:nvPr>
        </p:nvSpPr>
        <p:spPr>
          <a:xfrm>
            <a:off x="778695" y="344576"/>
            <a:ext cx="10515600" cy="1325563"/>
          </a:xfrm>
        </p:spPr>
        <p:txBody>
          <a:bodyPr/>
          <a:lstStyle/>
          <a:p>
            <a:r>
              <a:rPr lang="en-US" dirty="0"/>
              <a:t>Use case</a:t>
            </a:r>
            <a:endParaRPr lang="en-GB" dirty="0"/>
          </a:p>
        </p:txBody>
      </p:sp>
      <p:sp>
        <p:nvSpPr>
          <p:cNvPr id="3" name="Content Placeholder 2">
            <a:extLst>
              <a:ext uri="{FF2B5EF4-FFF2-40B4-BE49-F238E27FC236}">
                <a16:creationId xmlns:a16="http://schemas.microsoft.com/office/drawing/2014/main" id="{F34D9CC7-C8E2-961B-326C-50A03FFBF322}"/>
              </a:ext>
            </a:extLst>
          </p:cNvPr>
          <p:cNvSpPr>
            <a:spLocks noGrp="1"/>
          </p:cNvSpPr>
          <p:nvPr>
            <p:ph idx="1"/>
          </p:nvPr>
        </p:nvSpPr>
        <p:spPr>
          <a:xfrm>
            <a:off x="719190" y="1464656"/>
            <a:ext cx="10634609" cy="4486275"/>
          </a:xfrm>
        </p:spPr>
        <p:txBody>
          <a:bodyPr>
            <a:normAutofit/>
          </a:bodyPr>
          <a:lstStyle/>
          <a:p>
            <a:pPr rtl="0"/>
            <a:r>
              <a:rPr lang="en-GB" sz="2400" dirty="0"/>
              <a:t>From the existing use case, validate email field using regular expression.</a:t>
            </a:r>
            <a:endParaRPr lang="en-GB" sz="2400" dirty="0">
              <a:effectLst/>
            </a:endParaRPr>
          </a:p>
          <a:p>
            <a:pPr rtl="0"/>
            <a:r>
              <a:rPr lang="en-GB" sz="2400" dirty="0"/>
              <a:t>Find unique customers from specific location and sort based on customer name (ascending order)</a:t>
            </a:r>
            <a:endParaRPr lang="en-GB" sz="2400" dirty="0">
              <a:effectLst/>
            </a:endParaRPr>
          </a:p>
          <a:p>
            <a:pPr rtl="0"/>
            <a:r>
              <a:rPr lang="en-GB" sz="2400" dirty="0">
                <a:effectLst/>
              </a:rPr>
              <a:t>Print all customer name in the following format</a:t>
            </a:r>
          </a:p>
          <a:p>
            <a:pPr lvl="1"/>
            <a:r>
              <a:rPr lang="en-GB" sz="2000" dirty="0">
                <a:effectLst/>
              </a:rPr>
              <a:t>Hi </a:t>
            </a:r>
            <a:r>
              <a:rPr lang="en-GB" sz="2000" dirty="0" err="1">
                <a:effectLst/>
              </a:rPr>
              <a:t>firstname</a:t>
            </a:r>
            <a:r>
              <a:rPr lang="en-GB" sz="2000" dirty="0">
                <a:effectLst/>
              </a:rPr>
              <a:t> </a:t>
            </a:r>
            <a:r>
              <a:rPr lang="en-GB" sz="2000" dirty="0" err="1">
                <a:effectLst/>
              </a:rPr>
              <a:t>lastname</a:t>
            </a:r>
            <a:r>
              <a:rPr lang="en-GB" sz="2000" dirty="0"/>
              <a:t> </a:t>
            </a:r>
            <a:r>
              <a:rPr lang="en-GB" sz="2000" dirty="0">
                <a:effectLst/>
              </a:rPr>
              <a:t> </a:t>
            </a:r>
          </a:p>
          <a:p>
            <a:pPr rtl="0"/>
            <a:r>
              <a:rPr lang="en-GB" sz="2400" dirty="0">
                <a:effectLst/>
              </a:rPr>
              <a:t>Calculate the bonus using the existing salary </a:t>
            </a:r>
          </a:p>
          <a:p>
            <a:pPr lvl="1"/>
            <a:r>
              <a:rPr lang="en-GB" sz="2000" dirty="0">
                <a:effectLst/>
              </a:rPr>
              <a:t>Bonus = salary * 0.1</a:t>
            </a:r>
          </a:p>
          <a:p>
            <a:pPr rtl="0"/>
            <a:r>
              <a:rPr lang="en-GB" sz="2400" dirty="0">
                <a:effectLst/>
              </a:rPr>
              <a:t>List all the available departments in each of the location</a:t>
            </a:r>
            <a:endParaRPr lang="en-GB" sz="2400" dirty="0"/>
          </a:p>
        </p:txBody>
      </p:sp>
    </p:spTree>
    <p:extLst>
      <p:ext uri="{BB962C8B-B14F-4D97-AF65-F5344CB8AC3E}">
        <p14:creationId xmlns:p14="http://schemas.microsoft.com/office/powerpoint/2010/main" val="337480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6D8FFE-CCBC-A3C8-0F59-DC077F9A07AC}"/>
              </a:ext>
            </a:extLst>
          </p:cNvPr>
          <p:cNvSpPr>
            <a:spLocks noGrp="1"/>
          </p:cNvSpPr>
          <p:nvPr>
            <p:ph type="body" sz="quarter" idx="10"/>
          </p:nvPr>
        </p:nvSpPr>
        <p:spPr/>
        <p:txBody>
          <a:bodyPr/>
          <a:lstStyle/>
          <a:p>
            <a:r>
              <a:rPr lang="en-US" dirty="0"/>
              <a:t>Thank You</a:t>
            </a:r>
            <a:endParaRPr lang="en-GB" dirty="0"/>
          </a:p>
        </p:txBody>
      </p:sp>
      <p:sp>
        <p:nvSpPr>
          <p:cNvPr id="3" name="Footer Placeholder 2">
            <a:extLst>
              <a:ext uri="{FF2B5EF4-FFF2-40B4-BE49-F238E27FC236}">
                <a16:creationId xmlns:a16="http://schemas.microsoft.com/office/drawing/2014/main" id="{81CB6562-5979-2BCB-97F3-5C94E10DB58B}"/>
              </a:ext>
            </a:extLst>
          </p:cNvPr>
          <p:cNvSpPr>
            <a:spLocks noGrp="1"/>
          </p:cNvSpPr>
          <p:nvPr>
            <p:ph type="ftr" sz="quarter" idx="3"/>
          </p:nvPr>
        </p:nvSpPr>
        <p:spPr/>
        <p:txBody>
          <a:bodyPr/>
          <a:lstStyle/>
          <a:p>
            <a:r>
              <a:rPr lang="en-GB"/>
              <a:t>Gen AI and LLM</a:t>
            </a:r>
          </a:p>
        </p:txBody>
      </p:sp>
    </p:spTree>
    <p:extLst>
      <p:ext uri="{BB962C8B-B14F-4D97-AF65-F5344CB8AC3E}">
        <p14:creationId xmlns:p14="http://schemas.microsoft.com/office/powerpoint/2010/main" val="74143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 Chartered">
  <a:themeElements>
    <a:clrScheme name="Standard Chartered Colours">
      <a:dk1>
        <a:srgbClr val="525355"/>
      </a:dk1>
      <a:lt1>
        <a:srgbClr val="FFFFFF"/>
      </a:lt1>
      <a:dk2>
        <a:srgbClr val="525355"/>
      </a:dk2>
      <a:lt2>
        <a:srgbClr val="FFFFFF"/>
      </a:lt2>
      <a:accent1>
        <a:srgbClr val="0473EA"/>
      </a:accent1>
      <a:accent2>
        <a:srgbClr val="38D200"/>
      </a:accent2>
      <a:accent3>
        <a:srgbClr val="D4D4D4"/>
      </a:accent3>
      <a:accent4>
        <a:srgbClr val="0083B3"/>
      </a:accent4>
      <a:accent5>
        <a:srgbClr val="20ACFF"/>
      </a:accent5>
      <a:accent6>
        <a:srgbClr val="52DAFF"/>
      </a:accent6>
      <a:hlink>
        <a:srgbClr val="525355"/>
      </a:hlink>
      <a:folHlink>
        <a:srgbClr val="52535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ccent 7">
      <a:srgbClr val="3BEB8D"/>
    </a:custClr>
    <a:custClr name="70% of SC Green">
      <a:srgbClr val="74DF4C"/>
    </a:custClr>
    <a:custClr name="50% of SC Green">
      <a:srgbClr val="9BE880"/>
    </a:custClr>
    <a:custClr name="20% of SC Green">
      <a:srgbClr val="D7F6CC"/>
    </a:custClr>
    <a:custClr name="70% of SC Blue">
      <a:srgbClr val="4F9DF0"/>
    </a:custClr>
    <a:custClr name="50% of SC Blue">
      <a:srgbClr val="81B9F4"/>
    </a:custClr>
    <a:custClr name="20% of SC Blue">
      <a:srgbClr val="CDE3FB"/>
    </a:custClr>
    <a:custClr name="70% of SC Grey">
      <a:srgbClr val="868788"/>
    </a:custClr>
    <a:custClr name="50% of SC Grey">
      <a:srgbClr val="A8A9AA"/>
    </a:custClr>
    <a:custClr name="25% of SC Grey">
      <a:srgbClr val="D4D4D4"/>
    </a:custClr>
    <a:custClr name="15% of SC Grey">
      <a:srgbClr val="E5E5E5"/>
    </a:custClr>
  </a:custClrLst>
  <a:extLst>
    <a:ext uri="{05A4C25C-085E-4340-85A3-A5531E510DB2}">
      <thm15:themeFamily xmlns:thm15="http://schemas.microsoft.com/office/thememl/2012/main" name="Standard Chartered" id="{C8E03503-E082-2F4B-923F-E7E947988A83}" vid="{8C62C1AB-8DCE-0841-9A24-180CBCC2DE2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6997</TotalTime>
  <Words>1699</Words>
  <Application>Microsoft Office PowerPoint</Application>
  <PresentationFormat>Widescreen</PresentationFormat>
  <Paragraphs>210</Paragraphs>
  <Slides>38</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Arial</vt:lpstr>
      <vt:lpstr>Calibri</vt:lpstr>
      <vt:lpstr>Calibri Light</vt:lpstr>
      <vt:lpstr>Cover Description</vt:lpstr>
      <vt:lpstr>Cover Title</vt:lpstr>
      <vt:lpstr>Google Sans</vt:lpstr>
      <vt:lpstr>Raleway</vt:lpstr>
      <vt:lpstr>Rubik</vt:lpstr>
      <vt:lpstr>Slide</vt:lpstr>
      <vt:lpstr>Wingdings</vt:lpstr>
      <vt:lpstr>Office Theme</vt:lpstr>
      <vt:lpstr>Standard Chartered</vt:lpstr>
      <vt:lpstr>Functional Programming in Java</vt:lpstr>
      <vt:lpstr>Modules</vt:lpstr>
      <vt:lpstr>Functional Programming</vt:lpstr>
      <vt:lpstr>Functional Programming</vt:lpstr>
      <vt:lpstr>PowerPoint Presentation</vt:lpstr>
      <vt:lpstr>Functional Interface</vt:lpstr>
      <vt:lpstr>Functional Interfaces</vt:lpstr>
      <vt:lpstr>Defining functional interface using annotation</vt:lpstr>
      <vt:lpstr>Benefits of Functional Interface</vt:lpstr>
      <vt:lpstr>Built-In Functional Interfaces in Java</vt:lpstr>
      <vt:lpstr>Predefined Functional Interfaces example:</vt:lpstr>
      <vt:lpstr>PowerPoint Presentation</vt:lpstr>
      <vt:lpstr>Lambda Expression to implement Functional Interface</vt:lpstr>
      <vt:lpstr>  Lambda Expressions  </vt:lpstr>
      <vt:lpstr>Why Lambdas?</vt:lpstr>
      <vt:lpstr>Lambda vs Method</vt:lpstr>
      <vt:lpstr>Lambda vs Method</vt:lpstr>
      <vt:lpstr>Lambda Expression with one small addition of -&gt;</vt:lpstr>
      <vt:lpstr>PowerPoint Presentation</vt:lpstr>
      <vt:lpstr>Lambdas with Single Parameter</vt:lpstr>
      <vt:lpstr>Lambdas with Two Parameters</vt:lpstr>
      <vt:lpstr>Simple Lambda Expression </vt:lpstr>
      <vt:lpstr>PowerPoint Presentation</vt:lpstr>
      <vt:lpstr>Method References</vt:lpstr>
      <vt:lpstr>Types of Method References</vt:lpstr>
      <vt:lpstr>Streams API</vt:lpstr>
      <vt:lpstr>Streams</vt:lpstr>
      <vt:lpstr>Types of Stream Operations in Java</vt:lpstr>
      <vt:lpstr>Stream Source and Operations</vt:lpstr>
      <vt:lpstr>map()</vt:lpstr>
      <vt:lpstr>filter()</vt:lpstr>
      <vt:lpstr> reduce() </vt:lpstr>
      <vt:lpstr>Optional class</vt:lpstr>
      <vt:lpstr>Optional class</vt:lpstr>
      <vt:lpstr>Java Program Without Using Optional Class</vt:lpstr>
      <vt:lpstr>Java Program With Optional Class</vt:lpstr>
      <vt:lpstr>Use case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Interface</dc:title>
  <dc:creator>Raddi, Sushmita</dc:creator>
  <cp:lastModifiedBy>Murugesan, Niranjana</cp:lastModifiedBy>
  <cp:revision>3</cp:revision>
  <dcterms:created xsi:type="dcterms:W3CDTF">2023-06-15T12:51:01Z</dcterms:created>
  <dcterms:modified xsi:type="dcterms:W3CDTF">2024-05-06T08:51:28Z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40e60c6-cef6-4cc0-a98d-364c7249d74b_Enabled">
    <vt:lpwstr>true</vt:lpwstr>
  </property>
  <property fmtid="{D5CDD505-2E9C-101B-9397-08002B2CF9AE}" pid="3" name="MSIP_Label_840e60c6-cef6-4cc0-a98d-364c7249d74b_SetDate">
    <vt:lpwstr>2024-04-29T03:08:45Z</vt:lpwstr>
  </property>
  <property fmtid="{D5CDD505-2E9C-101B-9397-08002B2CF9AE}" pid="4" name="MSIP_Label_840e60c6-cef6-4cc0-a98d-364c7249d74b_Method">
    <vt:lpwstr>Privileged</vt:lpwstr>
  </property>
  <property fmtid="{D5CDD505-2E9C-101B-9397-08002B2CF9AE}" pid="5" name="MSIP_Label_840e60c6-cef6-4cc0-a98d-364c7249d74b_Name">
    <vt:lpwstr>840e60c6-cef6-4cc0-a98d-364c7249d74b</vt:lpwstr>
  </property>
  <property fmtid="{D5CDD505-2E9C-101B-9397-08002B2CF9AE}" pid="6" name="MSIP_Label_840e60c6-cef6-4cc0-a98d-364c7249d74b_SiteId">
    <vt:lpwstr>b44900f1-2def-4c3b-9ec6-9020d604e19e</vt:lpwstr>
  </property>
  <property fmtid="{D5CDD505-2E9C-101B-9397-08002B2CF9AE}" pid="7" name="MSIP_Label_840e60c6-cef6-4cc0-a98d-364c7249d74b_ActionId">
    <vt:lpwstr>71b3e561-2e7a-439f-ba73-cd46d3772d65</vt:lpwstr>
  </property>
  <property fmtid="{D5CDD505-2E9C-101B-9397-08002B2CF9AE}" pid="8" name="MSIP_Label_840e60c6-cef6-4cc0-a98d-364c7249d74b_ContentBits">
    <vt:lpwstr>1</vt:lpwstr>
  </property>
</Properties>
</file>