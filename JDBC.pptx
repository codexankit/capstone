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handoutMasterIdLst>
    <p:handoutMasterId r:id="rId20"/>
  </p:handoutMasterIdLst>
  <p:sldIdLst>
    <p:sldId id="423" r:id="rId2"/>
    <p:sldId id="2145705612" r:id="rId3"/>
    <p:sldId id="2146846690" r:id="rId4"/>
    <p:sldId id="808" r:id="rId5"/>
    <p:sldId id="2146846691" r:id="rId6"/>
    <p:sldId id="2146846692" r:id="rId7"/>
    <p:sldId id="2146846688" r:id="rId8"/>
    <p:sldId id="774" r:id="rId9"/>
    <p:sldId id="770" r:id="rId10"/>
    <p:sldId id="771" r:id="rId11"/>
    <p:sldId id="672" r:id="rId12"/>
    <p:sldId id="813" r:id="rId13"/>
    <p:sldId id="814" r:id="rId14"/>
    <p:sldId id="815" r:id="rId15"/>
    <p:sldId id="816" r:id="rId16"/>
    <p:sldId id="773" r:id="rId17"/>
    <p:sldId id="21468466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0A2EB6-7AE8-47EB-27D8-8921D271A9DE}" name="Sundaramoorthy, Rekha" initials="SR" userId="S::1613287@zone1.scb.net::ca907d23-e9ef-4404-891a-f975b2317b6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1B1"/>
    <a:srgbClr val="38D100"/>
    <a:srgbClr val="0473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14DECA-1148-4A57-A3AA-DE99AB324F6E}" v="185" dt="2024-05-16T11:14:44.3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44" autoAdjust="0"/>
    <p:restoredTop sz="94796" autoAdjust="0"/>
  </p:normalViewPr>
  <p:slideViewPr>
    <p:cSldViewPr snapToGrid="0">
      <p:cViewPr varScale="1">
        <p:scale>
          <a:sx n="63" d="100"/>
          <a:sy n="63" d="100"/>
        </p:scale>
        <p:origin x="892" y="44"/>
      </p:cViewPr>
      <p:guideLst/>
    </p:cSldViewPr>
  </p:slideViewPr>
  <p:notesTextViewPr>
    <p:cViewPr>
      <p:scale>
        <a:sx n="1" d="1"/>
        <a:sy n="1" d="1"/>
      </p:scale>
      <p:origin x="0" y="0"/>
    </p:cViewPr>
  </p:notesTextViewPr>
  <p:sorterViewPr>
    <p:cViewPr>
      <p:scale>
        <a:sx n="25" d="100"/>
        <a:sy n="25" d="100"/>
      </p:scale>
      <p:origin x="0" y="0"/>
    </p:cViewPr>
  </p:sorterViewPr>
  <p:notesViewPr>
    <p:cSldViewPr snapToGrid="0">
      <p:cViewPr varScale="1">
        <p:scale>
          <a:sx n="51" d="100"/>
          <a:sy n="51" d="100"/>
        </p:scale>
        <p:origin x="2692" y="2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rugesan, Niranjana" userId="c1bafbb3-6091-456a-b741-2c09805ccd67" providerId="ADAL" clId="{BB14DECA-1148-4A57-A3AA-DE99AB324F6E}"/>
    <pc:docChg chg="undo redo custSel addSld delSld modSld sldOrd modMainMaster">
      <pc:chgData name="Murugesan, Niranjana" userId="c1bafbb3-6091-456a-b741-2c09805ccd67" providerId="ADAL" clId="{BB14DECA-1148-4A57-A3AA-DE99AB324F6E}" dt="2024-05-16T11:16:05.501" v="487" actId="47"/>
      <pc:docMkLst>
        <pc:docMk/>
      </pc:docMkLst>
      <pc:sldChg chg="del">
        <pc:chgData name="Murugesan, Niranjana" userId="c1bafbb3-6091-456a-b741-2c09805ccd67" providerId="ADAL" clId="{BB14DECA-1148-4A57-A3AA-DE99AB324F6E}" dt="2024-04-25T06:40:51.655" v="2" actId="47"/>
        <pc:sldMkLst>
          <pc:docMk/>
          <pc:sldMk cId="508031471" sldId="396"/>
        </pc:sldMkLst>
      </pc:sldChg>
      <pc:sldChg chg="modSp mod">
        <pc:chgData name="Murugesan, Niranjana" userId="c1bafbb3-6091-456a-b741-2c09805ccd67" providerId="ADAL" clId="{BB14DECA-1148-4A57-A3AA-DE99AB324F6E}" dt="2024-04-25T07:00:17.860" v="411" actId="20577"/>
        <pc:sldMkLst>
          <pc:docMk/>
          <pc:sldMk cId="1741718409" sldId="423"/>
        </pc:sldMkLst>
        <pc:spChg chg="mod">
          <ac:chgData name="Murugesan, Niranjana" userId="c1bafbb3-6091-456a-b741-2c09805ccd67" providerId="ADAL" clId="{BB14DECA-1148-4A57-A3AA-DE99AB324F6E}" dt="2024-04-25T07:00:17.860" v="411" actId="20577"/>
          <ac:spMkLst>
            <pc:docMk/>
            <pc:sldMk cId="1741718409" sldId="423"/>
            <ac:spMk id="2" creationId="{FC4BD2F8-16EF-0D42-8801-4E09AFFB8EF7}"/>
          </ac:spMkLst>
        </pc:spChg>
      </pc:sldChg>
      <pc:sldChg chg="del">
        <pc:chgData name="Murugesan, Niranjana" userId="c1bafbb3-6091-456a-b741-2c09805ccd67" providerId="ADAL" clId="{BB14DECA-1148-4A57-A3AA-DE99AB324F6E}" dt="2024-04-25T06:40:23.486" v="0" actId="47"/>
        <pc:sldMkLst>
          <pc:docMk/>
          <pc:sldMk cId="2304704477" sldId="611"/>
        </pc:sldMkLst>
      </pc:sldChg>
      <pc:sldChg chg="del">
        <pc:chgData name="Murugesan, Niranjana" userId="c1bafbb3-6091-456a-b741-2c09805ccd67" providerId="ADAL" clId="{BB14DECA-1148-4A57-A3AA-DE99AB324F6E}" dt="2024-04-25T06:41:08.672" v="3" actId="47"/>
        <pc:sldMkLst>
          <pc:docMk/>
          <pc:sldMk cId="3392768410" sldId="658"/>
        </pc:sldMkLst>
      </pc:sldChg>
      <pc:sldChg chg="del">
        <pc:chgData name="Murugesan, Niranjana" userId="c1bafbb3-6091-456a-b741-2c09805ccd67" providerId="ADAL" clId="{BB14DECA-1148-4A57-A3AA-DE99AB324F6E}" dt="2024-04-25T06:41:08.672" v="3" actId="47"/>
        <pc:sldMkLst>
          <pc:docMk/>
          <pc:sldMk cId="1613707020" sldId="659"/>
        </pc:sldMkLst>
      </pc:sldChg>
      <pc:sldChg chg="del">
        <pc:chgData name="Murugesan, Niranjana" userId="c1bafbb3-6091-456a-b741-2c09805ccd67" providerId="ADAL" clId="{BB14DECA-1148-4A57-A3AA-DE99AB324F6E}" dt="2024-04-25T06:41:08.672" v="3" actId="47"/>
        <pc:sldMkLst>
          <pc:docMk/>
          <pc:sldMk cId="1364726996" sldId="660"/>
        </pc:sldMkLst>
      </pc:sldChg>
      <pc:sldChg chg="del">
        <pc:chgData name="Murugesan, Niranjana" userId="c1bafbb3-6091-456a-b741-2c09805ccd67" providerId="ADAL" clId="{BB14DECA-1148-4A57-A3AA-DE99AB324F6E}" dt="2024-04-25T06:40:38.794" v="1" actId="47"/>
        <pc:sldMkLst>
          <pc:docMk/>
          <pc:sldMk cId="3286750900" sldId="661"/>
        </pc:sldMkLst>
      </pc:sldChg>
      <pc:sldChg chg="del">
        <pc:chgData name="Murugesan, Niranjana" userId="c1bafbb3-6091-456a-b741-2c09805ccd67" providerId="ADAL" clId="{BB14DECA-1148-4A57-A3AA-DE99AB324F6E}" dt="2024-04-25T06:41:08.672" v="3" actId="47"/>
        <pc:sldMkLst>
          <pc:docMk/>
          <pc:sldMk cId="1726417091" sldId="662"/>
        </pc:sldMkLst>
      </pc:sldChg>
      <pc:sldChg chg="del">
        <pc:chgData name="Murugesan, Niranjana" userId="c1bafbb3-6091-456a-b741-2c09805ccd67" providerId="ADAL" clId="{BB14DECA-1148-4A57-A3AA-DE99AB324F6E}" dt="2024-04-25T06:40:38.794" v="1" actId="47"/>
        <pc:sldMkLst>
          <pc:docMk/>
          <pc:sldMk cId="997796564" sldId="664"/>
        </pc:sldMkLst>
      </pc:sldChg>
      <pc:sldChg chg="del">
        <pc:chgData name="Murugesan, Niranjana" userId="c1bafbb3-6091-456a-b741-2c09805ccd67" providerId="ADAL" clId="{BB14DECA-1148-4A57-A3AA-DE99AB324F6E}" dt="2024-04-25T06:40:38.794" v="1" actId="47"/>
        <pc:sldMkLst>
          <pc:docMk/>
          <pc:sldMk cId="930901869" sldId="665"/>
        </pc:sldMkLst>
      </pc:sldChg>
      <pc:sldChg chg="del">
        <pc:chgData name="Murugesan, Niranjana" userId="c1bafbb3-6091-456a-b741-2c09805ccd67" providerId="ADAL" clId="{BB14DECA-1148-4A57-A3AA-DE99AB324F6E}" dt="2024-04-25T06:40:38.794" v="1" actId="47"/>
        <pc:sldMkLst>
          <pc:docMk/>
          <pc:sldMk cId="2884762170" sldId="666"/>
        </pc:sldMkLst>
      </pc:sldChg>
      <pc:sldChg chg="del">
        <pc:chgData name="Murugesan, Niranjana" userId="c1bafbb3-6091-456a-b741-2c09805ccd67" providerId="ADAL" clId="{BB14DECA-1148-4A57-A3AA-DE99AB324F6E}" dt="2024-04-25T06:40:38.794" v="1" actId="47"/>
        <pc:sldMkLst>
          <pc:docMk/>
          <pc:sldMk cId="2341121163" sldId="668"/>
        </pc:sldMkLst>
      </pc:sldChg>
      <pc:sldChg chg="del">
        <pc:chgData name="Murugesan, Niranjana" userId="c1bafbb3-6091-456a-b741-2c09805ccd67" providerId="ADAL" clId="{BB14DECA-1148-4A57-A3AA-DE99AB324F6E}" dt="2024-04-25T06:40:38.794" v="1" actId="47"/>
        <pc:sldMkLst>
          <pc:docMk/>
          <pc:sldMk cId="1024749901" sldId="669"/>
        </pc:sldMkLst>
      </pc:sldChg>
      <pc:sldChg chg="del">
        <pc:chgData name="Murugesan, Niranjana" userId="c1bafbb3-6091-456a-b741-2c09805ccd67" providerId="ADAL" clId="{BB14DECA-1148-4A57-A3AA-DE99AB324F6E}" dt="2024-04-25T06:40:38.794" v="1" actId="47"/>
        <pc:sldMkLst>
          <pc:docMk/>
          <pc:sldMk cId="2715378022" sldId="670"/>
        </pc:sldMkLst>
      </pc:sldChg>
      <pc:sldChg chg="del">
        <pc:chgData name="Murugesan, Niranjana" userId="c1bafbb3-6091-456a-b741-2c09805ccd67" providerId="ADAL" clId="{BB14DECA-1148-4A57-A3AA-DE99AB324F6E}" dt="2024-04-25T06:40:38.794" v="1" actId="47"/>
        <pc:sldMkLst>
          <pc:docMk/>
          <pc:sldMk cId="2077798832" sldId="671"/>
        </pc:sldMkLst>
      </pc:sldChg>
      <pc:sldChg chg="addSp delSp modSp mod">
        <pc:chgData name="Murugesan, Niranjana" userId="c1bafbb3-6091-456a-b741-2c09805ccd67" providerId="ADAL" clId="{BB14DECA-1148-4A57-A3AA-DE99AB324F6E}" dt="2024-04-25T06:52:15.049" v="296" actId="1076"/>
        <pc:sldMkLst>
          <pc:docMk/>
          <pc:sldMk cId="3657781005" sldId="672"/>
        </pc:sldMkLst>
        <pc:spChg chg="mod">
          <ac:chgData name="Murugesan, Niranjana" userId="c1bafbb3-6091-456a-b741-2c09805ccd67" providerId="ADAL" clId="{BB14DECA-1148-4A57-A3AA-DE99AB324F6E}" dt="2024-04-25T06:52:09.002" v="294" actId="20577"/>
          <ac:spMkLst>
            <pc:docMk/>
            <pc:sldMk cId="3657781005" sldId="672"/>
            <ac:spMk id="14" creationId="{B2CE48A5-7A02-4707-84B2-F3E6A689CE7C}"/>
          </ac:spMkLst>
        </pc:spChg>
        <pc:picChg chg="add del mod">
          <ac:chgData name="Murugesan, Niranjana" userId="c1bafbb3-6091-456a-b741-2c09805ccd67" providerId="ADAL" clId="{BB14DECA-1148-4A57-A3AA-DE99AB324F6E}" dt="2024-04-25T06:50:59.517" v="276" actId="478"/>
          <ac:picMkLst>
            <pc:docMk/>
            <pc:sldMk cId="3657781005" sldId="672"/>
            <ac:picMk id="3" creationId="{F8C2592F-8A02-8ACA-EBAC-6E33AD4B9F55}"/>
          </ac:picMkLst>
        </pc:picChg>
        <pc:picChg chg="mod">
          <ac:chgData name="Murugesan, Niranjana" userId="c1bafbb3-6091-456a-b741-2c09805ccd67" providerId="ADAL" clId="{BB14DECA-1148-4A57-A3AA-DE99AB324F6E}" dt="2024-04-25T06:51:19.406" v="280" actId="1076"/>
          <ac:picMkLst>
            <pc:docMk/>
            <pc:sldMk cId="3657781005" sldId="672"/>
            <ac:picMk id="6" creationId="{A9C36CE0-959D-4F72-813C-755D17F995EE}"/>
          </ac:picMkLst>
        </pc:picChg>
        <pc:picChg chg="mod">
          <ac:chgData name="Murugesan, Niranjana" userId="c1bafbb3-6091-456a-b741-2c09805ccd67" providerId="ADAL" clId="{BB14DECA-1148-4A57-A3AA-DE99AB324F6E}" dt="2024-04-25T06:51:20.932" v="281" actId="1076"/>
          <ac:picMkLst>
            <pc:docMk/>
            <pc:sldMk cId="3657781005" sldId="672"/>
            <ac:picMk id="7" creationId="{6D00C0C6-98D7-4A58-8005-B3DF621F2A17}"/>
          </ac:picMkLst>
        </pc:picChg>
        <pc:picChg chg="mod">
          <ac:chgData name="Murugesan, Niranjana" userId="c1bafbb3-6091-456a-b741-2c09805ccd67" providerId="ADAL" clId="{BB14DECA-1148-4A57-A3AA-DE99AB324F6E}" dt="2024-04-25T06:51:44.087" v="288" actId="1076"/>
          <ac:picMkLst>
            <pc:docMk/>
            <pc:sldMk cId="3657781005" sldId="672"/>
            <ac:picMk id="8" creationId="{15D59E2F-C481-405F-AD79-CC842E25493F}"/>
          </ac:picMkLst>
        </pc:picChg>
        <pc:picChg chg="mod">
          <ac:chgData name="Murugesan, Niranjana" userId="c1bafbb3-6091-456a-b741-2c09805ccd67" providerId="ADAL" clId="{BB14DECA-1148-4A57-A3AA-DE99AB324F6E}" dt="2024-04-25T06:52:03.005" v="292" actId="1076"/>
          <ac:picMkLst>
            <pc:docMk/>
            <pc:sldMk cId="3657781005" sldId="672"/>
            <ac:picMk id="9" creationId="{2469C113-6384-434A-8FF7-A7CF647A586F}"/>
          </ac:picMkLst>
        </pc:picChg>
        <pc:picChg chg="mod">
          <ac:chgData name="Murugesan, Niranjana" userId="c1bafbb3-6091-456a-b741-2c09805ccd67" providerId="ADAL" clId="{BB14DECA-1148-4A57-A3AA-DE99AB324F6E}" dt="2024-04-25T06:52:13.206" v="295" actId="1076"/>
          <ac:picMkLst>
            <pc:docMk/>
            <pc:sldMk cId="3657781005" sldId="672"/>
            <ac:picMk id="10" creationId="{E43AAB1C-8929-4B91-A297-BECB2648F264}"/>
          </ac:picMkLst>
        </pc:picChg>
        <pc:picChg chg="mod">
          <ac:chgData name="Murugesan, Niranjana" userId="c1bafbb3-6091-456a-b741-2c09805ccd67" providerId="ADAL" clId="{BB14DECA-1148-4A57-A3AA-DE99AB324F6E}" dt="2024-04-25T06:52:15.049" v="296" actId="1076"/>
          <ac:picMkLst>
            <pc:docMk/>
            <pc:sldMk cId="3657781005" sldId="672"/>
            <ac:picMk id="15" creationId="{36F609E7-7B0B-407D-9DB7-88A9E667C2E1}"/>
          </ac:picMkLst>
        </pc:picChg>
      </pc:sldChg>
      <pc:sldChg chg="del">
        <pc:chgData name="Murugesan, Niranjana" userId="c1bafbb3-6091-456a-b741-2c09805ccd67" providerId="ADAL" clId="{BB14DECA-1148-4A57-A3AA-DE99AB324F6E}" dt="2024-04-25T06:40:38.794" v="1" actId="47"/>
        <pc:sldMkLst>
          <pc:docMk/>
          <pc:sldMk cId="1830731004" sldId="673"/>
        </pc:sldMkLst>
      </pc:sldChg>
      <pc:sldChg chg="del">
        <pc:chgData name="Murugesan, Niranjana" userId="c1bafbb3-6091-456a-b741-2c09805ccd67" providerId="ADAL" clId="{BB14DECA-1148-4A57-A3AA-DE99AB324F6E}" dt="2024-04-25T06:40:23.486" v="0" actId="47"/>
        <pc:sldMkLst>
          <pc:docMk/>
          <pc:sldMk cId="3874042146" sldId="675"/>
        </pc:sldMkLst>
      </pc:sldChg>
      <pc:sldChg chg="del">
        <pc:chgData name="Murugesan, Niranjana" userId="c1bafbb3-6091-456a-b741-2c09805ccd67" providerId="ADAL" clId="{BB14DECA-1148-4A57-A3AA-DE99AB324F6E}" dt="2024-04-25T06:40:38.794" v="1" actId="47"/>
        <pc:sldMkLst>
          <pc:docMk/>
          <pc:sldMk cId="2464661202" sldId="676"/>
        </pc:sldMkLst>
      </pc:sldChg>
      <pc:sldChg chg="del">
        <pc:chgData name="Murugesan, Niranjana" userId="c1bafbb3-6091-456a-b741-2c09805ccd67" providerId="ADAL" clId="{BB14DECA-1148-4A57-A3AA-DE99AB324F6E}" dt="2024-04-25T06:40:23.486" v="0" actId="47"/>
        <pc:sldMkLst>
          <pc:docMk/>
          <pc:sldMk cId="3435240686" sldId="677"/>
        </pc:sldMkLst>
      </pc:sldChg>
      <pc:sldChg chg="del">
        <pc:chgData name="Murugesan, Niranjana" userId="c1bafbb3-6091-456a-b741-2c09805ccd67" providerId="ADAL" clId="{BB14DECA-1148-4A57-A3AA-DE99AB324F6E}" dt="2024-04-25T06:40:23.486" v="0" actId="47"/>
        <pc:sldMkLst>
          <pc:docMk/>
          <pc:sldMk cId="1319569610" sldId="679"/>
        </pc:sldMkLst>
      </pc:sldChg>
      <pc:sldChg chg="del">
        <pc:chgData name="Murugesan, Niranjana" userId="c1bafbb3-6091-456a-b741-2c09805ccd67" providerId="ADAL" clId="{BB14DECA-1148-4A57-A3AA-DE99AB324F6E}" dt="2024-04-25T06:40:23.486" v="0" actId="47"/>
        <pc:sldMkLst>
          <pc:docMk/>
          <pc:sldMk cId="3148259335" sldId="680"/>
        </pc:sldMkLst>
      </pc:sldChg>
      <pc:sldChg chg="del">
        <pc:chgData name="Murugesan, Niranjana" userId="c1bafbb3-6091-456a-b741-2c09805ccd67" providerId="ADAL" clId="{BB14DECA-1148-4A57-A3AA-DE99AB324F6E}" dt="2024-04-25T06:40:23.486" v="0" actId="47"/>
        <pc:sldMkLst>
          <pc:docMk/>
          <pc:sldMk cId="2317126688" sldId="681"/>
        </pc:sldMkLst>
      </pc:sldChg>
      <pc:sldChg chg="del">
        <pc:chgData name="Murugesan, Niranjana" userId="c1bafbb3-6091-456a-b741-2c09805ccd67" providerId="ADAL" clId="{BB14DECA-1148-4A57-A3AA-DE99AB324F6E}" dt="2024-04-25T06:40:23.486" v="0" actId="47"/>
        <pc:sldMkLst>
          <pc:docMk/>
          <pc:sldMk cId="1635270221" sldId="682"/>
        </pc:sldMkLst>
      </pc:sldChg>
      <pc:sldChg chg="del">
        <pc:chgData name="Murugesan, Niranjana" userId="c1bafbb3-6091-456a-b741-2c09805ccd67" providerId="ADAL" clId="{BB14DECA-1148-4A57-A3AA-DE99AB324F6E}" dt="2024-04-25T06:40:23.486" v="0" actId="47"/>
        <pc:sldMkLst>
          <pc:docMk/>
          <pc:sldMk cId="1601275530" sldId="683"/>
        </pc:sldMkLst>
      </pc:sldChg>
      <pc:sldChg chg="del">
        <pc:chgData name="Murugesan, Niranjana" userId="c1bafbb3-6091-456a-b741-2c09805ccd67" providerId="ADAL" clId="{BB14DECA-1148-4A57-A3AA-DE99AB324F6E}" dt="2024-04-25T06:40:23.486" v="0" actId="47"/>
        <pc:sldMkLst>
          <pc:docMk/>
          <pc:sldMk cId="1404427620" sldId="684"/>
        </pc:sldMkLst>
      </pc:sldChg>
      <pc:sldChg chg="del">
        <pc:chgData name="Murugesan, Niranjana" userId="c1bafbb3-6091-456a-b741-2c09805ccd67" providerId="ADAL" clId="{BB14DECA-1148-4A57-A3AA-DE99AB324F6E}" dt="2024-04-25T06:40:23.486" v="0" actId="47"/>
        <pc:sldMkLst>
          <pc:docMk/>
          <pc:sldMk cId="3193077200" sldId="685"/>
        </pc:sldMkLst>
      </pc:sldChg>
      <pc:sldChg chg="del">
        <pc:chgData name="Murugesan, Niranjana" userId="c1bafbb3-6091-456a-b741-2c09805ccd67" providerId="ADAL" clId="{BB14DECA-1148-4A57-A3AA-DE99AB324F6E}" dt="2024-04-25T06:40:23.486" v="0" actId="47"/>
        <pc:sldMkLst>
          <pc:docMk/>
          <pc:sldMk cId="2219464278" sldId="686"/>
        </pc:sldMkLst>
      </pc:sldChg>
      <pc:sldChg chg="del">
        <pc:chgData name="Murugesan, Niranjana" userId="c1bafbb3-6091-456a-b741-2c09805ccd67" providerId="ADAL" clId="{BB14DECA-1148-4A57-A3AA-DE99AB324F6E}" dt="2024-04-25T06:40:23.486" v="0" actId="47"/>
        <pc:sldMkLst>
          <pc:docMk/>
          <pc:sldMk cId="4179679273" sldId="687"/>
        </pc:sldMkLst>
      </pc:sldChg>
      <pc:sldChg chg="del">
        <pc:chgData name="Murugesan, Niranjana" userId="c1bafbb3-6091-456a-b741-2c09805ccd67" providerId="ADAL" clId="{BB14DECA-1148-4A57-A3AA-DE99AB324F6E}" dt="2024-04-25T06:40:23.486" v="0" actId="47"/>
        <pc:sldMkLst>
          <pc:docMk/>
          <pc:sldMk cId="2908580770" sldId="688"/>
        </pc:sldMkLst>
      </pc:sldChg>
      <pc:sldChg chg="del">
        <pc:chgData name="Murugesan, Niranjana" userId="c1bafbb3-6091-456a-b741-2c09805ccd67" providerId="ADAL" clId="{BB14DECA-1148-4A57-A3AA-DE99AB324F6E}" dt="2024-04-25T06:40:23.486" v="0" actId="47"/>
        <pc:sldMkLst>
          <pc:docMk/>
          <pc:sldMk cId="912821146" sldId="689"/>
        </pc:sldMkLst>
      </pc:sldChg>
      <pc:sldChg chg="del">
        <pc:chgData name="Murugesan, Niranjana" userId="c1bafbb3-6091-456a-b741-2c09805ccd67" providerId="ADAL" clId="{BB14DECA-1148-4A57-A3AA-DE99AB324F6E}" dt="2024-04-25T06:40:23.486" v="0" actId="47"/>
        <pc:sldMkLst>
          <pc:docMk/>
          <pc:sldMk cId="2321661169" sldId="692"/>
        </pc:sldMkLst>
      </pc:sldChg>
      <pc:sldChg chg="del">
        <pc:chgData name="Murugesan, Niranjana" userId="c1bafbb3-6091-456a-b741-2c09805ccd67" providerId="ADAL" clId="{BB14DECA-1148-4A57-A3AA-DE99AB324F6E}" dt="2024-04-25T06:40:23.486" v="0" actId="47"/>
        <pc:sldMkLst>
          <pc:docMk/>
          <pc:sldMk cId="109309644" sldId="693"/>
        </pc:sldMkLst>
      </pc:sldChg>
      <pc:sldChg chg="del">
        <pc:chgData name="Murugesan, Niranjana" userId="c1bafbb3-6091-456a-b741-2c09805ccd67" providerId="ADAL" clId="{BB14DECA-1148-4A57-A3AA-DE99AB324F6E}" dt="2024-04-25T06:40:23.486" v="0" actId="47"/>
        <pc:sldMkLst>
          <pc:docMk/>
          <pc:sldMk cId="2309094634" sldId="694"/>
        </pc:sldMkLst>
      </pc:sldChg>
      <pc:sldChg chg="del">
        <pc:chgData name="Murugesan, Niranjana" userId="c1bafbb3-6091-456a-b741-2c09805ccd67" providerId="ADAL" clId="{BB14DECA-1148-4A57-A3AA-DE99AB324F6E}" dt="2024-04-25T06:40:23.486" v="0" actId="47"/>
        <pc:sldMkLst>
          <pc:docMk/>
          <pc:sldMk cId="334130705" sldId="697"/>
        </pc:sldMkLst>
      </pc:sldChg>
      <pc:sldChg chg="del">
        <pc:chgData name="Murugesan, Niranjana" userId="c1bafbb3-6091-456a-b741-2c09805ccd67" providerId="ADAL" clId="{BB14DECA-1148-4A57-A3AA-DE99AB324F6E}" dt="2024-04-25T06:40:23.486" v="0" actId="47"/>
        <pc:sldMkLst>
          <pc:docMk/>
          <pc:sldMk cId="495231138" sldId="698"/>
        </pc:sldMkLst>
      </pc:sldChg>
      <pc:sldChg chg="del">
        <pc:chgData name="Murugesan, Niranjana" userId="c1bafbb3-6091-456a-b741-2c09805ccd67" providerId="ADAL" clId="{BB14DECA-1148-4A57-A3AA-DE99AB324F6E}" dt="2024-04-25T06:40:23.486" v="0" actId="47"/>
        <pc:sldMkLst>
          <pc:docMk/>
          <pc:sldMk cId="1703100692" sldId="699"/>
        </pc:sldMkLst>
      </pc:sldChg>
      <pc:sldChg chg="del">
        <pc:chgData name="Murugesan, Niranjana" userId="c1bafbb3-6091-456a-b741-2c09805ccd67" providerId="ADAL" clId="{BB14DECA-1148-4A57-A3AA-DE99AB324F6E}" dt="2024-04-25T06:40:23.486" v="0" actId="47"/>
        <pc:sldMkLst>
          <pc:docMk/>
          <pc:sldMk cId="1105819850" sldId="700"/>
        </pc:sldMkLst>
      </pc:sldChg>
      <pc:sldChg chg="del">
        <pc:chgData name="Murugesan, Niranjana" userId="c1bafbb3-6091-456a-b741-2c09805ccd67" providerId="ADAL" clId="{BB14DECA-1148-4A57-A3AA-DE99AB324F6E}" dt="2024-04-25T06:40:23.486" v="0" actId="47"/>
        <pc:sldMkLst>
          <pc:docMk/>
          <pc:sldMk cId="1333839942" sldId="701"/>
        </pc:sldMkLst>
      </pc:sldChg>
      <pc:sldChg chg="del">
        <pc:chgData name="Murugesan, Niranjana" userId="c1bafbb3-6091-456a-b741-2c09805ccd67" providerId="ADAL" clId="{BB14DECA-1148-4A57-A3AA-DE99AB324F6E}" dt="2024-04-25T06:40:23.486" v="0" actId="47"/>
        <pc:sldMkLst>
          <pc:docMk/>
          <pc:sldMk cId="1441442248" sldId="702"/>
        </pc:sldMkLst>
      </pc:sldChg>
      <pc:sldChg chg="del">
        <pc:chgData name="Murugesan, Niranjana" userId="c1bafbb3-6091-456a-b741-2c09805ccd67" providerId="ADAL" clId="{BB14DECA-1148-4A57-A3AA-DE99AB324F6E}" dt="2024-04-25T06:40:23.486" v="0" actId="47"/>
        <pc:sldMkLst>
          <pc:docMk/>
          <pc:sldMk cId="3420504665" sldId="703"/>
        </pc:sldMkLst>
      </pc:sldChg>
      <pc:sldChg chg="del">
        <pc:chgData name="Murugesan, Niranjana" userId="c1bafbb3-6091-456a-b741-2c09805ccd67" providerId="ADAL" clId="{BB14DECA-1148-4A57-A3AA-DE99AB324F6E}" dt="2024-04-25T06:40:23.486" v="0" actId="47"/>
        <pc:sldMkLst>
          <pc:docMk/>
          <pc:sldMk cId="2233422543" sldId="704"/>
        </pc:sldMkLst>
      </pc:sldChg>
      <pc:sldChg chg="del">
        <pc:chgData name="Murugesan, Niranjana" userId="c1bafbb3-6091-456a-b741-2c09805ccd67" providerId="ADAL" clId="{BB14DECA-1148-4A57-A3AA-DE99AB324F6E}" dt="2024-04-25T06:40:23.486" v="0" actId="47"/>
        <pc:sldMkLst>
          <pc:docMk/>
          <pc:sldMk cId="2237171762" sldId="705"/>
        </pc:sldMkLst>
      </pc:sldChg>
      <pc:sldChg chg="del">
        <pc:chgData name="Murugesan, Niranjana" userId="c1bafbb3-6091-456a-b741-2c09805ccd67" providerId="ADAL" clId="{BB14DECA-1148-4A57-A3AA-DE99AB324F6E}" dt="2024-04-25T06:40:23.486" v="0" actId="47"/>
        <pc:sldMkLst>
          <pc:docMk/>
          <pc:sldMk cId="1538610399" sldId="707"/>
        </pc:sldMkLst>
      </pc:sldChg>
      <pc:sldChg chg="del">
        <pc:chgData name="Murugesan, Niranjana" userId="c1bafbb3-6091-456a-b741-2c09805ccd67" providerId="ADAL" clId="{BB14DECA-1148-4A57-A3AA-DE99AB324F6E}" dt="2024-04-25T06:40:23.486" v="0" actId="47"/>
        <pc:sldMkLst>
          <pc:docMk/>
          <pc:sldMk cId="1467695564" sldId="709"/>
        </pc:sldMkLst>
      </pc:sldChg>
      <pc:sldChg chg="del">
        <pc:chgData name="Murugesan, Niranjana" userId="c1bafbb3-6091-456a-b741-2c09805ccd67" providerId="ADAL" clId="{BB14DECA-1148-4A57-A3AA-DE99AB324F6E}" dt="2024-04-25T06:40:23.486" v="0" actId="47"/>
        <pc:sldMkLst>
          <pc:docMk/>
          <pc:sldMk cId="944075685" sldId="711"/>
        </pc:sldMkLst>
      </pc:sldChg>
      <pc:sldChg chg="del">
        <pc:chgData name="Murugesan, Niranjana" userId="c1bafbb3-6091-456a-b741-2c09805ccd67" providerId="ADAL" clId="{BB14DECA-1148-4A57-A3AA-DE99AB324F6E}" dt="2024-04-25T06:40:23.486" v="0" actId="47"/>
        <pc:sldMkLst>
          <pc:docMk/>
          <pc:sldMk cId="2534342350" sldId="712"/>
        </pc:sldMkLst>
      </pc:sldChg>
      <pc:sldChg chg="del">
        <pc:chgData name="Murugesan, Niranjana" userId="c1bafbb3-6091-456a-b741-2c09805ccd67" providerId="ADAL" clId="{BB14DECA-1148-4A57-A3AA-DE99AB324F6E}" dt="2024-04-25T06:40:23.486" v="0" actId="47"/>
        <pc:sldMkLst>
          <pc:docMk/>
          <pc:sldMk cId="3038762232" sldId="713"/>
        </pc:sldMkLst>
      </pc:sldChg>
      <pc:sldChg chg="del">
        <pc:chgData name="Murugesan, Niranjana" userId="c1bafbb3-6091-456a-b741-2c09805ccd67" providerId="ADAL" clId="{BB14DECA-1148-4A57-A3AA-DE99AB324F6E}" dt="2024-04-25T06:40:23.486" v="0" actId="47"/>
        <pc:sldMkLst>
          <pc:docMk/>
          <pc:sldMk cId="1338829269" sldId="714"/>
        </pc:sldMkLst>
      </pc:sldChg>
      <pc:sldChg chg="del">
        <pc:chgData name="Murugesan, Niranjana" userId="c1bafbb3-6091-456a-b741-2c09805ccd67" providerId="ADAL" clId="{BB14DECA-1148-4A57-A3AA-DE99AB324F6E}" dt="2024-04-25T06:40:23.486" v="0" actId="47"/>
        <pc:sldMkLst>
          <pc:docMk/>
          <pc:sldMk cId="1835499875" sldId="716"/>
        </pc:sldMkLst>
      </pc:sldChg>
      <pc:sldChg chg="del">
        <pc:chgData name="Murugesan, Niranjana" userId="c1bafbb3-6091-456a-b741-2c09805ccd67" providerId="ADAL" clId="{BB14DECA-1148-4A57-A3AA-DE99AB324F6E}" dt="2024-04-25T06:40:23.486" v="0" actId="47"/>
        <pc:sldMkLst>
          <pc:docMk/>
          <pc:sldMk cId="3048098844" sldId="718"/>
        </pc:sldMkLst>
      </pc:sldChg>
      <pc:sldChg chg="del">
        <pc:chgData name="Murugesan, Niranjana" userId="c1bafbb3-6091-456a-b741-2c09805ccd67" providerId="ADAL" clId="{BB14DECA-1148-4A57-A3AA-DE99AB324F6E}" dt="2024-04-25T06:40:23.486" v="0" actId="47"/>
        <pc:sldMkLst>
          <pc:docMk/>
          <pc:sldMk cId="1452497066" sldId="719"/>
        </pc:sldMkLst>
      </pc:sldChg>
      <pc:sldChg chg="del">
        <pc:chgData name="Murugesan, Niranjana" userId="c1bafbb3-6091-456a-b741-2c09805ccd67" providerId="ADAL" clId="{BB14DECA-1148-4A57-A3AA-DE99AB324F6E}" dt="2024-04-25T06:40:23.486" v="0" actId="47"/>
        <pc:sldMkLst>
          <pc:docMk/>
          <pc:sldMk cId="2634193987" sldId="720"/>
        </pc:sldMkLst>
      </pc:sldChg>
      <pc:sldChg chg="del">
        <pc:chgData name="Murugesan, Niranjana" userId="c1bafbb3-6091-456a-b741-2c09805ccd67" providerId="ADAL" clId="{BB14DECA-1148-4A57-A3AA-DE99AB324F6E}" dt="2024-04-25T06:40:23.486" v="0" actId="47"/>
        <pc:sldMkLst>
          <pc:docMk/>
          <pc:sldMk cId="4194033595" sldId="721"/>
        </pc:sldMkLst>
      </pc:sldChg>
      <pc:sldChg chg="del">
        <pc:chgData name="Murugesan, Niranjana" userId="c1bafbb3-6091-456a-b741-2c09805ccd67" providerId="ADAL" clId="{BB14DECA-1148-4A57-A3AA-DE99AB324F6E}" dt="2024-04-25T06:40:23.486" v="0" actId="47"/>
        <pc:sldMkLst>
          <pc:docMk/>
          <pc:sldMk cId="625290721" sldId="723"/>
        </pc:sldMkLst>
      </pc:sldChg>
      <pc:sldChg chg="del">
        <pc:chgData name="Murugesan, Niranjana" userId="c1bafbb3-6091-456a-b741-2c09805ccd67" providerId="ADAL" clId="{BB14DECA-1148-4A57-A3AA-DE99AB324F6E}" dt="2024-04-25T06:40:23.486" v="0" actId="47"/>
        <pc:sldMkLst>
          <pc:docMk/>
          <pc:sldMk cId="2951178828" sldId="726"/>
        </pc:sldMkLst>
      </pc:sldChg>
      <pc:sldChg chg="del">
        <pc:chgData name="Murugesan, Niranjana" userId="c1bafbb3-6091-456a-b741-2c09805ccd67" providerId="ADAL" clId="{BB14DECA-1148-4A57-A3AA-DE99AB324F6E}" dt="2024-04-25T06:40:23.486" v="0" actId="47"/>
        <pc:sldMkLst>
          <pc:docMk/>
          <pc:sldMk cId="2768487045" sldId="727"/>
        </pc:sldMkLst>
      </pc:sldChg>
      <pc:sldChg chg="del">
        <pc:chgData name="Murugesan, Niranjana" userId="c1bafbb3-6091-456a-b741-2c09805ccd67" providerId="ADAL" clId="{BB14DECA-1148-4A57-A3AA-DE99AB324F6E}" dt="2024-04-25T06:40:23.486" v="0" actId="47"/>
        <pc:sldMkLst>
          <pc:docMk/>
          <pc:sldMk cId="3005326128" sldId="728"/>
        </pc:sldMkLst>
      </pc:sldChg>
      <pc:sldChg chg="del">
        <pc:chgData name="Murugesan, Niranjana" userId="c1bafbb3-6091-456a-b741-2c09805ccd67" providerId="ADAL" clId="{BB14DECA-1148-4A57-A3AA-DE99AB324F6E}" dt="2024-04-25T06:40:23.486" v="0" actId="47"/>
        <pc:sldMkLst>
          <pc:docMk/>
          <pc:sldMk cId="1969087914" sldId="729"/>
        </pc:sldMkLst>
      </pc:sldChg>
      <pc:sldChg chg="del">
        <pc:chgData name="Murugesan, Niranjana" userId="c1bafbb3-6091-456a-b741-2c09805ccd67" providerId="ADAL" clId="{BB14DECA-1148-4A57-A3AA-DE99AB324F6E}" dt="2024-04-25T06:40:23.486" v="0" actId="47"/>
        <pc:sldMkLst>
          <pc:docMk/>
          <pc:sldMk cId="2645733378" sldId="730"/>
        </pc:sldMkLst>
      </pc:sldChg>
      <pc:sldChg chg="del">
        <pc:chgData name="Murugesan, Niranjana" userId="c1bafbb3-6091-456a-b741-2c09805ccd67" providerId="ADAL" clId="{BB14DECA-1148-4A57-A3AA-DE99AB324F6E}" dt="2024-04-25T06:40:23.486" v="0" actId="47"/>
        <pc:sldMkLst>
          <pc:docMk/>
          <pc:sldMk cId="2076494083" sldId="731"/>
        </pc:sldMkLst>
      </pc:sldChg>
      <pc:sldChg chg="del">
        <pc:chgData name="Murugesan, Niranjana" userId="c1bafbb3-6091-456a-b741-2c09805ccd67" providerId="ADAL" clId="{BB14DECA-1148-4A57-A3AA-DE99AB324F6E}" dt="2024-04-25T06:40:23.486" v="0" actId="47"/>
        <pc:sldMkLst>
          <pc:docMk/>
          <pc:sldMk cId="3952392197" sldId="732"/>
        </pc:sldMkLst>
      </pc:sldChg>
      <pc:sldChg chg="del">
        <pc:chgData name="Murugesan, Niranjana" userId="c1bafbb3-6091-456a-b741-2c09805ccd67" providerId="ADAL" clId="{BB14DECA-1148-4A57-A3AA-DE99AB324F6E}" dt="2024-04-25T06:40:23.486" v="0" actId="47"/>
        <pc:sldMkLst>
          <pc:docMk/>
          <pc:sldMk cId="2909590219" sldId="733"/>
        </pc:sldMkLst>
      </pc:sldChg>
      <pc:sldChg chg="del">
        <pc:chgData name="Murugesan, Niranjana" userId="c1bafbb3-6091-456a-b741-2c09805ccd67" providerId="ADAL" clId="{BB14DECA-1148-4A57-A3AA-DE99AB324F6E}" dt="2024-04-25T06:40:23.486" v="0" actId="47"/>
        <pc:sldMkLst>
          <pc:docMk/>
          <pc:sldMk cId="16868945" sldId="734"/>
        </pc:sldMkLst>
      </pc:sldChg>
      <pc:sldChg chg="del">
        <pc:chgData name="Murugesan, Niranjana" userId="c1bafbb3-6091-456a-b741-2c09805ccd67" providerId="ADAL" clId="{BB14DECA-1148-4A57-A3AA-DE99AB324F6E}" dt="2024-04-25T06:40:23.486" v="0" actId="47"/>
        <pc:sldMkLst>
          <pc:docMk/>
          <pc:sldMk cId="1855997953" sldId="735"/>
        </pc:sldMkLst>
      </pc:sldChg>
      <pc:sldChg chg="del">
        <pc:chgData name="Murugesan, Niranjana" userId="c1bafbb3-6091-456a-b741-2c09805ccd67" providerId="ADAL" clId="{BB14DECA-1148-4A57-A3AA-DE99AB324F6E}" dt="2024-04-25T06:40:23.486" v="0" actId="47"/>
        <pc:sldMkLst>
          <pc:docMk/>
          <pc:sldMk cId="2251659324" sldId="736"/>
        </pc:sldMkLst>
      </pc:sldChg>
      <pc:sldChg chg="del">
        <pc:chgData name="Murugesan, Niranjana" userId="c1bafbb3-6091-456a-b741-2c09805ccd67" providerId="ADAL" clId="{BB14DECA-1148-4A57-A3AA-DE99AB324F6E}" dt="2024-04-25T06:40:23.486" v="0" actId="47"/>
        <pc:sldMkLst>
          <pc:docMk/>
          <pc:sldMk cId="508233824" sldId="737"/>
        </pc:sldMkLst>
      </pc:sldChg>
      <pc:sldChg chg="del">
        <pc:chgData name="Murugesan, Niranjana" userId="c1bafbb3-6091-456a-b741-2c09805ccd67" providerId="ADAL" clId="{BB14DECA-1148-4A57-A3AA-DE99AB324F6E}" dt="2024-04-25T06:40:23.486" v="0" actId="47"/>
        <pc:sldMkLst>
          <pc:docMk/>
          <pc:sldMk cId="1551219267" sldId="738"/>
        </pc:sldMkLst>
      </pc:sldChg>
      <pc:sldChg chg="del">
        <pc:chgData name="Murugesan, Niranjana" userId="c1bafbb3-6091-456a-b741-2c09805ccd67" providerId="ADAL" clId="{BB14DECA-1148-4A57-A3AA-DE99AB324F6E}" dt="2024-04-25T06:40:23.486" v="0" actId="47"/>
        <pc:sldMkLst>
          <pc:docMk/>
          <pc:sldMk cId="3943754850" sldId="739"/>
        </pc:sldMkLst>
      </pc:sldChg>
      <pc:sldChg chg="del">
        <pc:chgData name="Murugesan, Niranjana" userId="c1bafbb3-6091-456a-b741-2c09805ccd67" providerId="ADAL" clId="{BB14DECA-1148-4A57-A3AA-DE99AB324F6E}" dt="2024-04-25T06:40:51.655" v="2" actId="47"/>
        <pc:sldMkLst>
          <pc:docMk/>
          <pc:sldMk cId="591068398" sldId="742"/>
        </pc:sldMkLst>
      </pc:sldChg>
      <pc:sldChg chg="del">
        <pc:chgData name="Murugesan, Niranjana" userId="c1bafbb3-6091-456a-b741-2c09805ccd67" providerId="ADAL" clId="{BB14DECA-1148-4A57-A3AA-DE99AB324F6E}" dt="2024-04-25T06:40:23.486" v="0" actId="47"/>
        <pc:sldMkLst>
          <pc:docMk/>
          <pc:sldMk cId="1457703008" sldId="743"/>
        </pc:sldMkLst>
      </pc:sldChg>
      <pc:sldChg chg="del">
        <pc:chgData name="Murugesan, Niranjana" userId="c1bafbb3-6091-456a-b741-2c09805ccd67" providerId="ADAL" clId="{BB14DECA-1148-4A57-A3AA-DE99AB324F6E}" dt="2024-04-25T06:40:23.486" v="0" actId="47"/>
        <pc:sldMkLst>
          <pc:docMk/>
          <pc:sldMk cId="3591885575" sldId="744"/>
        </pc:sldMkLst>
      </pc:sldChg>
      <pc:sldChg chg="del">
        <pc:chgData name="Murugesan, Niranjana" userId="c1bafbb3-6091-456a-b741-2c09805ccd67" providerId="ADAL" clId="{BB14DECA-1148-4A57-A3AA-DE99AB324F6E}" dt="2024-04-25T06:40:23.486" v="0" actId="47"/>
        <pc:sldMkLst>
          <pc:docMk/>
          <pc:sldMk cId="3511215305" sldId="745"/>
        </pc:sldMkLst>
      </pc:sldChg>
      <pc:sldChg chg="del">
        <pc:chgData name="Murugesan, Niranjana" userId="c1bafbb3-6091-456a-b741-2c09805ccd67" providerId="ADAL" clId="{BB14DECA-1148-4A57-A3AA-DE99AB324F6E}" dt="2024-04-25T06:41:08.672" v="3" actId="47"/>
        <pc:sldMkLst>
          <pc:docMk/>
          <pc:sldMk cId="3032578542" sldId="750"/>
        </pc:sldMkLst>
      </pc:sldChg>
      <pc:sldChg chg="del">
        <pc:chgData name="Murugesan, Niranjana" userId="c1bafbb3-6091-456a-b741-2c09805ccd67" providerId="ADAL" clId="{BB14DECA-1148-4A57-A3AA-DE99AB324F6E}" dt="2024-04-25T06:40:51.655" v="2" actId="47"/>
        <pc:sldMkLst>
          <pc:docMk/>
          <pc:sldMk cId="1528171236" sldId="753"/>
        </pc:sldMkLst>
      </pc:sldChg>
      <pc:sldChg chg="del">
        <pc:chgData name="Murugesan, Niranjana" userId="c1bafbb3-6091-456a-b741-2c09805ccd67" providerId="ADAL" clId="{BB14DECA-1148-4A57-A3AA-DE99AB324F6E}" dt="2024-04-25T06:40:51.655" v="2" actId="47"/>
        <pc:sldMkLst>
          <pc:docMk/>
          <pc:sldMk cId="998740590" sldId="755"/>
        </pc:sldMkLst>
      </pc:sldChg>
      <pc:sldChg chg="del">
        <pc:chgData name="Murugesan, Niranjana" userId="c1bafbb3-6091-456a-b741-2c09805ccd67" providerId="ADAL" clId="{BB14DECA-1148-4A57-A3AA-DE99AB324F6E}" dt="2024-04-25T06:40:51.655" v="2" actId="47"/>
        <pc:sldMkLst>
          <pc:docMk/>
          <pc:sldMk cId="3136157529" sldId="756"/>
        </pc:sldMkLst>
      </pc:sldChg>
      <pc:sldChg chg="del">
        <pc:chgData name="Murugesan, Niranjana" userId="c1bafbb3-6091-456a-b741-2c09805ccd67" providerId="ADAL" clId="{BB14DECA-1148-4A57-A3AA-DE99AB324F6E}" dt="2024-04-25T06:40:23.486" v="0" actId="47"/>
        <pc:sldMkLst>
          <pc:docMk/>
          <pc:sldMk cId="3675403336" sldId="757"/>
        </pc:sldMkLst>
      </pc:sldChg>
      <pc:sldChg chg="del">
        <pc:chgData name="Murugesan, Niranjana" userId="c1bafbb3-6091-456a-b741-2c09805ccd67" providerId="ADAL" clId="{BB14DECA-1148-4A57-A3AA-DE99AB324F6E}" dt="2024-04-25T06:40:51.655" v="2" actId="47"/>
        <pc:sldMkLst>
          <pc:docMk/>
          <pc:sldMk cId="507516543" sldId="760"/>
        </pc:sldMkLst>
      </pc:sldChg>
      <pc:sldChg chg="modSp del mod">
        <pc:chgData name="Murugesan, Niranjana" userId="c1bafbb3-6091-456a-b741-2c09805ccd67" providerId="ADAL" clId="{BB14DECA-1148-4A57-A3AA-DE99AB324F6E}" dt="2024-05-16T11:16:04.315" v="486" actId="47"/>
        <pc:sldMkLst>
          <pc:docMk/>
          <pc:sldMk cId="3420168850" sldId="761"/>
        </pc:sldMkLst>
        <pc:spChg chg="mod">
          <ac:chgData name="Murugesan, Niranjana" userId="c1bafbb3-6091-456a-b741-2c09805ccd67" providerId="ADAL" clId="{BB14DECA-1148-4A57-A3AA-DE99AB324F6E}" dt="2024-04-25T06:58:21.736" v="373" actId="1076"/>
          <ac:spMkLst>
            <pc:docMk/>
            <pc:sldMk cId="3420168850" sldId="761"/>
            <ac:spMk id="6" creationId="{3D0BC147-D523-4F4A-846F-CB547BE33041}"/>
          </ac:spMkLst>
        </pc:spChg>
        <pc:picChg chg="mod">
          <ac:chgData name="Murugesan, Niranjana" userId="c1bafbb3-6091-456a-b741-2c09805ccd67" providerId="ADAL" clId="{BB14DECA-1148-4A57-A3AA-DE99AB324F6E}" dt="2024-04-25T06:58:24.875" v="374" actId="1076"/>
          <ac:picMkLst>
            <pc:docMk/>
            <pc:sldMk cId="3420168850" sldId="761"/>
            <ac:picMk id="4" creationId="{DFFE0486-C1EF-4AD8-A0A7-FBD734DF6232}"/>
          </ac:picMkLst>
        </pc:picChg>
        <pc:picChg chg="mod">
          <ac:chgData name="Murugesan, Niranjana" userId="c1bafbb3-6091-456a-b741-2c09805ccd67" providerId="ADAL" clId="{BB14DECA-1148-4A57-A3AA-DE99AB324F6E}" dt="2024-04-25T06:58:27.102" v="375" actId="1076"/>
          <ac:picMkLst>
            <pc:docMk/>
            <pc:sldMk cId="3420168850" sldId="761"/>
            <ac:picMk id="11" creationId="{407D1715-C255-463F-A594-C59F953C6640}"/>
          </ac:picMkLst>
        </pc:picChg>
      </pc:sldChg>
      <pc:sldChg chg="del">
        <pc:chgData name="Murugesan, Niranjana" userId="c1bafbb3-6091-456a-b741-2c09805ccd67" providerId="ADAL" clId="{BB14DECA-1148-4A57-A3AA-DE99AB324F6E}" dt="2024-04-25T06:40:38.794" v="1" actId="47"/>
        <pc:sldMkLst>
          <pc:docMk/>
          <pc:sldMk cId="2557907319" sldId="765"/>
        </pc:sldMkLst>
      </pc:sldChg>
      <pc:sldChg chg="del">
        <pc:chgData name="Murugesan, Niranjana" userId="c1bafbb3-6091-456a-b741-2c09805ccd67" providerId="ADAL" clId="{BB14DECA-1148-4A57-A3AA-DE99AB324F6E}" dt="2024-04-25T06:40:38.794" v="1" actId="47"/>
        <pc:sldMkLst>
          <pc:docMk/>
          <pc:sldMk cId="3586672211" sldId="769"/>
        </pc:sldMkLst>
      </pc:sldChg>
      <pc:sldChg chg="addSp modSp mod">
        <pc:chgData name="Murugesan, Niranjana" userId="c1bafbb3-6091-456a-b741-2c09805ccd67" providerId="ADAL" clId="{BB14DECA-1148-4A57-A3AA-DE99AB324F6E}" dt="2024-04-25T06:49:02.413" v="247" actId="1076"/>
        <pc:sldMkLst>
          <pc:docMk/>
          <pc:sldMk cId="4067879357" sldId="770"/>
        </pc:sldMkLst>
        <pc:spChg chg="mod">
          <ac:chgData name="Murugesan, Niranjana" userId="c1bafbb3-6091-456a-b741-2c09805ccd67" providerId="ADAL" clId="{BB14DECA-1148-4A57-A3AA-DE99AB324F6E}" dt="2024-04-25T06:48:41.395" v="244" actId="404"/>
          <ac:spMkLst>
            <pc:docMk/>
            <pc:sldMk cId="4067879357" sldId="770"/>
            <ac:spMk id="3" creationId="{90E68894-9018-42C7-A4E2-576013FB6384}"/>
          </ac:spMkLst>
        </pc:spChg>
        <pc:spChg chg="add mod">
          <ac:chgData name="Murugesan, Niranjana" userId="c1bafbb3-6091-456a-b741-2c09805ccd67" providerId="ADAL" clId="{BB14DECA-1148-4A57-A3AA-DE99AB324F6E}" dt="2024-04-25T06:48:51.811" v="246" actId="27636"/>
          <ac:spMkLst>
            <pc:docMk/>
            <pc:sldMk cId="4067879357" sldId="770"/>
            <ac:spMk id="4" creationId="{FFE82622-4667-1D85-A3E2-4DA4CC21CA08}"/>
          </ac:spMkLst>
        </pc:spChg>
        <pc:spChg chg="mod">
          <ac:chgData name="Murugesan, Niranjana" userId="c1bafbb3-6091-456a-b741-2c09805ccd67" providerId="ADAL" clId="{BB14DECA-1148-4A57-A3AA-DE99AB324F6E}" dt="2024-04-25T06:49:02.413" v="247" actId="1076"/>
          <ac:spMkLst>
            <pc:docMk/>
            <pc:sldMk cId="4067879357" sldId="770"/>
            <ac:spMk id="8" creationId="{C227171C-2ECA-48FE-9A5F-94EBE8314579}"/>
          </ac:spMkLst>
        </pc:spChg>
        <pc:spChg chg="mod">
          <ac:chgData name="Murugesan, Niranjana" userId="c1bafbb3-6091-456a-b741-2c09805ccd67" providerId="ADAL" clId="{BB14DECA-1148-4A57-A3AA-DE99AB324F6E}" dt="2024-04-25T06:49:02.413" v="247" actId="1076"/>
          <ac:spMkLst>
            <pc:docMk/>
            <pc:sldMk cId="4067879357" sldId="770"/>
            <ac:spMk id="9" creationId="{179D2439-E449-42F2-867B-CBEC88155165}"/>
          </ac:spMkLst>
        </pc:spChg>
        <pc:spChg chg="mod">
          <ac:chgData name="Murugesan, Niranjana" userId="c1bafbb3-6091-456a-b741-2c09805ccd67" providerId="ADAL" clId="{BB14DECA-1148-4A57-A3AA-DE99AB324F6E}" dt="2024-04-25T06:49:02.413" v="247" actId="1076"/>
          <ac:spMkLst>
            <pc:docMk/>
            <pc:sldMk cId="4067879357" sldId="770"/>
            <ac:spMk id="12" creationId="{C651D081-8FC4-4C20-8173-6A209C3C117E}"/>
          </ac:spMkLst>
        </pc:spChg>
        <pc:spChg chg="mod">
          <ac:chgData name="Murugesan, Niranjana" userId="c1bafbb3-6091-456a-b741-2c09805ccd67" providerId="ADAL" clId="{BB14DECA-1148-4A57-A3AA-DE99AB324F6E}" dt="2024-04-25T06:49:02.413" v="247" actId="1076"/>
          <ac:spMkLst>
            <pc:docMk/>
            <pc:sldMk cId="4067879357" sldId="770"/>
            <ac:spMk id="16" creationId="{07E1EDA8-CF4E-4948-8AFF-CB111899A2DC}"/>
          </ac:spMkLst>
        </pc:spChg>
        <pc:spChg chg="mod">
          <ac:chgData name="Murugesan, Niranjana" userId="c1bafbb3-6091-456a-b741-2c09805ccd67" providerId="ADAL" clId="{BB14DECA-1148-4A57-A3AA-DE99AB324F6E}" dt="2024-04-25T06:49:02.413" v="247" actId="1076"/>
          <ac:spMkLst>
            <pc:docMk/>
            <pc:sldMk cId="4067879357" sldId="770"/>
            <ac:spMk id="19" creationId="{7BC75676-D6E3-4E49-B428-523DC263E97C}"/>
          </ac:spMkLst>
        </pc:spChg>
        <pc:spChg chg="mod">
          <ac:chgData name="Murugesan, Niranjana" userId="c1bafbb3-6091-456a-b741-2c09805ccd67" providerId="ADAL" clId="{BB14DECA-1148-4A57-A3AA-DE99AB324F6E}" dt="2024-04-25T06:49:02.413" v="247" actId="1076"/>
          <ac:spMkLst>
            <pc:docMk/>
            <pc:sldMk cId="4067879357" sldId="770"/>
            <ac:spMk id="20" creationId="{0D720DA7-DD22-4EE0-9C25-B4BDAFFE5C40}"/>
          </ac:spMkLst>
        </pc:spChg>
        <pc:spChg chg="mod">
          <ac:chgData name="Murugesan, Niranjana" userId="c1bafbb3-6091-456a-b741-2c09805ccd67" providerId="ADAL" clId="{BB14DECA-1148-4A57-A3AA-DE99AB324F6E}" dt="2024-04-25T06:49:02.413" v="247" actId="1076"/>
          <ac:spMkLst>
            <pc:docMk/>
            <pc:sldMk cId="4067879357" sldId="770"/>
            <ac:spMk id="21" creationId="{587B9527-7058-44EF-AEEC-816AE2D37D91}"/>
          </ac:spMkLst>
        </pc:spChg>
        <pc:spChg chg="mod">
          <ac:chgData name="Murugesan, Niranjana" userId="c1bafbb3-6091-456a-b741-2c09805ccd67" providerId="ADAL" clId="{BB14DECA-1148-4A57-A3AA-DE99AB324F6E}" dt="2024-04-25T06:49:02.413" v="247" actId="1076"/>
          <ac:spMkLst>
            <pc:docMk/>
            <pc:sldMk cId="4067879357" sldId="770"/>
            <ac:spMk id="22" creationId="{534BE99A-B1ED-4150-A20C-C3F91E916FE4}"/>
          </ac:spMkLst>
        </pc:spChg>
        <pc:spChg chg="mod">
          <ac:chgData name="Murugesan, Niranjana" userId="c1bafbb3-6091-456a-b741-2c09805ccd67" providerId="ADAL" clId="{BB14DECA-1148-4A57-A3AA-DE99AB324F6E}" dt="2024-04-25T06:49:02.413" v="247" actId="1076"/>
          <ac:spMkLst>
            <pc:docMk/>
            <pc:sldMk cId="4067879357" sldId="770"/>
            <ac:spMk id="23" creationId="{017FFB24-68A6-4059-85B5-D93F546FC953}"/>
          </ac:spMkLst>
        </pc:spChg>
        <pc:graphicFrameChg chg="mod">
          <ac:chgData name="Murugesan, Niranjana" userId="c1bafbb3-6091-456a-b741-2c09805ccd67" providerId="ADAL" clId="{BB14DECA-1148-4A57-A3AA-DE99AB324F6E}" dt="2024-04-25T06:49:02.413" v="247" actId="1076"/>
          <ac:graphicFrameMkLst>
            <pc:docMk/>
            <pc:sldMk cId="4067879357" sldId="770"/>
            <ac:graphicFrameMk id="6" creationId="{73B8FA76-4CE6-4AB3-ACDC-DEA165D65009}"/>
          </ac:graphicFrameMkLst>
        </pc:graphicFrameChg>
        <pc:picChg chg="mod">
          <ac:chgData name="Murugesan, Niranjana" userId="c1bafbb3-6091-456a-b741-2c09805ccd67" providerId="ADAL" clId="{BB14DECA-1148-4A57-A3AA-DE99AB324F6E}" dt="2024-04-25T06:49:02.413" v="247" actId="1076"/>
          <ac:picMkLst>
            <pc:docMk/>
            <pc:sldMk cId="4067879357" sldId="770"/>
            <ac:picMk id="5" creationId="{438D43ED-0EB2-4132-B87C-FBEFBB2FACD2}"/>
          </ac:picMkLst>
        </pc:picChg>
        <pc:picChg chg="mod">
          <ac:chgData name="Murugesan, Niranjana" userId="c1bafbb3-6091-456a-b741-2c09805ccd67" providerId="ADAL" clId="{BB14DECA-1148-4A57-A3AA-DE99AB324F6E}" dt="2024-04-25T06:49:02.413" v="247" actId="1076"/>
          <ac:picMkLst>
            <pc:docMk/>
            <pc:sldMk cId="4067879357" sldId="770"/>
            <ac:picMk id="7" creationId="{B46184A4-33C3-41DD-A17C-5E759B26BA93}"/>
          </ac:picMkLst>
        </pc:picChg>
        <pc:cxnChg chg="mod">
          <ac:chgData name="Murugesan, Niranjana" userId="c1bafbb3-6091-456a-b741-2c09805ccd67" providerId="ADAL" clId="{BB14DECA-1148-4A57-A3AA-DE99AB324F6E}" dt="2024-04-25T06:49:02.413" v="247" actId="1076"/>
          <ac:cxnSpMkLst>
            <pc:docMk/>
            <pc:sldMk cId="4067879357" sldId="770"/>
            <ac:cxnSpMk id="13" creationId="{5E9DD817-AE72-44DC-A308-6A7315CF6A31}"/>
          </ac:cxnSpMkLst>
        </pc:cxnChg>
        <pc:cxnChg chg="mod">
          <ac:chgData name="Murugesan, Niranjana" userId="c1bafbb3-6091-456a-b741-2c09805ccd67" providerId="ADAL" clId="{BB14DECA-1148-4A57-A3AA-DE99AB324F6E}" dt="2024-04-25T06:49:02.413" v="247" actId="1076"/>
          <ac:cxnSpMkLst>
            <pc:docMk/>
            <pc:sldMk cId="4067879357" sldId="770"/>
            <ac:cxnSpMk id="28" creationId="{740AE793-1401-430F-9E61-FA507C9AFDF8}"/>
          </ac:cxnSpMkLst>
        </pc:cxnChg>
        <pc:cxnChg chg="mod">
          <ac:chgData name="Murugesan, Niranjana" userId="c1bafbb3-6091-456a-b741-2c09805ccd67" providerId="ADAL" clId="{BB14DECA-1148-4A57-A3AA-DE99AB324F6E}" dt="2024-04-25T06:49:02.413" v="247" actId="1076"/>
          <ac:cxnSpMkLst>
            <pc:docMk/>
            <pc:sldMk cId="4067879357" sldId="770"/>
            <ac:cxnSpMk id="32" creationId="{28DDDB12-31BE-47D3-8362-3E587D8B31AA}"/>
          </ac:cxnSpMkLst>
        </pc:cxnChg>
      </pc:sldChg>
      <pc:sldChg chg="modSp mod">
        <pc:chgData name="Murugesan, Niranjana" userId="c1bafbb3-6091-456a-b741-2c09805ccd67" providerId="ADAL" clId="{BB14DECA-1148-4A57-A3AA-DE99AB324F6E}" dt="2024-04-25T06:50:05.854" v="263" actId="27636"/>
        <pc:sldMkLst>
          <pc:docMk/>
          <pc:sldMk cId="2179028281" sldId="771"/>
        </pc:sldMkLst>
        <pc:spChg chg="mod">
          <ac:chgData name="Murugesan, Niranjana" userId="c1bafbb3-6091-456a-b741-2c09805ccd67" providerId="ADAL" clId="{BB14DECA-1148-4A57-A3AA-DE99AB324F6E}" dt="2024-04-25T06:50:05.854" v="263" actId="27636"/>
          <ac:spMkLst>
            <pc:docMk/>
            <pc:sldMk cId="2179028281" sldId="771"/>
            <ac:spMk id="3" creationId="{76FEE49C-A20B-4982-96AB-021A631EBD72}"/>
          </ac:spMkLst>
        </pc:spChg>
      </pc:sldChg>
      <pc:sldChg chg="addSp modSp mod">
        <pc:chgData name="Murugesan, Niranjana" userId="c1bafbb3-6091-456a-b741-2c09805ccd67" providerId="ADAL" clId="{BB14DECA-1148-4A57-A3AA-DE99AB324F6E}" dt="2024-04-25T06:58:10.745" v="371" actId="1035"/>
        <pc:sldMkLst>
          <pc:docMk/>
          <pc:sldMk cId="3254298329" sldId="773"/>
        </pc:sldMkLst>
        <pc:spChg chg="mod">
          <ac:chgData name="Murugesan, Niranjana" userId="c1bafbb3-6091-456a-b741-2c09805ccd67" providerId="ADAL" clId="{BB14DECA-1148-4A57-A3AA-DE99AB324F6E}" dt="2024-04-25T06:57:47.507" v="362" actId="1076"/>
          <ac:spMkLst>
            <pc:docMk/>
            <pc:sldMk cId="3254298329" sldId="773"/>
            <ac:spMk id="3" creationId="{7A24B2B2-1D88-4902-BE19-101C6403C290}"/>
          </ac:spMkLst>
        </pc:spChg>
        <pc:spChg chg="add mod">
          <ac:chgData name="Murugesan, Niranjana" userId="c1bafbb3-6091-456a-b741-2c09805ccd67" providerId="ADAL" clId="{BB14DECA-1148-4A57-A3AA-DE99AB324F6E}" dt="2024-04-25T06:57:42.096" v="361" actId="14100"/>
          <ac:spMkLst>
            <pc:docMk/>
            <pc:sldMk cId="3254298329" sldId="773"/>
            <ac:spMk id="8" creationId="{A5CF1D2E-C6AA-06B3-B52C-2C30CBAEF5A0}"/>
          </ac:spMkLst>
        </pc:spChg>
        <pc:picChg chg="mod">
          <ac:chgData name="Murugesan, Niranjana" userId="c1bafbb3-6091-456a-b741-2c09805ccd67" providerId="ADAL" clId="{BB14DECA-1148-4A57-A3AA-DE99AB324F6E}" dt="2024-04-25T06:57:48.949" v="363" actId="1076"/>
          <ac:picMkLst>
            <pc:docMk/>
            <pc:sldMk cId="3254298329" sldId="773"/>
            <ac:picMk id="4" creationId="{71347198-2BBA-4855-AC97-762FB68AE78C}"/>
          </ac:picMkLst>
        </pc:picChg>
        <pc:picChg chg="mod">
          <ac:chgData name="Murugesan, Niranjana" userId="c1bafbb3-6091-456a-b741-2c09805ccd67" providerId="ADAL" clId="{BB14DECA-1148-4A57-A3AA-DE99AB324F6E}" dt="2024-04-25T06:57:54.868" v="364" actId="1076"/>
          <ac:picMkLst>
            <pc:docMk/>
            <pc:sldMk cId="3254298329" sldId="773"/>
            <ac:picMk id="5" creationId="{3A5F5DDA-C519-4334-8CCD-E64F806A48FD}"/>
          </ac:picMkLst>
        </pc:picChg>
        <pc:picChg chg="mod">
          <ac:chgData name="Murugesan, Niranjana" userId="c1bafbb3-6091-456a-b741-2c09805ccd67" providerId="ADAL" clId="{BB14DECA-1148-4A57-A3AA-DE99AB324F6E}" dt="2024-04-25T06:58:10.745" v="371" actId="1035"/>
          <ac:picMkLst>
            <pc:docMk/>
            <pc:sldMk cId="3254298329" sldId="773"/>
            <ac:picMk id="6" creationId="{2998764E-7080-4AE2-A1C8-73C90F5505BE}"/>
          </ac:picMkLst>
        </pc:picChg>
        <pc:picChg chg="mod">
          <ac:chgData name="Murugesan, Niranjana" userId="c1bafbb3-6091-456a-b741-2c09805ccd67" providerId="ADAL" clId="{BB14DECA-1148-4A57-A3AA-DE99AB324F6E}" dt="2024-04-25T06:58:02.829" v="366" actId="1076"/>
          <ac:picMkLst>
            <pc:docMk/>
            <pc:sldMk cId="3254298329" sldId="773"/>
            <ac:picMk id="7" creationId="{54BA52A7-365A-4A41-8A17-F67F78F83766}"/>
          </ac:picMkLst>
        </pc:picChg>
      </pc:sldChg>
      <pc:sldChg chg="modSp mod ord">
        <pc:chgData name="Murugesan, Niranjana" userId="c1bafbb3-6091-456a-b741-2c09805ccd67" providerId="ADAL" clId="{BB14DECA-1148-4A57-A3AA-DE99AB324F6E}" dt="2024-05-16T11:15:12.060" v="481"/>
        <pc:sldMkLst>
          <pc:docMk/>
          <pc:sldMk cId="1184311445" sldId="774"/>
        </pc:sldMkLst>
        <pc:spChg chg="mod">
          <ac:chgData name="Murugesan, Niranjana" userId="c1bafbb3-6091-456a-b741-2c09805ccd67" providerId="ADAL" clId="{BB14DECA-1148-4A57-A3AA-DE99AB324F6E}" dt="2024-04-25T06:41:39.744" v="12" actId="20577"/>
          <ac:spMkLst>
            <pc:docMk/>
            <pc:sldMk cId="1184311445" sldId="774"/>
            <ac:spMk id="9" creationId="{1C9F1BE6-FDD2-4A7E-8350-B0322BB562B3}"/>
          </ac:spMkLst>
        </pc:spChg>
      </pc:sldChg>
      <pc:sldChg chg="del">
        <pc:chgData name="Murugesan, Niranjana" userId="c1bafbb3-6091-456a-b741-2c09805ccd67" providerId="ADAL" clId="{BB14DECA-1148-4A57-A3AA-DE99AB324F6E}" dt="2024-04-25T06:40:38.794" v="1" actId="47"/>
        <pc:sldMkLst>
          <pc:docMk/>
          <pc:sldMk cId="3495930793" sldId="775"/>
        </pc:sldMkLst>
      </pc:sldChg>
      <pc:sldChg chg="del">
        <pc:chgData name="Murugesan, Niranjana" userId="c1bafbb3-6091-456a-b741-2c09805ccd67" providerId="ADAL" clId="{BB14DECA-1148-4A57-A3AA-DE99AB324F6E}" dt="2024-04-25T06:40:38.794" v="1" actId="47"/>
        <pc:sldMkLst>
          <pc:docMk/>
          <pc:sldMk cId="2302507859" sldId="776"/>
        </pc:sldMkLst>
      </pc:sldChg>
      <pc:sldChg chg="del">
        <pc:chgData name="Murugesan, Niranjana" userId="c1bafbb3-6091-456a-b741-2c09805ccd67" providerId="ADAL" clId="{BB14DECA-1148-4A57-A3AA-DE99AB324F6E}" dt="2024-04-25T06:40:38.794" v="1" actId="47"/>
        <pc:sldMkLst>
          <pc:docMk/>
          <pc:sldMk cId="945038734" sldId="778"/>
        </pc:sldMkLst>
      </pc:sldChg>
      <pc:sldChg chg="del">
        <pc:chgData name="Murugesan, Niranjana" userId="c1bafbb3-6091-456a-b741-2c09805ccd67" providerId="ADAL" clId="{BB14DECA-1148-4A57-A3AA-DE99AB324F6E}" dt="2024-04-25T06:41:08.672" v="3" actId="47"/>
        <pc:sldMkLst>
          <pc:docMk/>
          <pc:sldMk cId="4004107114" sldId="779"/>
        </pc:sldMkLst>
      </pc:sldChg>
      <pc:sldChg chg="del">
        <pc:chgData name="Murugesan, Niranjana" userId="c1bafbb3-6091-456a-b741-2c09805ccd67" providerId="ADAL" clId="{BB14DECA-1148-4A57-A3AA-DE99AB324F6E}" dt="2024-04-25T06:40:38.794" v="1" actId="47"/>
        <pc:sldMkLst>
          <pc:docMk/>
          <pc:sldMk cId="3608307413" sldId="780"/>
        </pc:sldMkLst>
      </pc:sldChg>
      <pc:sldChg chg="del">
        <pc:chgData name="Murugesan, Niranjana" userId="c1bafbb3-6091-456a-b741-2c09805ccd67" providerId="ADAL" clId="{BB14DECA-1148-4A57-A3AA-DE99AB324F6E}" dt="2024-04-25T06:40:23.486" v="0" actId="47"/>
        <pc:sldMkLst>
          <pc:docMk/>
          <pc:sldMk cId="1679863273" sldId="782"/>
        </pc:sldMkLst>
      </pc:sldChg>
      <pc:sldChg chg="del">
        <pc:chgData name="Murugesan, Niranjana" userId="c1bafbb3-6091-456a-b741-2c09805ccd67" providerId="ADAL" clId="{BB14DECA-1148-4A57-A3AA-DE99AB324F6E}" dt="2024-04-25T06:40:23.486" v="0" actId="47"/>
        <pc:sldMkLst>
          <pc:docMk/>
          <pc:sldMk cId="3040530715" sldId="783"/>
        </pc:sldMkLst>
      </pc:sldChg>
      <pc:sldChg chg="del">
        <pc:chgData name="Murugesan, Niranjana" userId="c1bafbb3-6091-456a-b741-2c09805ccd67" providerId="ADAL" clId="{BB14DECA-1148-4A57-A3AA-DE99AB324F6E}" dt="2024-04-25T06:40:23.486" v="0" actId="47"/>
        <pc:sldMkLst>
          <pc:docMk/>
          <pc:sldMk cId="3960023033" sldId="784"/>
        </pc:sldMkLst>
      </pc:sldChg>
      <pc:sldChg chg="del">
        <pc:chgData name="Murugesan, Niranjana" userId="c1bafbb3-6091-456a-b741-2c09805ccd67" providerId="ADAL" clId="{BB14DECA-1148-4A57-A3AA-DE99AB324F6E}" dt="2024-04-25T06:40:23.486" v="0" actId="47"/>
        <pc:sldMkLst>
          <pc:docMk/>
          <pc:sldMk cId="10696099" sldId="785"/>
        </pc:sldMkLst>
      </pc:sldChg>
      <pc:sldChg chg="del">
        <pc:chgData name="Murugesan, Niranjana" userId="c1bafbb3-6091-456a-b741-2c09805ccd67" providerId="ADAL" clId="{BB14DECA-1148-4A57-A3AA-DE99AB324F6E}" dt="2024-04-25T06:40:23.486" v="0" actId="47"/>
        <pc:sldMkLst>
          <pc:docMk/>
          <pc:sldMk cId="1434956552" sldId="786"/>
        </pc:sldMkLst>
      </pc:sldChg>
      <pc:sldChg chg="del">
        <pc:chgData name="Murugesan, Niranjana" userId="c1bafbb3-6091-456a-b741-2c09805ccd67" providerId="ADAL" clId="{BB14DECA-1148-4A57-A3AA-DE99AB324F6E}" dt="2024-04-25T06:40:23.486" v="0" actId="47"/>
        <pc:sldMkLst>
          <pc:docMk/>
          <pc:sldMk cId="2035242087" sldId="787"/>
        </pc:sldMkLst>
      </pc:sldChg>
      <pc:sldChg chg="modSp del mod">
        <pc:chgData name="Murugesan, Niranjana" userId="c1bafbb3-6091-456a-b741-2c09805ccd67" providerId="ADAL" clId="{BB14DECA-1148-4A57-A3AA-DE99AB324F6E}" dt="2024-05-16T11:16:05.501" v="487" actId="47"/>
        <pc:sldMkLst>
          <pc:docMk/>
          <pc:sldMk cId="142823371" sldId="788"/>
        </pc:sldMkLst>
        <pc:spChg chg="mod">
          <ac:chgData name="Murugesan, Niranjana" userId="c1bafbb3-6091-456a-b741-2c09805ccd67" providerId="ADAL" clId="{BB14DECA-1148-4A57-A3AA-DE99AB324F6E}" dt="2024-04-25T06:59:08.395" v="386" actId="20577"/>
          <ac:spMkLst>
            <pc:docMk/>
            <pc:sldMk cId="142823371" sldId="788"/>
            <ac:spMk id="4" creationId="{FA31C0CD-1220-4C78-8BBC-FBA814AA8958}"/>
          </ac:spMkLst>
        </pc:spChg>
        <pc:picChg chg="mod">
          <ac:chgData name="Murugesan, Niranjana" userId="c1bafbb3-6091-456a-b741-2c09805ccd67" providerId="ADAL" clId="{BB14DECA-1148-4A57-A3AA-DE99AB324F6E}" dt="2024-04-25T06:58:52.237" v="379" actId="1076"/>
          <ac:picMkLst>
            <pc:docMk/>
            <pc:sldMk cId="142823371" sldId="788"/>
            <ac:picMk id="5" creationId="{0C5C43AA-A132-4890-8747-CCC7F9ACDDF4}"/>
          </ac:picMkLst>
        </pc:picChg>
        <pc:picChg chg="mod">
          <ac:chgData name="Murugesan, Niranjana" userId="c1bafbb3-6091-456a-b741-2c09805ccd67" providerId="ADAL" clId="{BB14DECA-1148-4A57-A3AA-DE99AB324F6E}" dt="2024-04-25T06:59:28.526" v="389" actId="1076"/>
          <ac:picMkLst>
            <pc:docMk/>
            <pc:sldMk cId="142823371" sldId="788"/>
            <ac:picMk id="6" creationId="{83D7DC31-6D78-48F3-B384-C44C0C11D28B}"/>
          </ac:picMkLst>
        </pc:picChg>
        <pc:picChg chg="mod">
          <ac:chgData name="Murugesan, Niranjana" userId="c1bafbb3-6091-456a-b741-2c09805ccd67" providerId="ADAL" clId="{BB14DECA-1148-4A57-A3AA-DE99AB324F6E}" dt="2024-04-25T06:59:13.123" v="387" actId="1076"/>
          <ac:picMkLst>
            <pc:docMk/>
            <pc:sldMk cId="142823371" sldId="788"/>
            <ac:picMk id="7" creationId="{50BB55C3-2359-4FC5-A72C-D0129F3C881A}"/>
          </ac:picMkLst>
        </pc:picChg>
      </pc:sldChg>
      <pc:sldChg chg="del">
        <pc:chgData name="Murugesan, Niranjana" userId="c1bafbb3-6091-456a-b741-2c09805ccd67" providerId="ADAL" clId="{BB14DECA-1148-4A57-A3AA-DE99AB324F6E}" dt="2024-04-25T06:40:23.486" v="0" actId="47"/>
        <pc:sldMkLst>
          <pc:docMk/>
          <pc:sldMk cId="2076171696" sldId="789"/>
        </pc:sldMkLst>
      </pc:sldChg>
      <pc:sldChg chg="del">
        <pc:chgData name="Murugesan, Niranjana" userId="c1bafbb3-6091-456a-b741-2c09805ccd67" providerId="ADAL" clId="{BB14DECA-1148-4A57-A3AA-DE99AB324F6E}" dt="2024-04-25T06:40:23.486" v="0" actId="47"/>
        <pc:sldMkLst>
          <pc:docMk/>
          <pc:sldMk cId="2723640733" sldId="791"/>
        </pc:sldMkLst>
      </pc:sldChg>
      <pc:sldChg chg="del">
        <pc:chgData name="Murugesan, Niranjana" userId="c1bafbb3-6091-456a-b741-2c09805ccd67" providerId="ADAL" clId="{BB14DECA-1148-4A57-A3AA-DE99AB324F6E}" dt="2024-04-25T06:40:23.486" v="0" actId="47"/>
        <pc:sldMkLst>
          <pc:docMk/>
          <pc:sldMk cId="3093525884" sldId="792"/>
        </pc:sldMkLst>
      </pc:sldChg>
      <pc:sldChg chg="del">
        <pc:chgData name="Murugesan, Niranjana" userId="c1bafbb3-6091-456a-b741-2c09805ccd67" providerId="ADAL" clId="{BB14DECA-1148-4A57-A3AA-DE99AB324F6E}" dt="2024-04-25T06:40:23.486" v="0" actId="47"/>
        <pc:sldMkLst>
          <pc:docMk/>
          <pc:sldMk cId="1928915416" sldId="793"/>
        </pc:sldMkLst>
      </pc:sldChg>
      <pc:sldChg chg="del">
        <pc:chgData name="Murugesan, Niranjana" userId="c1bafbb3-6091-456a-b741-2c09805ccd67" providerId="ADAL" clId="{BB14DECA-1148-4A57-A3AA-DE99AB324F6E}" dt="2024-04-25T06:40:23.486" v="0" actId="47"/>
        <pc:sldMkLst>
          <pc:docMk/>
          <pc:sldMk cId="2245825976" sldId="794"/>
        </pc:sldMkLst>
      </pc:sldChg>
      <pc:sldChg chg="del">
        <pc:chgData name="Murugesan, Niranjana" userId="c1bafbb3-6091-456a-b741-2c09805ccd67" providerId="ADAL" clId="{BB14DECA-1148-4A57-A3AA-DE99AB324F6E}" dt="2024-04-25T06:40:23.486" v="0" actId="47"/>
        <pc:sldMkLst>
          <pc:docMk/>
          <pc:sldMk cId="1087659975" sldId="795"/>
        </pc:sldMkLst>
      </pc:sldChg>
      <pc:sldChg chg="del">
        <pc:chgData name="Murugesan, Niranjana" userId="c1bafbb3-6091-456a-b741-2c09805ccd67" providerId="ADAL" clId="{BB14DECA-1148-4A57-A3AA-DE99AB324F6E}" dt="2024-04-25T06:41:08.672" v="3" actId="47"/>
        <pc:sldMkLst>
          <pc:docMk/>
          <pc:sldMk cId="70554021" sldId="796"/>
        </pc:sldMkLst>
      </pc:sldChg>
      <pc:sldChg chg="del">
        <pc:chgData name="Murugesan, Niranjana" userId="c1bafbb3-6091-456a-b741-2c09805ccd67" providerId="ADAL" clId="{BB14DECA-1148-4A57-A3AA-DE99AB324F6E}" dt="2024-04-25T06:41:08.672" v="3" actId="47"/>
        <pc:sldMkLst>
          <pc:docMk/>
          <pc:sldMk cId="4279131086" sldId="797"/>
        </pc:sldMkLst>
      </pc:sldChg>
      <pc:sldChg chg="del">
        <pc:chgData name="Murugesan, Niranjana" userId="c1bafbb3-6091-456a-b741-2c09805ccd67" providerId="ADAL" clId="{BB14DECA-1148-4A57-A3AA-DE99AB324F6E}" dt="2024-04-25T06:41:08.672" v="3" actId="47"/>
        <pc:sldMkLst>
          <pc:docMk/>
          <pc:sldMk cId="2986258242" sldId="799"/>
        </pc:sldMkLst>
      </pc:sldChg>
      <pc:sldChg chg="del">
        <pc:chgData name="Murugesan, Niranjana" userId="c1bafbb3-6091-456a-b741-2c09805ccd67" providerId="ADAL" clId="{BB14DECA-1148-4A57-A3AA-DE99AB324F6E}" dt="2024-04-25T06:40:38.794" v="1" actId="47"/>
        <pc:sldMkLst>
          <pc:docMk/>
          <pc:sldMk cId="4256765599" sldId="800"/>
        </pc:sldMkLst>
      </pc:sldChg>
      <pc:sldChg chg="del">
        <pc:chgData name="Murugesan, Niranjana" userId="c1bafbb3-6091-456a-b741-2c09805ccd67" providerId="ADAL" clId="{BB14DECA-1148-4A57-A3AA-DE99AB324F6E}" dt="2024-04-25T06:40:38.794" v="1" actId="47"/>
        <pc:sldMkLst>
          <pc:docMk/>
          <pc:sldMk cId="348941222" sldId="802"/>
        </pc:sldMkLst>
      </pc:sldChg>
      <pc:sldChg chg="del">
        <pc:chgData name="Murugesan, Niranjana" userId="c1bafbb3-6091-456a-b741-2c09805ccd67" providerId="ADAL" clId="{BB14DECA-1148-4A57-A3AA-DE99AB324F6E}" dt="2024-04-25T06:40:38.794" v="1" actId="47"/>
        <pc:sldMkLst>
          <pc:docMk/>
          <pc:sldMk cId="3290234436" sldId="804"/>
        </pc:sldMkLst>
      </pc:sldChg>
      <pc:sldChg chg="del">
        <pc:chgData name="Murugesan, Niranjana" userId="c1bafbb3-6091-456a-b741-2c09805ccd67" providerId="ADAL" clId="{BB14DECA-1148-4A57-A3AA-DE99AB324F6E}" dt="2024-04-25T06:41:08.672" v="3" actId="47"/>
        <pc:sldMkLst>
          <pc:docMk/>
          <pc:sldMk cId="3754148901" sldId="805"/>
        </pc:sldMkLst>
      </pc:sldChg>
      <pc:sldChg chg="del">
        <pc:chgData name="Murugesan, Niranjana" userId="c1bafbb3-6091-456a-b741-2c09805ccd67" providerId="ADAL" clId="{BB14DECA-1148-4A57-A3AA-DE99AB324F6E}" dt="2024-04-25T06:41:08.672" v="3" actId="47"/>
        <pc:sldMkLst>
          <pc:docMk/>
          <pc:sldMk cId="1047359327" sldId="806"/>
        </pc:sldMkLst>
      </pc:sldChg>
      <pc:sldChg chg="del">
        <pc:chgData name="Murugesan, Niranjana" userId="c1bafbb3-6091-456a-b741-2c09805ccd67" providerId="ADAL" clId="{BB14DECA-1148-4A57-A3AA-DE99AB324F6E}" dt="2024-05-16T11:14:57.873" v="477" actId="2696"/>
        <pc:sldMkLst>
          <pc:docMk/>
          <pc:sldMk cId="67244865" sldId="807"/>
        </pc:sldMkLst>
      </pc:sldChg>
      <pc:sldChg chg="modSp mod ord">
        <pc:chgData name="Murugesan, Niranjana" userId="c1bafbb3-6091-456a-b741-2c09805ccd67" providerId="ADAL" clId="{BB14DECA-1148-4A57-A3AA-DE99AB324F6E}" dt="2024-05-16T11:15:05.824" v="479"/>
        <pc:sldMkLst>
          <pc:docMk/>
          <pc:sldMk cId="4147204959" sldId="808"/>
        </pc:sldMkLst>
        <pc:spChg chg="mod">
          <ac:chgData name="Murugesan, Niranjana" userId="c1bafbb3-6091-456a-b741-2c09805ccd67" providerId="ADAL" clId="{BB14DECA-1148-4A57-A3AA-DE99AB324F6E}" dt="2024-04-25T06:44:40.087" v="196" actId="14100"/>
          <ac:spMkLst>
            <pc:docMk/>
            <pc:sldMk cId="4147204959" sldId="808"/>
            <ac:spMk id="4" creationId="{FA31C0CD-1220-4C78-8BBC-FBA814AA8958}"/>
          </ac:spMkLst>
        </pc:spChg>
      </pc:sldChg>
      <pc:sldChg chg="del">
        <pc:chgData name="Murugesan, Niranjana" userId="c1bafbb3-6091-456a-b741-2c09805ccd67" providerId="ADAL" clId="{BB14DECA-1148-4A57-A3AA-DE99AB324F6E}" dt="2024-05-16T11:15:43.141" v="483" actId="47"/>
        <pc:sldMkLst>
          <pc:docMk/>
          <pc:sldMk cId="3747687431" sldId="809"/>
        </pc:sldMkLst>
      </pc:sldChg>
      <pc:sldChg chg="modSp del mod">
        <pc:chgData name="Murugesan, Niranjana" userId="c1bafbb3-6091-456a-b741-2c09805ccd67" providerId="ADAL" clId="{BB14DECA-1148-4A57-A3AA-DE99AB324F6E}" dt="2024-05-16T11:15:55.422" v="484" actId="47"/>
        <pc:sldMkLst>
          <pc:docMk/>
          <pc:sldMk cId="3894661536" sldId="810"/>
        </pc:sldMkLst>
        <pc:spChg chg="mod">
          <ac:chgData name="Murugesan, Niranjana" userId="c1bafbb3-6091-456a-b741-2c09805ccd67" providerId="ADAL" clId="{BB14DECA-1148-4A57-A3AA-DE99AB324F6E}" dt="2024-04-25T06:54:38.552" v="330" actId="14100"/>
          <ac:spMkLst>
            <pc:docMk/>
            <pc:sldMk cId="3894661536" sldId="810"/>
            <ac:spMk id="4" creationId="{FA31C0CD-1220-4C78-8BBC-FBA814AA8958}"/>
          </ac:spMkLst>
        </pc:spChg>
      </pc:sldChg>
      <pc:sldChg chg="del">
        <pc:chgData name="Murugesan, Niranjana" userId="c1bafbb3-6091-456a-b741-2c09805ccd67" providerId="ADAL" clId="{BB14DECA-1148-4A57-A3AA-DE99AB324F6E}" dt="2024-04-25T06:40:23.486" v="0" actId="47"/>
        <pc:sldMkLst>
          <pc:docMk/>
          <pc:sldMk cId="1632175209" sldId="811"/>
        </pc:sldMkLst>
      </pc:sldChg>
      <pc:sldChg chg="del">
        <pc:chgData name="Murugesan, Niranjana" userId="c1bafbb3-6091-456a-b741-2c09805ccd67" providerId="ADAL" clId="{BB14DECA-1148-4A57-A3AA-DE99AB324F6E}" dt="2024-04-25T06:40:38.794" v="1" actId="47"/>
        <pc:sldMkLst>
          <pc:docMk/>
          <pc:sldMk cId="895146163" sldId="812"/>
        </pc:sldMkLst>
      </pc:sldChg>
      <pc:sldChg chg="modSp mod">
        <pc:chgData name="Murugesan, Niranjana" userId="c1bafbb3-6091-456a-b741-2c09805ccd67" providerId="ADAL" clId="{BB14DECA-1148-4A57-A3AA-DE99AB324F6E}" dt="2024-04-25T06:53:07.117" v="308" actId="1076"/>
        <pc:sldMkLst>
          <pc:docMk/>
          <pc:sldMk cId="4100242717" sldId="813"/>
        </pc:sldMkLst>
        <pc:spChg chg="mod">
          <ac:chgData name="Murugesan, Niranjana" userId="c1bafbb3-6091-456a-b741-2c09805ccd67" providerId="ADAL" clId="{BB14DECA-1148-4A57-A3AA-DE99AB324F6E}" dt="2024-04-25T06:52:59.886" v="306" actId="27636"/>
          <ac:spMkLst>
            <pc:docMk/>
            <pc:sldMk cId="4100242717" sldId="813"/>
            <ac:spMk id="3" creationId="{4369386D-8F5E-418F-8813-61D58D5E1BF5}"/>
          </ac:spMkLst>
        </pc:spChg>
        <pc:picChg chg="mod">
          <ac:chgData name="Murugesan, Niranjana" userId="c1bafbb3-6091-456a-b741-2c09805ccd67" providerId="ADAL" clId="{BB14DECA-1148-4A57-A3AA-DE99AB324F6E}" dt="2024-04-25T06:53:07.117" v="308" actId="1076"/>
          <ac:picMkLst>
            <pc:docMk/>
            <pc:sldMk cId="4100242717" sldId="813"/>
            <ac:picMk id="6" creationId="{7076CF46-DE76-4352-92EC-2F236343C226}"/>
          </ac:picMkLst>
        </pc:picChg>
        <pc:picChg chg="mod">
          <ac:chgData name="Murugesan, Niranjana" userId="c1bafbb3-6091-456a-b741-2c09805ccd67" providerId="ADAL" clId="{BB14DECA-1148-4A57-A3AA-DE99AB324F6E}" dt="2024-04-25T06:53:05.614" v="307" actId="1076"/>
          <ac:picMkLst>
            <pc:docMk/>
            <pc:sldMk cId="4100242717" sldId="813"/>
            <ac:picMk id="7" creationId="{692B1E87-2905-4B86-846B-2953224149C2}"/>
          </ac:picMkLst>
        </pc:picChg>
      </pc:sldChg>
      <pc:sldChg chg="modSp mod">
        <pc:chgData name="Murugesan, Niranjana" userId="c1bafbb3-6091-456a-b741-2c09805ccd67" providerId="ADAL" clId="{BB14DECA-1148-4A57-A3AA-DE99AB324F6E}" dt="2024-04-25T06:53:22.600" v="311" actId="1076"/>
        <pc:sldMkLst>
          <pc:docMk/>
          <pc:sldMk cId="720811578" sldId="814"/>
        </pc:sldMkLst>
        <pc:spChg chg="mod">
          <ac:chgData name="Murugesan, Niranjana" userId="c1bafbb3-6091-456a-b741-2c09805ccd67" providerId="ADAL" clId="{BB14DECA-1148-4A57-A3AA-DE99AB324F6E}" dt="2024-04-25T06:53:18.672" v="310" actId="15"/>
          <ac:spMkLst>
            <pc:docMk/>
            <pc:sldMk cId="720811578" sldId="814"/>
            <ac:spMk id="3" creationId="{4369386D-8F5E-418F-8813-61D58D5E1BF5}"/>
          </ac:spMkLst>
        </pc:spChg>
        <pc:picChg chg="mod">
          <ac:chgData name="Murugesan, Niranjana" userId="c1bafbb3-6091-456a-b741-2c09805ccd67" providerId="ADAL" clId="{BB14DECA-1148-4A57-A3AA-DE99AB324F6E}" dt="2024-04-25T06:53:22.600" v="311" actId="1076"/>
          <ac:picMkLst>
            <pc:docMk/>
            <pc:sldMk cId="720811578" sldId="814"/>
            <ac:picMk id="7" creationId="{3D737FA6-4FA3-40E6-AADF-D16643F59F26}"/>
          </ac:picMkLst>
        </pc:picChg>
      </pc:sldChg>
      <pc:sldChg chg="modSp mod">
        <pc:chgData name="Murugesan, Niranjana" userId="c1bafbb3-6091-456a-b741-2c09805ccd67" providerId="ADAL" clId="{BB14DECA-1148-4A57-A3AA-DE99AB324F6E}" dt="2024-04-25T06:53:59.366" v="319" actId="14100"/>
        <pc:sldMkLst>
          <pc:docMk/>
          <pc:sldMk cId="2201516211" sldId="815"/>
        </pc:sldMkLst>
        <pc:spChg chg="mod">
          <ac:chgData name="Murugesan, Niranjana" userId="c1bafbb3-6091-456a-b741-2c09805ccd67" providerId="ADAL" clId="{BB14DECA-1148-4A57-A3AA-DE99AB324F6E}" dt="2024-04-25T06:53:59.366" v="319" actId="14100"/>
          <ac:spMkLst>
            <pc:docMk/>
            <pc:sldMk cId="2201516211" sldId="815"/>
            <ac:spMk id="3" creationId="{B170980C-8312-424C-8EBD-3C589A0A7494}"/>
          </ac:spMkLst>
        </pc:spChg>
        <pc:picChg chg="mod">
          <ac:chgData name="Murugesan, Niranjana" userId="c1bafbb3-6091-456a-b741-2c09805ccd67" providerId="ADAL" clId="{BB14DECA-1148-4A57-A3AA-DE99AB324F6E}" dt="2024-04-25T06:53:55.556" v="318" actId="1076"/>
          <ac:picMkLst>
            <pc:docMk/>
            <pc:sldMk cId="2201516211" sldId="815"/>
            <ac:picMk id="4" creationId="{2E507BCA-CE79-425E-8792-DE410725BC95}"/>
          </ac:picMkLst>
        </pc:picChg>
      </pc:sldChg>
      <pc:sldChg chg="modSp mod">
        <pc:chgData name="Murugesan, Niranjana" userId="c1bafbb3-6091-456a-b741-2c09805ccd67" providerId="ADAL" clId="{BB14DECA-1148-4A57-A3AA-DE99AB324F6E}" dt="2024-04-25T06:54:19.354" v="325" actId="1076"/>
        <pc:sldMkLst>
          <pc:docMk/>
          <pc:sldMk cId="211415567" sldId="816"/>
        </pc:sldMkLst>
        <pc:spChg chg="mod">
          <ac:chgData name="Murugesan, Niranjana" userId="c1bafbb3-6091-456a-b741-2c09805ccd67" providerId="ADAL" clId="{BB14DECA-1148-4A57-A3AA-DE99AB324F6E}" dt="2024-04-25T06:54:17.614" v="324" actId="14100"/>
          <ac:spMkLst>
            <pc:docMk/>
            <pc:sldMk cId="211415567" sldId="816"/>
            <ac:spMk id="3" creationId="{A55BC11C-F3A1-4174-BD05-788641425D62}"/>
          </ac:spMkLst>
        </pc:spChg>
        <pc:picChg chg="mod">
          <ac:chgData name="Murugesan, Niranjana" userId="c1bafbb3-6091-456a-b741-2c09805ccd67" providerId="ADAL" clId="{BB14DECA-1148-4A57-A3AA-DE99AB324F6E}" dt="2024-04-25T06:54:19.354" v="325" actId="1076"/>
          <ac:picMkLst>
            <pc:docMk/>
            <pc:sldMk cId="211415567" sldId="816"/>
            <ac:picMk id="4" creationId="{22BD1B27-CB7E-442C-8DE8-E43DE772812E}"/>
          </ac:picMkLst>
        </pc:picChg>
      </pc:sldChg>
      <pc:sldChg chg="del">
        <pc:chgData name="Murugesan, Niranjana" userId="c1bafbb3-6091-456a-b741-2c09805ccd67" providerId="ADAL" clId="{BB14DECA-1148-4A57-A3AA-DE99AB324F6E}" dt="2024-04-25T06:40:23.486" v="0" actId="47"/>
        <pc:sldMkLst>
          <pc:docMk/>
          <pc:sldMk cId="3854018259" sldId="817"/>
        </pc:sldMkLst>
      </pc:sldChg>
      <pc:sldChg chg="del">
        <pc:chgData name="Murugesan, Niranjana" userId="c1bafbb3-6091-456a-b741-2c09805ccd67" providerId="ADAL" clId="{BB14DECA-1148-4A57-A3AA-DE99AB324F6E}" dt="2024-04-25T06:40:23.486" v="0" actId="47"/>
        <pc:sldMkLst>
          <pc:docMk/>
          <pc:sldMk cId="3081845982" sldId="818"/>
        </pc:sldMkLst>
      </pc:sldChg>
      <pc:sldChg chg="del">
        <pc:chgData name="Murugesan, Niranjana" userId="c1bafbb3-6091-456a-b741-2c09805ccd67" providerId="ADAL" clId="{BB14DECA-1148-4A57-A3AA-DE99AB324F6E}" dt="2024-04-25T06:40:23.486" v="0" actId="47"/>
        <pc:sldMkLst>
          <pc:docMk/>
          <pc:sldMk cId="4224967812" sldId="819"/>
        </pc:sldMkLst>
      </pc:sldChg>
      <pc:sldChg chg="del">
        <pc:chgData name="Murugesan, Niranjana" userId="c1bafbb3-6091-456a-b741-2c09805ccd67" providerId="ADAL" clId="{BB14DECA-1148-4A57-A3AA-DE99AB324F6E}" dt="2024-04-25T06:40:23.486" v="0" actId="47"/>
        <pc:sldMkLst>
          <pc:docMk/>
          <pc:sldMk cId="3553046373" sldId="820"/>
        </pc:sldMkLst>
      </pc:sldChg>
      <pc:sldChg chg="del">
        <pc:chgData name="Murugesan, Niranjana" userId="c1bafbb3-6091-456a-b741-2c09805ccd67" providerId="ADAL" clId="{BB14DECA-1148-4A57-A3AA-DE99AB324F6E}" dt="2024-04-25T06:40:23.486" v="0" actId="47"/>
        <pc:sldMkLst>
          <pc:docMk/>
          <pc:sldMk cId="1725716343" sldId="821"/>
        </pc:sldMkLst>
      </pc:sldChg>
      <pc:sldChg chg="del">
        <pc:chgData name="Murugesan, Niranjana" userId="c1bafbb3-6091-456a-b741-2c09805ccd67" providerId="ADAL" clId="{BB14DECA-1148-4A57-A3AA-DE99AB324F6E}" dt="2024-04-25T06:40:23.486" v="0" actId="47"/>
        <pc:sldMkLst>
          <pc:docMk/>
          <pc:sldMk cId="1774590198" sldId="822"/>
        </pc:sldMkLst>
      </pc:sldChg>
      <pc:sldChg chg="del">
        <pc:chgData name="Murugesan, Niranjana" userId="c1bafbb3-6091-456a-b741-2c09805ccd67" providerId="ADAL" clId="{BB14DECA-1148-4A57-A3AA-DE99AB324F6E}" dt="2024-04-25T06:40:23.486" v="0" actId="47"/>
        <pc:sldMkLst>
          <pc:docMk/>
          <pc:sldMk cId="1490462258" sldId="823"/>
        </pc:sldMkLst>
      </pc:sldChg>
      <pc:sldChg chg="del">
        <pc:chgData name="Murugesan, Niranjana" userId="c1bafbb3-6091-456a-b741-2c09805ccd67" providerId="ADAL" clId="{BB14DECA-1148-4A57-A3AA-DE99AB324F6E}" dt="2024-04-25T06:40:23.486" v="0" actId="47"/>
        <pc:sldMkLst>
          <pc:docMk/>
          <pc:sldMk cId="2116594446" sldId="824"/>
        </pc:sldMkLst>
      </pc:sldChg>
      <pc:sldChg chg="del">
        <pc:chgData name="Murugesan, Niranjana" userId="c1bafbb3-6091-456a-b741-2c09805ccd67" providerId="ADAL" clId="{BB14DECA-1148-4A57-A3AA-DE99AB324F6E}" dt="2024-04-25T06:40:23.486" v="0" actId="47"/>
        <pc:sldMkLst>
          <pc:docMk/>
          <pc:sldMk cId="1382924360" sldId="825"/>
        </pc:sldMkLst>
      </pc:sldChg>
      <pc:sldChg chg="del">
        <pc:chgData name="Murugesan, Niranjana" userId="c1bafbb3-6091-456a-b741-2c09805ccd67" providerId="ADAL" clId="{BB14DECA-1148-4A57-A3AA-DE99AB324F6E}" dt="2024-04-25T06:40:23.486" v="0" actId="47"/>
        <pc:sldMkLst>
          <pc:docMk/>
          <pc:sldMk cId="562482762" sldId="826"/>
        </pc:sldMkLst>
      </pc:sldChg>
      <pc:sldChg chg="del">
        <pc:chgData name="Murugesan, Niranjana" userId="c1bafbb3-6091-456a-b741-2c09805ccd67" providerId="ADAL" clId="{BB14DECA-1148-4A57-A3AA-DE99AB324F6E}" dt="2024-04-25T06:40:23.486" v="0" actId="47"/>
        <pc:sldMkLst>
          <pc:docMk/>
          <pc:sldMk cId="2866667817" sldId="827"/>
        </pc:sldMkLst>
      </pc:sldChg>
      <pc:sldChg chg="del">
        <pc:chgData name="Murugesan, Niranjana" userId="c1bafbb3-6091-456a-b741-2c09805ccd67" providerId="ADAL" clId="{BB14DECA-1148-4A57-A3AA-DE99AB324F6E}" dt="2024-04-25T06:40:23.486" v="0" actId="47"/>
        <pc:sldMkLst>
          <pc:docMk/>
          <pc:sldMk cId="808939004" sldId="828"/>
        </pc:sldMkLst>
      </pc:sldChg>
      <pc:sldChg chg="del">
        <pc:chgData name="Murugesan, Niranjana" userId="c1bafbb3-6091-456a-b741-2c09805ccd67" providerId="ADAL" clId="{BB14DECA-1148-4A57-A3AA-DE99AB324F6E}" dt="2024-04-25T06:40:23.486" v="0" actId="47"/>
        <pc:sldMkLst>
          <pc:docMk/>
          <pc:sldMk cId="426218822" sldId="829"/>
        </pc:sldMkLst>
      </pc:sldChg>
      <pc:sldChg chg="del">
        <pc:chgData name="Murugesan, Niranjana" userId="c1bafbb3-6091-456a-b741-2c09805ccd67" providerId="ADAL" clId="{BB14DECA-1148-4A57-A3AA-DE99AB324F6E}" dt="2024-04-25T06:41:08.672" v="3" actId="47"/>
        <pc:sldMkLst>
          <pc:docMk/>
          <pc:sldMk cId="3409255872" sldId="830"/>
        </pc:sldMkLst>
      </pc:sldChg>
      <pc:sldChg chg="del">
        <pc:chgData name="Murugesan, Niranjana" userId="c1bafbb3-6091-456a-b741-2c09805ccd67" providerId="ADAL" clId="{BB14DECA-1148-4A57-A3AA-DE99AB324F6E}" dt="2024-04-25T06:40:23.486" v="0" actId="47"/>
        <pc:sldMkLst>
          <pc:docMk/>
          <pc:sldMk cId="3082586064" sldId="831"/>
        </pc:sldMkLst>
      </pc:sldChg>
      <pc:sldChg chg="del">
        <pc:chgData name="Murugesan, Niranjana" userId="c1bafbb3-6091-456a-b741-2c09805ccd67" providerId="ADAL" clId="{BB14DECA-1148-4A57-A3AA-DE99AB324F6E}" dt="2024-04-25T06:40:23.486" v="0" actId="47"/>
        <pc:sldMkLst>
          <pc:docMk/>
          <pc:sldMk cId="2220427976" sldId="832"/>
        </pc:sldMkLst>
      </pc:sldChg>
      <pc:sldChg chg="del">
        <pc:chgData name="Murugesan, Niranjana" userId="c1bafbb3-6091-456a-b741-2c09805ccd67" providerId="ADAL" clId="{BB14DECA-1148-4A57-A3AA-DE99AB324F6E}" dt="2024-05-10T10:47:08.564" v="412" actId="47"/>
        <pc:sldMkLst>
          <pc:docMk/>
          <pc:sldMk cId="3868480618" sldId="2145705611"/>
        </pc:sldMkLst>
      </pc:sldChg>
      <pc:sldChg chg="modSp mod">
        <pc:chgData name="Murugesan, Niranjana" userId="c1bafbb3-6091-456a-b741-2c09805ccd67" providerId="ADAL" clId="{BB14DECA-1148-4A57-A3AA-DE99AB324F6E}" dt="2024-04-25T06:59:52.819" v="390" actId="1076"/>
        <pc:sldMkLst>
          <pc:docMk/>
          <pc:sldMk cId="1998583551" sldId="2145705612"/>
        </pc:sldMkLst>
        <pc:spChg chg="mod">
          <ac:chgData name="Murugesan, Niranjana" userId="c1bafbb3-6091-456a-b741-2c09805ccd67" providerId="ADAL" clId="{BB14DECA-1148-4A57-A3AA-DE99AB324F6E}" dt="2024-04-25T06:59:52.819" v="390" actId="1076"/>
          <ac:spMkLst>
            <pc:docMk/>
            <pc:sldMk cId="1998583551" sldId="2145705612"/>
            <ac:spMk id="2" creationId="{0A63CDBC-9720-81B1-63F2-986C0ED91234}"/>
          </ac:spMkLst>
        </pc:spChg>
        <pc:spChg chg="mod">
          <ac:chgData name="Murugesan, Niranjana" userId="c1bafbb3-6091-456a-b741-2c09805ccd67" providerId="ADAL" clId="{BB14DECA-1148-4A57-A3AA-DE99AB324F6E}" dt="2024-04-25T06:59:52.819" v="390" actId="1076"/>
          <ac:spMkLst>
            <pc:docMk/>
            <pc:sldMk cId="1998583551" sldId="2145705612"/>
            <ac:spMk id="9" creationId="{9E9A7D48-5617-6AF5-DCCF-36117C0252D6}"/>
          </ac:spMkLst>
        </pc:spChg>
        <pc:spChg chg="mod">
          <ac:chgData name="Murugesan, Niranjana" userId="c1bafbb3-6091-456a-b741-2c09805ccd67" providerId="ADAL" clId="{BB14DECA-1148-4A57-A3AA-DE99AB324F6E}" dt="2024-04-25T06:59:52.819" v="390" actId="1076"/>
          <ac:spMkLst>
            <pc:docMk/>
            <pc:sldMk cId="1998583551" sldId="2145705612"/>
            <ac:spMk id="10" creationId="{F27A6E5F-D9B7-D374-7E16-F75AB1BEE44C}"/>
          </ac:spMkLst>
        </pc:spChg>
        <pc:spChg chg="mod">
          <ac:chgData name="Murugesan, Niranjana" userId="c1bafbb3-6091-456a-b741-2c09805ccd67" providerId="ADAL" clId="{BB14DECA-1148-4A57-A3AA-DE99AB324F6E}" dt="2024-04-25T06:59:52.819" v="390" actId="1076"/>
          <ac:spMkLst>
            <pc:docMk/>
            <pc:sldMk cId="1998583551" sldId="2145705612"/>
            <ac:spMk id="11" creationId="{278E98F0-27D8-BE0E-7472-2DBDD3687C1A}"/>
          </ac:spMkLst>
        </pc:spChg>
        <pc:spChg chg="mod">
          <ac:chgData name="Murugesan, Niranjana" userId="c1bafbb3-6091-456a-b741-2c09805ccd67" providerId="ADAL" clId="{BB14DECA-1148-4A57-A3AA-DE99AB324F6E}" dt="2024-04-25T06:59:52.819" v="390" actId="1076"/>
          <ac:spMkLst>
            <pc:docMk/>
            <pc:sldMk cId="1998583551" sldId="2145705612"/>
            <ac:spMk id="12" creationId="{01599A59-AD8E-C997-F390-42FEB8E9D912}"/>
          </ac:spMkLst>
        </pc:spChg>
        <pc:spChg chg="mod">
          <ac:chgData name="Murugesan, Niranjana" userId="c1bafbb3-6091-456a-b741-2c09805ccd67" providerId="ADAL" clId="{BB14DECA-1148-4A57-A3AA-DE99AB324F6E}" dt="2024-04-25T06:59:52.819" v="390" actId="1076"/>
          <ac:spMkLst>
            <pc:docMk/>
            <pc:sldMk cId="1998583551" sldId="2145705612"/>
            <ac:spMk id="13" creationId="{602F36C0-AA0A-CD6C-CD46-1C3D5848E2CE}"/>
          </ac:spMkLst>
        </pc:spChg>
        <pc:graphicFrameChg chg="mod">
          <ac:chgData name="Murugesan, Niranjana" userId="c1bafbb3-6091-456a-b741-2c09805ccd67" providerId="ADAL" clId="{BB14DECA-1148-4A57-A3AA-DE99AB324F6E}" dt="2024-04-25T06:59:52.819" v="390" actId="1076"/>
          <ac:graphicFrameMkLst>
            <pc:docMk/>
            <pc:sldMk cId="1998583551" sldId="2145705612"/>
            <ac:graphicFrameMk id="8" creationId="{7D85EDF5-6758-A098-8DA8-80AD4CEC47C5}"/>
          </ac:graphicFrameMkLst>
        </pc:graphicFrameChg>
      </pc:sldChg>
      <pc:sldChg chg="del">
        <pc:chgData name="Murugesan, Niranjana" userId="c1bafbb3-6091-456a-b741-2c09805ccd67" providerId="ADAL" clId="{BB14DECA-1148-4A57-A3AA-DE99AB324F6E}" dt="2024-04-25T06:40:51.655" v="2" actId="47"/>
        <pc:sldMkLst>
          <pc:docMk/>
          <pc:sldMk cId="2415157012" sldId="2145705615"/>
        </pc:sldMkLst>
      </pc:sldChg>
      <pc:sldChg chg="del">
        <pc:chgData name="Murugesan, Niranjana" userId="c1bafbb3-6091-456a-b741-2c09805ccd67" providerId="ADAL" clId="{BB14DECA-1148-4A57-A3AA-DE99AB324F6E}" dt="2024-04-25T06:40:23.486" v="0" actId="47"/>
        <pc:sldMkLst>
          <pc:docMk/>
          <pc:sldMk cId="1994781316" sldId="2145705618"/>
        </pc:sldMkLst>
      </pc:sldChg>
      <pc:sldChg chg="del">
        <pc:chgData name="Murugesan, Niranjana" userId="c1bafbb3-6091-456a-b741-2c09805ccd67" providerId="ADAL" clId="{BB14DECA-1148-4A57-A3AA-DE99AB324F6E}" dt="2024-04-25T06:41:08.672" v="3" actId="47"/>
        <pc:sldMkLst>
          <pc:docMk/>
          <pc:sldMk cId="1238386413" sldId="2146846680"/>
        </pc:sldMkLst>
      </pc:sldChg>
      <pc:sldChg chg="modSp del mod">
        <pc:chgData name="Murugesan, Niranjana" userId="c1bafbb3-6091-456a-b741-2c09805ccd67" providerId="ADAL" clId="{BB14DECA-1148-4A57-A3AA-DE99AB324F6E}" dt="2024-05-16T11:13:30.636" v="462" actId="47"/>
        <pc:sldMkLst>
          <pc:docMk/>
          <pc:sldMk cId="824727460" sldId="2146846683"/>
        </pc:sldMkLst>
        <pc:spChg chg="mod">
          <ac:chgData name="Murugesan, Niranjana" userId="c1bafbb3-6091-456a-b741-2c09805ccd67" providerId="ADAL" clId="{BB14DECA-1148-4A57-A3AA-DE99AB324F6E}" dt="2024-04-25T06:44:11.997" v="190" actId="21"/>
          <ac:spMkLst>
            <pc:docMk/>
            <pc:sldMk cId="824727460" sldId="2146846683"/>
            <ac:spMk id="3" creationId="{176B0F99-1E84-99B8-E9A6-D5D2E09CE272}"/>
          </ac:spMkLst>
        </pc:spChg>
        <pc:spChg chg="mod">
          <ac:chgData name="Murugesan, Niranjana" userId="c1bafbb3-6091-456a-b741-2c09805ccd67" providerId="ADAL" clId="{BB14DECA-1148-4A57-A3AA-DE99AB324F6E}" dt="2024-04-25T06:44:15.381" v="191"/>
          <ac:spMkLst>
            <pc:docMk/>
            <pc:sldMk cId="824727460" sldId="2146846683"/>
            <ac:spMk id="4" creationId="{8831C2B5-2CF6-881C-336F-7368C7779FC5}"/>
          </ac:spMkLst>
        </pc:spChg>
      </pc:sldChg>
      <pc:sldChg chg="del">
        <pc:chgData name="Murugesan, Niranjana" userId="c1bafbb3-6091-456a-b741-2c09805ccd67" providerId="ADAL" clId="{BB14DECA-1148-4A57-A3AA-DE99AB324F6E}" dt="2024-04-25T06:40:38.794" v="1" actId="47"/>
        <pc:sldMkLst>
          <pc:docMk/>
          <pc:sldMk cId="551220199" sldId="2146846684"/>
        </pc:sldMkLst>
      </pc:sldChg>
      <pc:sldChg chg="del">
        <pc:chgData name="Murugesan, Niranjana" userId="c1bafbb3-6091-456a-b741-2c09805ccd67" providerId="ADAL" clId="{BB14DECA-1148-4A57-A3AA-DE99AB324F6E}" dt="2024-05-16T11:15:40.306" v="482" actId="47"/>
        <pc:sldMkLst>
          <pc:docMk/>
          <pc:sldMk cId="3384559847" sldId="2146846686"/>
        </pc:sldMkLst>
      </pc:sldChg>
      <pc:sldChg chg="modSp del mod">
        <pc:chgData name="Murugesan, Niranjana" userId="c1bafbb3-6091-456a-b741-2c09805ccd67" providerId="ADAL" clId="{BB14DECA-1148-4A57-A3AA-DE99AB324F6E}" dt="2024-05-16T11:14:27.308" v="471" actId="47"/>
        <pc:sldMkLst>
          <pc:docMk/>
          <pc:sldMk cId="315960151" sldId="2146846687"/>
        </pc:sldMkLst>
        <pc:spChg chg="mod">
          <ac:chgData name="Murugesan, Niranjana" userId="c1bafbb3-6091-456a-b741-2c09805ccd67" providerId="ADAL" clId="{BB14DECA-1148-4A57-A3AA-DE99AB324F6E}" dt="2024-05-16T11:14:12.523" v="464" actId="21"/>
          <ac:spMkLst>
            <pc:docMk/>
            <pc:sldMk cId="315960151" sldId="2146846687"/>
            <ac:spMk id="4" creationId="{8831C2B5-2CF6-881C-336F-7368C7779FC5}"/>
          </ac:spMkLst>
        </pc:spChg>
      </pc:sldChg>
      <pc:sldChg chg="delSp modSp new add del mod ord">
        <pc:chgData name="Murugesan, Niranjana" userId="c1bafbb3-6091-456a-b741-2c09805ccd67" providerId="ADAL" clId="{BB14DECA-1148-4A57-A3AA-DE99AB324F6E}" dt="2024-05-16T11:14:52.208" v="476"/>
        <pc:sldMkLst>
          <pc:docMk/>
          <pc:sldMk cId="3368299355" sldId="2146846688"/>
        </pc:sldMkLst>
        <pc:spChg chg="mod">
          <ac:chgData name="Murugesan, Niranjana" userId="c1bafbb3-6091-456a-b741-2c09805ccd67" providerId="ADAL" clId="{BB14DECA-1148-4A57-A3AA-DE99AB324F6E}" dt="2024-05-16T11:13:25.408" v="460" actId="20577"/>
          <ac:spMkLst>
            <pc:docMk/>
            <pc:sldMk cId="3368299355" sldId="2146846688"/>
            <ac:spMk id="2" creationId="{A6C42541-175A-4B58-8EE9-2045081F3A3E}"/>
          </ac:spMkLst>
        </pc:spChg>
        <pc:spChg chg="del">
          <ac:chgData name="Murugesan, Niranjana" userId="c1bafbb3-6091-456a-b741-2c09805ccd67" providerId="ADAL" clId="{BB14DECA-1148-4A57-A3AA-DE99AB324F6E}" dt="2024-05-16T11:12:17.471" v="455" actId="478"/>
          <ac:spMkLst>
            <pc:docMk/>
            <pc:sldMk cId="3368299355" sldId="2146846688"/>
            <ac:spMk id="3" creationId="{3ACD1259-ACB1-F15F-8D29-3320217FFC8A}"/>
          </ac:spMkLst>
        </pc:spChg>
        <pc:spChg chg="mod">
          <ac:chgData name="Murugesan, Niranjana" userId="c1bafbb3-6091-456a-b741-2c09805ccd67" providerId="ADAL" clId="{BB14DECA-1148-4A57-A3AA-DE99AB324F6E}" dt="2024-05-16T11:13:28.746" v="461" actId="1076"/>
          <ac:spMkLst>
            <pc:docMk/>
            <pc:sldMk cId="3368299355" sldId="2146846688"/>
            <ac:spMk id="4" creationId="{B912E75F-5BD8-8149-0F8B-E78F81016790}"/>
          </ac:spMkLst>
        </pc:spChg>
      </pc:sldChg>
      <pc:sldChg chg="del">
        <pc:chgData name="Murugesan, Niranjana" userId="c1bafbb3-6091-456a-b741-2c09805ccd67" providerId="ADAL" clId="{BB14DECA-1148-4A57-A3AA-DE99AB324F6E}" dt="2024-04-25T06:40:23.486" v="0" actId="47"/>
        <pc:sldMkLst>
          <pc:docMk/>
          <pc:sldMk cId="3450430996" sldId="2146846688"/>
        </pc:sldMkLst>
      </pc:sldChg>
      <pc:sldChg chg="modSp new del mod">
        <pc:chgData name="Murugesan, Niranjana" userId="c1bafbb3-6091-456a-b741-2c09805ccd67" providerId="ADAL" clId="{BB14DECA-1148-4A57-A3AA-DE99AB324F6E}" dt="2024-05-16T11:16:03.283" v="485" actId="47"/>
        <pc:sldMkLst>
          <pc:docMk/>
          <pc:sldMk cId="2864257080" sldId="2146846689"/>
        </pc:sldMkLst>
        <pc:spChg chg="mod">
          <ac:chgData name="Murugesan, Niranjana" userId="c1bafbb3-6091-456a-b741-2c09805ccd67" providerId="ADAL" clId="{BB14DECA-1148-4A57-A3AA-DE99AB324F6E}" dt="2024-05-16T11:14:25.355" v="470" actId="1076"/>
          <ac:spMkLst>
            <pc:docMk/>
            <pc:sldMk cId="2864257080" sldId="2146846689"/>
            <ac:spMk id="3" creationId="{5A0A4CF8-03D9-B56D-C598-AD6B60E80FCB}"/>
          </ac:spMkLst>
        </pc:spChg>
      </pc:sldChg>
      <pc:sldChg chg="add">
        <pc:chgData name="Murugesan, Niranjana" userId="c1bafbb3-6091-456a-b741-2c09805ccd67" providerId="ADAL" clId="{BB14DECA-1148-4A57-A3AA-DE99AB324F6E}" dt="2024-05-16T11:14:44.327" v="472"/>
        <pc:sldMkLst>
          <pc:docMk/>
          <pc:sldMk cId="1520023434" sldId="2146846690"/>
        </pc:sldMkLst>
      </pc:sldChg>
      <pc:sldChg chg="add">
        <pc:chgData name="Murugesan, Niranjana" userId="c1bafbb3-6091-456a-b741-2c09805ccd67" providerId="ADAL" clId="{BB14DECA-1148-4A57-A3AA-DE99AB324F6E}" dt="2024-05-16T11:14:44.327" v="472"/>
        <pc:sldMkLst>
          <pc:docMk/>
          <pc:sldMk cId="3410297190" sldId="2146846691"/>
        </pc:sldMkLst>
      </pc:sldChg>
      <pc:sldChg chg="add">
        <pc:chgData name="Murugesan, Niranjana" userId="c1bafbb3-6091-456a-b741-2c09805ccd67" providerId="ADAL" clId="{BB14DECA-1148-4A57-A3AA-DE99AB324F6E}" dt="2024-05-16T11:14:44.327" v="472"/>
        <pc:sldMkLst>
          <pc:docMk/>
          <pc:sldMk cId="451952917" sldId="2146846692"/>
        </pc:sldMkLst>
      </pc:sldChg>
      <pc:sldMasterChg chg="delSldLayout modSldLayout">
        <pc:chgData name="Murugesan, Niranjana" userId="c1bafbb3-6091-456a-b741-2c09805ccd67" providerId="ADAL" clId="{BB14DECA-1148-4A57-A3AA-DE99AB324F6E}" dt="2024-05-16T11:15:43.141" v="483" actId="47"/>
        <pc:sldMasterMkLst>
          <pc:docMk/>
          <pc:sldMasterMk cId="1159990490" sldId="2147483660"/>
        </pc:sldMasterMkLst>
        <pc:sldLayoutChg chg="delSp mod">
          <pc:chgData name="Murugesan, Niranjana" userId="c1bafbb3-6091-456a-b741-2c09805ccd67" providerId="ADAL" clId="{BB14DECA-1148-4A57-A3AA-DE99AB324F6E}" dt="2024-05-16T11:12:40.528" v="458" actId="478"/>
          <pc:sldLayoutMkLst>
            <pc:docMk/>
            <pc:sldMasterMk cId="1159990490" sldId="2147483660"/>
            <pc:sldLayoutMk cId="1495782089" sldId="2147483666"/>
          </pc:sldLayoutMkLst>
          <pc:spChg chg="del">
            <ac:chgData name="Murugesan, Niranjana" userId="c1bafbb3-6091-456a-b741-2c09805ccd67" providerId="ADAL" clId="{BB14DECA-1148-4A57-A3AA-DE99AB324F6E}" dt="2024-05-16T11:12:40.528" v="458" actId="478"/>
            <ac:spMkLst>
              <pc:docMk/>
              <pc:sldMasterMk cId="1159990490" sldId="2147483660"/>
              <pc:sldLayoutMk cId="1495782089" sldId="2147483666"/>
              <ac:spMk id="16" creationId="{08DEC44B-C9CE-0046-AA03-95483F221076}"/>
            </ac:spMkLst>
          </pc:spChg>
        </pc:sldLayoutChg>
        <pc:sldLayoutChg chg="delSp mod">
          <pc:chgData name="Murugesan, Niranjana" userId="c1bafbb3-6091-456a-b741-2c09805ccd67" providerId="ADAL" clId="{BB14DECA-1148-4A57-A3AA-DE99AB324F6E}" dt="2024-05-16T11:12:44.458" v="459" actId="478"/>
          <pc:sldLayoutMkLst>
            <pc:docMk/>
            <pc:sldMasterMk cId="1159990490" sldId="2147483660"/>
            <pc:sldLayoutMk cId="3528593620" sldId="2147483667"/>
          </pc:sldLayoutMkLst>
          <pc:spChg chg="del">
            <ac:chgData name="Murugesan, Niranjana" userId="c1bafbb3-6091-456a-b741-2c09805ccd67" providerId="ADAL" clId="{BB14DECA-1148-4A57-A3AA-DE99AB324F6E}" dt="2024-05-16T11:12:44.458" v="459" actId="478"/>
            <ac:spMkLst>
              <pc:docMk/>
              <pc:sldMasterMk cId="1159990490" sldId="2147483660"/>
              <pc:sldLayoutMk cId="3528593620" sldId="2147483667"/>
              <ac:spMk id="18" creationId="{9CCC203D-9826-704F-A811-341B9EB2CBDF}"/>
            </ac:spMkLst>
          </pc:spChg>
        </pc:sldLayoutChg>
        <pc:sldLayoutChg chg="delSp mod">
          <pc:chgData name="Murugesan, Niranjana" userId="c1bafbb3-6091-456a-b741-2c09805ccd67" providerId="ADAL" clId="{BB14DECA-1148-4A57-A3AA-DE99AB324F6E}" dt="2024-05-16T11:11:39.205" v="413" actId="478"/>
          <pc:sldLayoutMkLst>
            <pc:docMk/>
            <pc:sldMasterMk cId="1159990490" sldId="2147483660"/>
            <pc:sldLayoutMk cId="3370694191" sldId="2147483744"/>
          </pc:sldLayoutMkLst>
          <pc:picChg chg="del">
            <ac:chgData name="Murugesan, Niranjana" userId="c1bafbb3-6091-456a-b741-2c09805ccd67" providerId="ADAL" clId="{BB14DECA-1148-4A57-A3AA-DE99AB324F6E}" dt="2024-05-16T11:11:39.205" v="413" actId="478"/>
            <ac:picMkLst>
              <pc:docMk/>
              <pc:sldMasterMk cId="1159990490" sldId="2147483660"/>
              <pc:sldLayoutMk cId="3370694191" sldId="2147483744"/>
              <ac:picMk id="4" creationId="{B8323C48-D51C-16DF-13B1-13220A1F017C}"/>
            </ac:picMkLst>
          </pc:picChg>
        </pc:sldLayoutChg>
        <pc:sldLayoutChg chg="del">
          <pc:chgData name="Murugesan, Niranjana" userId="c1bafbb3-6091-456a-b741-2c09805ccd67" providerId="ADAL" clId="{BB14DECA-1148-4A57-A3AA-DE99AB324F6E}" dt="2024-04-25T06:41:08.672" v="3" actId="47"/>
          <pc:sldLayoutMkLst>
            <pc:docMk/>
            <pc:sldMasterMk cId="1159990490" sldId="2147483660"/>
            <pc:sldLayoutMk cId="1573464072" sldId="2147483745"/>
          </pc:sldLayoutMkLst>
        </pc:sldLayoutChg>
        <pc:sldLayoutChg chg="del">
          <pc:chgData name="Murugesan, Niranjana" userId="c1bafbb3-6091-456a-b741-2c09805ccd67" providerId="ADAL" clId="{BB14DECA-1148-4A57-A3AA-DE99AB324F6E}" dt="2024-05-16T11:15:43.141" v="483" actId="47"/>
          <pc:sldLayoutMkLst>
            <pc:docMk/>
            <pc:sldMasterMk cId="1159990490" sldId="2147483660"/>
            <pc:sldLayoutMk cId="2199139959" sldId="2147483746"/>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2D2425-22BE-424B-A89E-BD4DE886E8A5}" type="doc">
      <dgm:prSet loTypeId="urn:microsoft.com/office/officeart/2008/layout/VerticalCurvedList" loCatId="list" qsTypeId="urn:microsoft.com/office/officeart/2005/8/quickstyle/3d3" qsCatId="3D" csTypeId="urn:microsoft.com/office/officeart/2005/8/colors/colorful1" csCatId="colorful" phldr="1"/>
      <dgm:spPr/>
      <dgm:t>
        <a:bodyPr/>
        <a:lstStyle/>
        <a:p>
          <a:endParaRPr lang="en-GB"/>
        </a:p>
      </dgm:t>
    </dgm:pt>
    <dgm:pt modelId="{50B2F0AE-D391-455A-AEF5-DB5886921B1F}">
      <dgm:prSet custT="1"/>
      <dgm:spPr>
        <a:solidFill>
          <a:srgbClr val="0081B1"/>
        </a:solidFill>
        <a:ln>
          <a:solidFill>
            <a:srgbClr val="0081B1"/>
          </a:solidFill>
        </a:ln>
      </dgm:spPr>
      <dgm:t>
        <a:bodyPr/>
        <a:lstStyle/>
        <a:p>
          <a:r>
            <a:rPr lang="en-US" sz="2400" dirty="0">
              <a:latin typeface="Calibri"/>
              <a:cs typeface="Calibri"/>
            </a:rPr>
            <a:t>Introducing use case</a:t>
          </a:r>
          <a:endParaRPr lang="en-GB" sz="2400" dirty="0">
            <a:latin typeface="Calibri"/>
            <a:cs typeface="Calibri"/>
          </a:endParaRPr>
        </a:p>
      </dgm:t>
    </dgm:pt>
    <dgm:pt modelId="{475B2137-7146-47FB-B48B-E4D18339CCB4}" type="sibTrans" cxnId="{126E784E-A3CA-440A-B851-CDD4F1CA4A60}">
      <dgm:prSet/>
      <dgm:spPr/>
      <dgm:t>
        <a:bodyPr/>
        <a:lstStyle/>
        <a:p>
          <a:endParaRPr lang="en-GB"/>
        </a:p>
      </dgm:t>
    </dgm:pt>
    <dgm:pt modelId="{ECC91122-A38D-4DC2-87FF-70C802701F3F}" type="parTrans" cxnId="{126E784E-A3CA-440A-B851-CDD4F1CA4A60}">
      <dgm:prSet/>
      <dgm:spPr/>
      <dgm:t>
        <a:bodyPr/>
        <a:lstStyle/>
        <a:p>
          <a:endParaRPr lang="en-GB"/>
        </a:p>
      </dgm:t>
    </dgm:pt>
    <dgm:pt modelId="{26261293-80F0-4152-86B7-A39C5F1D2442}">
      <dgm:prSet custT="1"/>
      <dgm:spPr>
        <a:solidFill>
          <a:schemeClr val="accent6"/>
        </a:solidFill>
      </dgm:spPr>
      <dgm:t>
        <a:bodyPr/>
        <a:lstStyle/>
        <a:p>
          <a:r>
            <a:rPr lang="en-US" sz="2400" dirty="0">
              <a:latin typeface="Calibri"/>
              <a:cs typeface="Calibri"/>
            </a:rPr>
            <a:t>Steps for JDBC</a:t>
          </a:r>
          <a:endParaRPr lang="en-GB" sz="2400" dirty="0">
            <a:latin typeface="Calibri"/>
            <a:cs typeface="Calibri"/>
          </a:endParaRPr>
        </a:p>
      </dgm:t>
    </dgm:pt>
    <dgm:pt modelId="{774B8A9F-1CDB-4BF2-9D34-9C7456D06625}" type="sibTrans" cxnId="{EFAC6EEF-C6AC-43BC-BDE0-E0B3E1297ABC}">
      <dgm:prSet/>
      <dgm:spPr/>
      <dgm:t>
        <a:bodyPr/>
        <a:lstStyle/>
        <a:p>
          <a:endParaRPr lang="en-GB"/>
        </a:p>
      </dgm:t>
    </dgm:pt>
    <dgm:pt modelId="{4D915DD9-57A8-4741-BCEB-1AC3F8C4D38C}" type="parTrans" cxnId="{EFAC6EEF-C6AC-43BC-BDE0-E0B3E1297ABC}">
      <dgm:prSet/>
      <dgm:spPr/>
      <dgm:t>
        <a:bodyPr/>
        <a:lstStyle/>
        <a:p>
          <a:endParaRPr lang="en-GB"/>
        </a:p>
      </dgm:t>
    </dgm:pt>
    <dgm:pt modelId="{E5767105-E734-48B3-8FA2-08C0C2DF0771}">
      <dgm:prSet custT="1"/>
      <dgm:spPr>
        <a:solidFill>
          <a:schemeClr val="accent2">
            <a:lumMod val="75000"/>
          </a:schemeClr>
        </a:solidFill>
      </dgm:spPr>
      <dgm:t>
        <a:bodyPr/>
        <a:lstStyle/>
        <a:p>
          <a:r>
            <a:rPr lang="en-US" sz="2400" dirty="0">
              <a:latin typeface="Calibri"/>
              <a:cs typeface="Calibri"/>
            </a:rPr>
            <a:t>Implementation of Use Case</a:t>
          </a:r>
          <a:endParaRPr lang="en-GB" sz="2400" dirty="0">
            <a:latin typeface="Calibri"/>
            <a:cs typeface="Calibri"/>
          </a:endParaRPr>
        </a:p>
      </dgm:t>
    </dgm:pt>
    <dgm:pt modelId="{8E9B5059-8820-4545-B9C3-0DB243E789CD}" type="sibTrans" cxnId="{0C395048-0B53-460F-8104-E178F72EB77F}">
      <dgm:prSet/>
      <dgm:spPr/>
      <dgm:t>
        <a:bodyPr/>
        <a:lstStyle/>
        <a:p>
          <a:endParaRPr lang="en-GB"/>
        </a:p>
      </dgm:t>
    </dgm:pt>
    <dgm:pt modelId="{F4F3E6D9-4B2D-45B1-B205-6E84E91F4948}" type="parTrans" cxnId="{0C395048-0B53-460F-8104-E178F72EB77F}">
      <dgm:prSet/>
      <dgm:spPr/>
      <dgm:t>
        <a:bodyPr/>
        <a:lstStyle/>
        <a:p>
          <a:endParaRPr lang="en-GB"/>
        </a:p>
      </dgm:t>
    </dgm:pt>
    <dgm:pt modelId="{5CDB641D-9B51-48EA-B511-457ABF75C9D8}">
      <dgm:prSet custT="1"/>
      <dgm:spPr>
        <a:solidFill>
          <a:srgbClr val="00B0F0"/>
        </a:solidFill>
        <a:ln>
          <a:solidFill>
            <a:schemeClr val="accent5">
              <a:lumMod val="75000"/>
            </a:schemeClr>
          </a:solidFill>
        </a:ln>
      </dgm:spPr>
      <dgm:t>
        <a:bodyPr/>
        <a:lstStyle/>
        <a:p>
          <a:r>
            <a:rPr lang="en-US" sz="2400" dirty="0">
              <a:latin typeface="Calibri"/>
              <a:cs typeface="Calibri"/>
            </a:rPr>
            <a:t>JDBC</a:t>
          </a:r>
          <a:endParaRPr lang="en-GB" sz="2400" dirty="0">
            <a:latin typeface="Calibri"/>
            <a:cs typeface="Calibri"/>
          </a:endParaRPr>
        </a:p>
      </dgm:t>
    </dgm:pt>
    <dgm:pt modelId="{6C7A4D3F-DF5B-4724-B028-8CEC9F57B61B}" type="parTrans" cxnId="{607F17D3-9895-41AB-BEBB-09A2B6EBA4F4}">
      <dgm:prSet/>
      <dgm:spPr/>
      <dgm:t>
        <a:bodyPr/>
        <a:lstStyle/>
        <a:p>
          <a:endParaRPr lang="en-GB"/>
        </a:p>
      </dgm:t>
    </dgm:pt>
    <dgm:pt modelId="{2A30628E-B4EA-4E68-8729-B7CF188B450F}" type="sibTrans" cxnId="{607F17D3-9895-41AB-BEBB-09A2B6EBA4F4}">
      <dgm:prSet/>
      <dgm:spPr/>
      <dgm:t>
        <a:bodyPr/>
        <a:lstStyle/>
        <a:p>
          <a:endParaRPr lang="en-GB"/>
        </a:p>
      </dgm:t>
    </dgm:pt>
    <dgm:pt modelId="{7BCFFDEA-703A-4577-8F40-1C199F1A037B}">
      <dgm:prSet custT="1"/>
      <dgm:spPr>
        <a:solidFill>
          <a:srgbClr val="74DF4C"/>
        </a:solidFill>
      </dgm:spPr>
      <dgm:t>
        <a:bodyPr/>
        <a:lstStyle/>
        <a:p>
          <a:r>
            <a:rPr lang="en-US" sz="2400" dirty="0">
              <a:latin typeface="Calibri"/>
              <a:cs typeface="Calibri"/>
            </a:rPr>
            <a:t>JDBC Drives</a:t>
          </a:r>
          <a:endParaRPr lang="en-GB" sz="2400" dirty="0">
            <a:latin typeface="Calibri"/>
            <a:cs typeface="Calibri"/>
          </a:endParaRPr>
        </a:p>
      </dgm:t>
    </dgm:pt>
    <dgm:pt modelId="{2735973D-2916-465C-B62F-F93E35BB63B7}" type="parTrans" cxnId="{EA617F6B-7292-48AC-AE6E-CA909951FF03}">
      <dgm:prSet/>
      <dgm:spPr/>
      <dgm:t>
        <a:bodyPr/>
        <a:lstStyle/>
        <a:p>
          <a:endParaRPr lang="en-GB"/>
        </a:p>
      </dgm:t>
    </dgm:pt>
    <dgm:pt modelId="{A85BB7E4-FD6E-458E-A342-F64DE4D1ACDB}" type="sibTrans" cxnId="{EA617F6B-7292-48AC-AE6E-CA909951FF03}">
      <dgm:prSet/>
      <dgm:spPr/>
      <dgm:t>
        <a:bodyPr/>
        <a:lstStyle/>
        <a:p>
          <a:endParaRPr lang="en-GB"/>
        </a:p>
      </dgm:t>
    </dgm:pt>
    <dgm:pt modelId="{023FA691-D905-4479-82E0-3EE494F291E1}">
      <dgm:prSet custT="1"/>
      <dgm:spPr>
        <a:solidFill>
          <a:srgbClr val="38D100"/>
        </a:solidFill>
      </dgm:spPr>
      <dgm:t>
        <a:bodyPr/>
        <a:lstStyle/>
        <a:p>
          <a:r>
            <a:rPr lang="en-US" sz="2400" dirty="0">
              <a:latin typeface="Calibri"/>
              <a:cs typeface="Calibri"/>
            </a:rPr>
            <a:t>JDBC Classes </a:t>
          </a:r>
          <a:endParaRPr lang="en-GB" sz="2400" dirty="0">
            <a:latin typeface="Calibri"/>
            <a:cs typeface="Calibri"/>
          </a:endParaRPr>
        </a:p>
      </dgm:t>
    </dgm:pt>
    <dgm:pt modelId="{6CA4870B-8F4A-4BE9-A6DF-D9BED0EFDFB9}" type="parTrans" cxnId="{D8655DCF-549D-4278-8942-AE2F1E706A64}">
      <dgm:prSet/>
      <dgm:spPr/>
      <dgm:t>
        <a:bodyPr/>
        <a:lstStyle/>
        <a:p>
          <a:endParaRPr lang="en-GB"/>
        </a:p>
      </dgm:t>
    </dgm:pt>
    <dgm:pt modelId="{EC19EBA5-0645-4950-8C7B-EC00F3034BBD}" type="sibTrans" cxnId="{D8655DCF-549D-4278-8942-AE2F1E706A64}">
      <dgm:prSet/>
      <dgm:spPr/>
      <dgm:t>
        <a:bodyPr/>
        <a:lstStyle/>
        <a:p>
          <a:endParaRPr lang="en-GB"/>
        </a:p>
      </dgm:t>
    </dgm:pt>
    <dgm:pt modelId="{5F976546-0090-40AC-B6BD-76EBD1D37DE9}" type="pres">
      <dgm:prSet presAssocID="{8E2D2425-22BE-424B-A89E-BD4DE886E8A5}" presName="Name0" presStyleCnt="0">
        <dgm:presLayoutVars>
          <dgm:chMax val="7"/>
          <dgm:chPref val="7"/>
          <dgm:dir/>
        </dgm:presLayoutVars>
      </dgm:prSet>
      <dgm:spPr/>
    </dgm:pt>
    <dgm:pt modelId="{DBDE548B-214B-46CC-A97C-FA908C349840}" type="pres">
      <dgm:prSet presAssocID="{8E2D2425-22BE-424B-A89E-BD4DE886E8A5}" presName="Name1" presStyleCnt="0"/>
      <dgm:spPr/>
    </dgm:pt>
    <dgm:pt modelId="{DC5E17E2-906A-4514-BCEA-1A854A6B1844}" type="pres">
      <dgm:prSet presAssocID="{8E2D2425-22BE-424B-A89E-BD4DE886E8A5}" presName="cycle" presStyleCnt="0"/>
      <dgm:spPr/>
    </dgm:pt>
    <dgm:pt modelId="{A759433E-5FA4-4197-B400-0FF52A182A6C}" type="pres">
      <dgm:prSet presAssocID="{8E2D2425-22BE-424B-A89E-BD4DE886E8A5}" presName="srcNode" presStyleLbl="node1" presStyleIdx="0" presStyleCnt="6"/>
      <dgm:spPr/>
    </dgm:pt>
    <dgm:pt modelId="{865D9EE7-F6A5-4461-8AB5-0AA682DCBFBB}" type="pres">
      <dgm:prSet presAssocID="{8E2D2425-22BE-424B-A89E-BD4DE886E8A5}" presName="conn" presStyleLbl="parChTrans1D2" presStyleIdx="0" presStyleCnt="1"/>
      <dgm:spPr/>
    </dgm:pt>
    <dgm:pt modelId="{16882969-45E4-4F88-99B3-989A7308C30A}" type="pres">
      <dgm:prSet presAssocID="{8E2D2425-22BE-424B-A89E-BD4DE886E8A5}" presName="extraNode" presStyleLbl="node1" presStyleIdx="0" presStyleCnt="6"/>
      <dgm:spPr/>
    </dgm:pt>
    <dgm:pt modelId="{C7C9CD79-0177-414B-B08C-2436469BA08C}" type="pres">
      <dgm:prSet presAssocID="{8E2D2425-22BE-424B-A89E-BD4DE886E8A5}" presName="dstNode" presStyleLbl="node1" presStyleIdx="0" presStyleCnt="6"/>
      <dgm:spPr/>
    </dgm:pt>
    <dgm:pt modelId="{67CFAC03-2806-4F25-8087-E05CCF5F29D8}" type="pres">
      <dgm:prSet presAssocID="{50B2F0AE-D391-455A-AEF5-DB5886921B1F}" presName="text_1" presStyleLbl="node1" presStyleIdx="0" presStyleCnt="6" custLinFactNeighborX="814" custLinFactNeighborY="409">
        <dgm:presLayoutVars>
          <dgm:bulletEnabled val="1"/>
        </dgm:presLayoutVars>
      </dgm:prSet>
      <dgm:spPr/>
    </dgm:pt>
    <dgm:pt modelId="{1F1A022D-4483-447F-A9BB-310C05D3C0D2}" type="pres">
      <dgm:prSet presAssocID="{50B2F0AE-D391-455A-AEF5-DB5886921B1F}" presName="accent_1" presStyleCnt="0"/>
      <dgm:spPr/>
    </dgm:pt>
    <dgm:pt modelId="{9AF21944-5150-45B1-B3FB-9E8C6A375FC1}" type="pres">
      <dgm:prSet presAssocID="{50B2F0AE-D391-455A-AEF5-DB5886921B1F}" presName="accentRepeatNode" presStyleLbl="solidFgAcc1" presStyleIdx="0" presStyleCnt="6"/>
      <dgm:spPr/>
    </dgm:pt>
    <dgm:pt modelId="{AFE45E53-4ADB-424C-93F0-0CD91AF4B9F0}" type="pres">
      <dgm:prSet presAssocID="{5CDB641D-9B51-48EA-B511-457ABF75C9D8}" presName="text_2" presStyleLbl="node1" presStyleIdx="1" presStyleCnt="6" custLinFactNeighborX="375" custLinFactNeighborY="1353">
        <dgm:presLayoutVars>
          <dgm:bulletEnabled val="1"/>
        </dgm:presLayoutVars>
      </dgm:prSet>
      <dgm:spPr/>
    </dgm:pt>
    <dgm:pt modelId="{F1E1A77E-7CA1-4530-B86F-77F147640C68}" type="pres">
      <dgm:prSet presAssocID="{5CDB641D-9B51-48EA-B511-457ABF75C9D8}" presName="accent_2" presStyleCnt="0"/>
      <dgm:spPr/>
    </dgm:pt>
    <dgm:pt modelId="{F078BC8F-744E-475B-ABFA-632CA2CD4F50}" type="pres">
      <dgm:prSet presAssocID="{5CDB641D-9B51-48EA-B511-457ABF75C9D8}" presName="accentRepeatNode" presStyleLbl="solidFgAcc1" presStyleIdx="1" presStyleCnt="6"/>
      <dgm:spPr/>
    </dgm:pt>
    <dgm:pt modelId="{05BDF924-4408-4CF2-B802-1254FBE1CAC5}" type="pres">
      <dgm:prSet presAssocID="{26261293-80F0-4152-86B7-A39C5F1D2442}" presName="text_3" presStyleLbl="node1" presStyleIdx="2" presStyleCnt="6" custLinFactNeighborX="155" custLinFactNeighborY="4205">
        <dgm:presLayoutVars>
          <dgm:bulletEnabled val="1"/>
        </dgm:presLayoutVars>
      </dgm:prSet>
      <dgm:spPr/>
    </dgm:pt>
    <dgm:pt modelId="{4543C29A-8333-480B-B447-A471389B200C}" type="pres">
      <dgm:prSet presAssocID="{26261293-80F0-4152-86B7-A39C5F1D2442}" presName="accent_3" presStyleCnt="0"/>
      <dgm:spPr/>
    </dgm:pt>
    <dgm:pt modelId="{F6837D89-40AA-4648-A8D6-8B16D948EACD}" type="pres">
      <dgm:prSet presAssocID="{26261293-80F0-4152-86B7-A39C5F1D2442}" presName="accentRepeatNode" presStyleLbl="solidFgAcc1" presStyleIdx="2" presStyleCnt="6"/>
      <dgm:spPr/>
    </dgm:pt>
    <dgm:pt modelId="{098F93AE-2EE6-4850-A61C-5B3589C0DD90}" type="pres">
      <dgm:prSet presAssocID="{7BCFFDEA-703A-4577-8F40-1C199F1A037B}" presName="text_4" presStyleLbl="node1" presStyleIdx="3" presStyleCnt="6">
        <dgm:presLayoutVars>
          <dgm:bulletEnabled val="1"/>
        </dgm:presLayoutVars>
      </dgm:prSet>
      <dgm:spPr/>
    </dgm:pt>
    <dgm:pt modelId="{FD7449DE-9B35-4704-B3AF-C3A8685DDC20}" type="pres">
      <dgm:prSet presAssocID="{7BCFFDEA-703A-4577-8F40-1C199F1A037B}" presName="accent_4" presStyleCnt="0"/>
      <dgm:spPr/>
    </dgm:pt>
    <dgm:pt modelId="{7013E6EB-4AF5-40C2-B2EA-918449CD6E3D}" type="pres">
      <dgm:prSet presAssocID="{7BCFFDEA-703A-4577-8F40-1C199F1A037B}" presName="accentRepeatNode" presStyleLbl="solidFgAcc1" presStyleIdx="3" presStyleCnt="6"/>
      <dgm:spPr/>
    </dgm:pt>
    <dgm:pt modelId="{ABA4D58E-8B76-4E08-8397-432D46BDD1BA}" type="pres">
      <dgm:prSet presAssocID="{023FA691-D905-4479-82E0-3EE494F291E1}" presName="text_5" presStyleLbl="node1" presStyleIdx="4" presStyleCnt="6" custLinFactNeighborX="375" custLinFactNeighborY="1083">
        <dgm:presLayoutVars>
          <dgm:bulletEnabled val="1"/>
        </dgm:presLayoutVars>
      </dgm:prSet>
      <dgm:spPr/>
    </dgm:pt>
    <dgm:pt modelId="{1E58CAFA-DA93-4FE7-A11E-3BF4802712B0}" type="pres">
      <dgm:prSet presAssocID="{023FA691-D905-4479-82E0-3EE494F291E1}" presName="accent_5" presStyleCnt="0"/>
      <dgm:spPr/>
    </dgm:pt>
    <dgm:pt modelId="{53A18C18-B1AA-41B6-94A8-EABA1B4DECAA}" type="pres">
      <dgm:prSet presAssocID="{023FA691-D905-4479-82E0-3EE494F291E1}" presName="accentRepeatNode" presStyleLbl="solidFgAcc1" presStyleIdx="4" presStyleCnt="6"/>
      <dgm:spPr/>
    </dgm:pt>
    <dgm:pt modelId="{5187C265-F7CD-4148-BE96-C95C88CFFD50}" type="pres">
      <dgm:prSet presAssocID="{E5767105-E734-48B3-8FA2-08C0C2DF0771}" presName="text_6" presStyleLbl="node1" presStyleIdx="5" presStyleCnt="6">
        <dgm:presLayoutVars>
          <dgm:bulletEnabled val="1"/>
        </dgm:presLayoutVars>
      </dgm:prSet>
      <dgm:spPr/>
    </dgm:pt>
    <dgm:pt modelId="{FEA1CD2A-778D-4092-B485-ED0E3701FEF9}" type="pres">
      <dgm:prSet presAssocID="{E5767105-E734-48B3-8FA2-08C0C2DF0771}" presName="accent_6" presStyleCnt="0"/>
      <dgm:spPr/>
    </dgm:pt>
    <dgm:pt modelId="{63E35466-DEB6-45F4-ACDA-840B0698C01A}" type="pres">
      <dgm:prSet presAssocID="{E5767105-E734-48B3-8FA2-08C0C2DF0771}" presName="accentRepeatNode" presStyleLbl="solidFgAcc1" presStyleIdx="5" presStyleCnt="6"/>
      <dgm:spPr/>
    </dgm:pt>
  </dgm:ptLst>
  <dgm:cxnLst>
    <dgm:cxn modelId="{65E1850A-B581-4A58-BA11-8497551B3FB9}" type="presOf" srcId="{475B2137-7146-47FB-B48B-E4D18339CCB4}" destId="{865D9EE7-F6A5-4461-8AB5-0AA682DCBFBB}" srcOrd="0" destOrd="0" presId="urn:microsoft.com/office/officeart/2008/layout/VerticalCurvedList"/>
    <dgm:cxn modelId="{3984D012-7348-459C-9FCB-49650A355BA7}" type="presOf" srcId="{7BCFFDEA-703A-4577-8F40-1C199F1A037B}" destId="{098F93AE-2EE6-4850-A61C-5B3589C0DD90}" srcOrd="0" destOrd="0" presId="urn:microsoft.com/office/officeart/2008/layout/VerticalCurvedList"/>
    <dgm:cxn modelId="{0C395048-0B53-460F-8104-E178F72EB77F}" srcId="{8E2D2425-22BE-424B-A89E-BD4DE886E8A5}" destId="{E5767105-E734-48B3-8FA2-08C0C2DF0771}" srcOrd="5" destOrd="0" parTransId="{F4F3E6D9-4B2D-45B1-B205-6E84E91F4948}" sibTransId="{8E9B5059-8820-4545-B9C3-0DB243E789CD}"/>
    <dgm:cxn modelId="{EA617F6B-7292-48AC-AE6E-CA909951FF03}" srcId="{8E2D2425-22BE-424B-A89E-BD4DE886E8A5}" destId="{7BCFFDEA-703A-4577-8F40-1C199F1A037B}" srcOrd="3" destOrd="0" parTransId="{2735973D-2916-465C-B62F-F93E35BB63B7}" sibTransId="{A85BB7E4-FD6E-458E-A342-F64DE4D1ACDB}"/>
    <dgm:cxn modelId="{872C344C-8442-489A-9F68-A34935FF1C8C}" type="presOf" srcId="{50B2F0AE-D391-455A-AEF5-DB5886921B1F}" destId="{67CFAC03-2806-4F25-8087-E05CCF5F29D8}" srcOrd="0" destOrd="0" presId="urn:microsoft.com/office/officeart/2008/layout/VerticalCurvedList"/>
    <dgm:cxn modelId="{126E784E-A3CA-440A-B851-CDD4F1CA4A60}" srcId="{8E2D2425-22BE-424B-A89E-BD4DE886E8A5}" destId="{50B2F0AE-D391-455A-AEF5-DB5886921B1F}" srcOrd="0" destOrd="0" parTransId="{ECC91122-A38D-4DC2-87FF-70C802701F3F}" sibTransId="{475B2137-7146-47FB-B48B-E4D18339CCB4}"/>
    <dgm:cxn modelId="{19523C6F-ABE8-4FFD-80F0-0DCC34A23C7F}" type="presOf" srcId="{8E2D2425-22BE-424B-A89E-BD4DE886E8A5}" destId="{5F976546-0090-40AC-B6BD-76EBD1D37DE9}" srcOrd="0" destOrd="0" presId="urn:microsoft.com/office/officeart/2008/layout/VerticalCurvedList"/>
    <dgm:cxn modelId="{478D8E8C-9F05-4A06-B801-638E1A467F13}" type="presOf" srcId="{023FA691-D905-4479-82E0-3EE494F291E1}" destId="{ABA4D58E-8B76-4E08-8397-432D46BDD1BA}" srcOrd="0" destOrd="0" presId="urn:microsoft.com/office/officeart/2008/layout/VerticalCurvedList"/>
    <dgm:cxn modelId="{5A0D2D8D-86D9-4980-A5E3-0436BCA607C4}" type="presOf" srcId="{26261293-80F0-4152-86B7-A39C5F1D2442}" destId="{05BDF924-4408-4CF2-B802-1254FBE1CAC5}" srcOrd="0" destOrd="0" presId="urn:microsoft.com/office/officeart/2008/layout/VerticalCurvedList"/>
    <dgm:cxn modelId="{9A6EC2A7-60ED-4E8A-B51B-420C1F019459}" type="presOf" srcId="{E5767105-E734-48B3-8FA2-08C0C2DF0771}" destId="{5187C265-F7CD-4148-BE96-C95C88CFFD50}" srcOrd="0" destOrd="0" presId="urn:microsoft.com/office/officeart/2008/layout/VerticalCurvedList"/>
    <dgm:cxn modelId="{D8655DCF-549D-4278-8942-AE2F1E706A64}" srcId="{8E2D2425-22BE-424B-A89E-BD4DE886E8A5}" destId="{023FA691-D905-4479-82E0-3EE494F291E1}" srcOrd="4" destOrd="0" parTransId="{6CA4870B-8F4A-4BE9-A6DF-D9BED0EFDFB9}" sibTransId="{EC19EBA5-0645-4950-8C7B-EC00F3034BBD}"/>
    <dgm:cxn modelId="{607F17D3-9895-41AB-BEBB-09A2B6EBA4F4}" srcId="{8E2D2425-22BE-424B-A89E-BD4DE886E8A5}" destId="{5CDB641D-9B51-48EA-B511-457ABF75C9D8}" srcOrd="1" destOrd="0" parTransId="{6C7A4D3F-DF5B-4724-B028-8CEC9F57B61B}" sibTransId="{2A30628E-B4EA-4E68-8729-B7CF188B450F}"/>
    <dgm:cxn modelId="{989C95D8-AF9B-4779-B2ED-00A02BA8FBAA}" type="presOf" srcId="{5CDB641D-9B51-48EA-B511-457ABF75C9D8}" destId="{AFE45E53-4ADB-424C-93F0-0CD91AF4B9F0}" srcOrd="0" destOrd="0" presId="urn:microsoft.com/office/officeart/2008/layout/VerticalCurvedList"/>
    <dgm:cxn modelId="{EFAC6EEF-C6AC-43BC-BDE0-E0B3E1297ABC}" srcId="{8E2D2425-22BE-424B-A89E-BD4DE886E8A5}" destId="{26261293-80F0-4152-86B7-A39C5F1D2442}" srcOrd="2" destOrd="0" parTransId="{4D915DD9-57A8-4741-BCEB-1AC3F8C4D38C}" sibTransId="{774B8A9F-1CDB-4BF2-9D34-9C7456D06625}"/>
    <dgm:cxn modelId="{4E7D1CA3-0F79-48D5-8646-26354AF1F856}" type="presParOf" srcId="{5F976546-0090-40AC-B6BD-76EBD1D37DE9}" destId="{DBDE548B-214B-46CC-A97C-FA908C349840}" srcOrd="0" destOrd="0" presId="urn:microsoft.com/office/officeart/2008/layout/VerticalCurvedList"/>
    <dgm:cxn modelId="{B7172AF8-C254-4CEF-8F14-2C945044FD0D}" type="presParOf" srcId="{DBDE548B-214B-46CC-A97C-FA908C349840}" destId="{DC5E17E2-906A-4514-BCEA-1A854A6B1844}" srcOrd="0" destOrd="0" presId="urn:microsoft.com/office/officeart/2008/layout/VerticalCurvedList"/>
    <dgm:cxn modelId="{4E2A16FA-6916-49F9-ABEE-938761B98541}" type="presParOf" srcId="{DC5E17E2-906A-4514-BCEA-1A854A6B1844}" destId="{A759433E-5FA4-4197-B400-0FF52A182A6C}" srcOrd="0" destOrd="0" presId="urn:microsoft.com/office/officeart/2008/layout/VerticalCurvedList"/>
    <dgm:cxn modelId="{CC2596F2-C043-486F-ACE5-CEB6DCEAB81B}" type="presParOf" srcId="{DC5E17E2-906A-4514-BCEA-1A854A6B1844}" destId="{865D9EE7-F6A5-4461-8AB5-0AA682DCBFBB}" srcOrd="1" destOrd="0" presId="urn:microsoft.com/office/officeart/2008/layout/VerticalCurvedList"/>
    <dgm:cxn modelId="{B58FDC23-417B-476D-A041-61D4B273D824}" type="presParOf" srcId="{DC5E17E2-906A-4514-BCEA-1A854A6B1844}" destId="{16882969-45E4-4F88-99B3-989A7308C30A}" srcOrd="2" destOrd="0" presId="urn:microsoft.com/office/officeart/2008/layout/VerticalCurvedList"/>
    <dgm:cxn modelId="{91338685-57CB-4673-A52F-7BF90FAF29E8}" type="presParOf" srcId="{DC5E17E2-906A-4514-BCEA-1A854A6B1844}" destId="{C7C9CD79-0177-414B-B08C-2436469BA08C}" srcOrd="3" destOrd="0" presId="urn:microsoft.com/office/officeart/2008/layout/VerticalCurvedList"/>
    <dgm:cxn modelId="{2D85D208-B0B3-4B21-9191-8CCD6CA76F98}" type="presParOf" srcId="{DBDE548B-214B-46CC-A97C-FA908C349840}" destId="{67CFAC03-2806-4F25-8087-E05CCF5F29D8}" srcOrd="1" destOrd="0" presId="urn:microsoft.com/office/officeart/2008/layout/VerticalCurvedList"/>
    <dgm:cxn modelId="{D5F95A79-4A32-451D-A1D3-68C2FA091BE1}" type="presParOf" srcId="{DBDE548B-214B-46CC-A97C-FA908C349840}" destId="{1F1A022D-4483-447F-A9BB-310C05D3C0D2}" srcOrd="2" destOrd="0" presId="urn:microsoft.com/office/officeart/2008/layout/VerticalCurvedList"/>
    <dgm:cxn modelId="{D9C80862-8327-41CA-9D0A-522714242E6F}" type="presParOf" srcId="{1F1A022D-4483-447F-A9BB-310C05D3C0D2}" destId="{9AF21944-5150-45B1-B3FB-9E8C6A375FC1}" srcOrd="0" destOrd="0" presId="urn:microsoft.com/office/officeart/2008/layout/VerticalCurvedList"/>
    <dgm:cxn modelId="{5D2FC241-AFB0-4A24-8DCC-5CA6122DAEE9}" type="presParOf" srcId="{DBDE548B-214B-46CC-A97C-FA908C349840}" destId="{AFE45E53-4ADB-424C-93F0-0CD91AF4B9F0}" srcOrd="3" destOrd="0" presId="urn:microsoft.com/office/officeart/2008/layout/VerticalCurvedList"/>
    <dgm:cxn modelId="{D379F777-9466-4709-B0AA-2854132389B6}" type="presParOf" srcId="{DBDE548B-214B-46CC-A97C-FA908C349840}" destId="{F1E1A77E-7CA1-4530-B86F-77F147640C68}" srcOrd="4" destOrd="0" presId="urn:microsoft.com/office/officeart/2008/layout/VerticalCurvedList"/>
    <dgm:cxn modelId="{35DEB069-4897-4F78-A7DD-53EE89F79F9B}" type="presParOf" srcId="{F1E1A77E-7CA1-4530-B86F-77F147640C68}" destId="{F078BC8F-744E-475B-ABFA-632CA2CD4F50}" srcOrd="0" destOrd="0" presId="urn:microsoft.com/office/officeart/2008/layout/VerticalCurvedList"/>
    <dgm:cxn modelId="{446510A2-63B0-42CB-B286-024423AA2758}" type="presParOf" srcId="{DBDE548B-214B-46CC-A97C-FA908C349840}" destId="{05BDF924-4408-4CF2-B802-1254FBE1CAC5}" srcOrd="5" destOrd="0" presId="urn:microsoft.com/office/officeart/2008/layout/VerticalCurvedList"/>
    <dgm:cxn modelId="{883E2F4A-AC81-4CC4-9765-5C2B20B07D64}" type="presParOf" srcId="{DBDE548B-214B-46CC-A97C-FA908C349840}" destId="{4543C29A-8333-480B-B447-A471389B200C}" srcOrd="6" destOrd="0" presId="urn:microsoft.com/office/officeart/2008/layout/VerticalCurvedList"/>
    <dgm:cxn modelId="{76C7BDF5-B4DA-4BD0-B44A-B167624C9EE7}" type="presParOf" srcId="{4543C29A-8333-480B-B447-A471389B200C}" destId="{F6837D89-40AA-4648-A8D6-8B16D948EACD}" srcOrd="0" destOrd="0" presId="urn:microsoft.com/office/officeart/2008/layout/VerticalCurvedList"/>
    <dgm:cxn modelId="{5264A680-596B-4DA1-BE2B-9B42E188CA4F}" type="presParOf" srcId="{DBDE548B-214B-46CC-A97C-FA908C349840}" destId="{098F93AE-2EE6-4850-A61C-5B3589C0DD90}" srcOrd="7" destOrd="0" presId="urn:microsoft.com/office/officeart/2008/layout/VerticalCurvedList"/>
    <dgm:cxn modelId="{43EB1CBA-D17C-4D5C-B430-D7563B27F5CE}" type="presParOf" srcId="{DBDE548B-214B-46CC-A97C-FA908C349840}" destId="{FD7449DE-9B35-4704-B3AF-C3A8685DDC20}" srcOrd="8" destOrd="0" presId="urn:microsoft.com/office/officeart/2008/layout/VerticalCurvedList"/>
    <dgm:cxn modelId="{BDB56485-79B0-4472-BB5B-30189D553ADD}" type="presParOf" srcId="{FD7449DE-9B35-4704-B3AF-C3A8685DDC20}" destId="{7013E6EB-4AF5-40C2-B2EA-918449CD6E3D}" srcOrd="0" destOrd="0" presId="urn:microsoft.com/office/officeart/2008/layout/VerticalCurvedList"/>
    <dgm:cxn modelId="{0713AB47-09B4-49EE-BD6D-817547E183F4}" type="presParOf" srcId="{DBDE548B-214B-46CC-A97C-FA908C349840}" destId="{ABA4D58E-8B76-4E08-8397-432D46BDD1BA}" srcOrd="9" destOrd="0" presId="urn:microsoft.com/office/officeart/2008/layout/VerticalCurvedList"/>
    <dgm:cxn modelId="{707010C1-298D-4CE2-8183-07FA53988D3E}" type="presParOf" srcId="{DBDE548B-214B-46CC-A97C-FA908C349840}" destId="{1E58CAFA-DA93-4FE7-A11E-3BF4802712B0}" srcOrd="10" destOrd="0" presId="urn:microsoft.com/office/officeart/2008/layout/VerticalCurvedList"/>
    <dgm:cxn modelId="{3C34153B-4EF7-471E-9814-A25C807889BA}" type="presParOf" srcId="{1E58CAFA-DA93-4FE7-A11E-3BF4802712B0}" destId="{53A18C18-B1AA-41B6-94A8-EABA1B4DECAA}" srcOrd="0" destOrd="0" presId="urn:microsoft.com/office/officeart/2008/layout/VerticalCurvedList"/>
    <dgm:cxn modelId="{00D88B03-7B89-424C-9A01-19614584C2E2}" type="presParOf" srcId="{DBDE548B-214B-46CC-A97C-FA908C349840}" destId="{5187C265-F7CD-4148-BE96-C95C88CFFD50}" srcOrd="11" destOrd="0" presId="urn:microsoft.com/office/officeart/2008/layout/VerticalCurvedList"/>
    <dgm:cxn modelId="{B60ACE37-5C95-494E-AB92-0CB7479B993B}" type="presParOf" srcId="{DBDE548B-214B-46CC-A97C-FA908C349840}" destId="{FEA1CD2A-778D-4092-B485-ED0E3701FEF9}" srcOrd="12" destOrd="0" presId="urn:microsoft.com/office/officeart/2008/layout/VerticalCurvedList"/>
    <dgm:cxn modelId="{021F13F5-2623-4365-A9DB-618BC535CFE0}" type="presParOf" srcId="{FEA1CD2A-778D-4092-B485-ED0E3701FEF9}" destId="{63E35466-DEB6-45F4-ACDA-840B0698C01A}"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5D9EE7-F6A5-4461-8AB5-0AA682DCBFBB}">
      <dsp:nvSpPr>
        <dsp:cNvPr id="0" name=""/>
        <dsp:cNvSpPr/>
      </dsp:nvSpPr>
      <dsp:spPr>
        <a:xfrm>
          <a:off x="-5245677" y="-803429"/>
          <a:ext cx="6246563" cy="6246563"/>
        </a:xfrm>
        <a:prstGeom prst="blockArc">
          <a:avLst>
            <a:gd name="adj1" fmla="val 18900000"/>
            <a:gd name="adj2" fmla="val 2700000"/>
            <a:gd name="adj3" fmla="val 346"/>
          </a:avLst>
        </a:prstGeom>
        <a:noFill/>
        <a:ln w="12700" cap="flat" cmpd="sng" algn="ctr">
          <a:solidFill>
            <a:schemeClr val="accent2">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67CFAC03-2806-4F25-8087-E05CCF5F29D8}">
      <dsp:nvSpPr>
        <dsp:cNvPr id="0" name=""/>
        <dsp:cNvSpPr/>
      </dsp:nvSpPr>
      <dsp:spPr>
        <a:xfrm>
          <a:off x="437524" y="246324"/>
          <a:ext cx="8160666" cy="488468"/>
        </a:xfrm>
        <a:prstGeom prst="rect">
          <a:avLst/>
        </a:prstGeom>
        <a:solidFill>
          <a:srgbClr val="0081B1"/>
        </a:solidFill>
        <a:ln>
          <a:solidFill>
            <a:srgbClr val="0081B1"/>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Introducing use case</a:t>
          </a:r>
          <a:endParaRPr lang="en-GB" sz="2400" kern="1200" dirty="0">
            <a:latin typeface="Calibri"/>
            <a:cs typeface="Calibri"/>
          </a:endParaRPr>
        </a:p>
      </dsp:txBody>
      <dsp:txXfrm>
        <a:off x="437524" y="246324"/>
        <a:ext cx="8160666" cy="488468"/>
      </dsp:txXfrm>
    </dsp:sp>
    <dsp:sp modelId="{9AF21944-5150-45B1-B3FB-9E8C6A375FC1}">
      <dsp:nvSpPr>
        <dsp:cNvPr id="0" name=""/>
        <dsp:cNvSpPr/>
      </dsp:nvSpPr>
      <dsp:spPr>
        <a:xfrm>
          <a:off x="67952" y="183268"/>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AFE45E53-4ADB-424C-93F0-0CD91AF4B9F0}">
      <dsp:nvSpPr>
        <dsp:cNvPr id="0" name=""/>
        <dsp:cNvSpPr/>
      </dsp:nvSpPr>
      <dsp:spPr>
        <a:xfrm>
          <a:off x="804139" y="983545"/>
          <a:ext cx="7758868" cy="488468"/>
        </a:xfrm>
        <a:prstGeom prst="rect">
          <a:avLst/>
        </a:prstGeom>
        <a:solidFill>
          <a:srgbClr val="00B0F0"/>
        </a:solidFill>
        <a:ln>
          <a:solidFill>
            <a:schemeClr val="accent5">
              <a:lumMod val="75000"/>
            </a:schemeClr>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JDBC</a:t>
          </a:r>
          <a:endParaRPr lang="en-GB" sz="2400" kern="1200" dirty="0">
            <a:latin typeface="Calibri"/>
            <a:cs typeface="Calibri"/>
          </a:endParaRPr>
        </a:p>
      </dsp:txBody>
      <dsp:txXfrm>
        <a:off x="804139" y="983545"/>
        <a:ext cx="7758868" cy="488468"/>
      </dsp:txXfrm>
    </dsp:sp>
    <dsp:sp modelId="{F078BC8F-744E-475B-ABFA-632CA2CD4F50}">
      <dsp:nvSpPr>
        <dsp:cNvPr id="0" name=""/>
        <dsp:cNvSpPr/>
      </dsp:nvSpPr>
      <dsp:spPr>
        <a:xfrm>
          <a:off x="469750" y="915877"/>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05BDF924-4408-4CF2-B802-1254FBE1CAC5}">
      <dsp:nvSpPr>
        <dsp:cNvPr id="0" name=""/>
        <dsp:cNvSpPr/>
      </dsp:nvSpPr>
      <dsp:spPr>
        <a:xfrm>
          <a:off x="970517" y="1730085"/>
          <a:ext cx="7575136" cy="488468"/>
        </a:xfrm>
        <a:prstGeom prst="rect">
          <a:avLst/>
        </a:prstGeom>
        <a:solidFill>
          <a:schemeClr val="accent6"/>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Steps for JDBC</a:t>
          </a:r>
          <a:endParaRPr lang="en-GB" sz="2400" kern="1200" dirty="0">
            <a:latin typeface="Calibri"/>
            <a:cs typeface="Calibri"/>
          </a:endParaRPr>
        </a:p>
      </dsp:txBody>
      <dsp:txXfrm>
        <a:off x="970517" y="1730085"/>
        <a:ext cx="7575136" cy="488468"/>
      </dsp:txXfrm>
    </dsp:sp>
    <dsp:sp modelId="{F6837D89-40AA-4648-A8D6-8B16D948EACD}">
      <dsp:nvSpPr>
        <dsp:cNvPr id="0" name=""/>
        <dsp:cNvSpPr/>
      </dsp:nvSpPr>
      <dsp:spPr>
        <a:xfrm>
          <a:off x="653483" y="1648487"/>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098F93AE-2EE6-4850-A61C-5B3589C0DD90}">
      <dsp:nvSpPr>
        <dsp:cNvPr id="0" name=""/>
        <dsp:cNvSpPr/>
      </dsp:nvSpPr>
      <dsp:spPr>
        <a:xfrm>
          <a:off x="958775" y="2441691"/>
          <a:ext cx="7575136" cy="488468"/>
        </a:xfrm>
        <a:prstGeom prst="rect">
          <a:avLst/>
        </a:prstGeom>
        <a:solidFill>
          <a:srgbClr val="74DF4C"/>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JDBC Drives</a:t>
          </a:r>
          <a:endParaRPr lang="en-GB" sz="2400" kern="1200" dirty="0">
            <a:latin typeface="Calibri"/>
            <a:cs typeface="Calibri"/>
          </a:endParaRPr>
        </a:p>
      </dsp:txBody>
      <dsp:txXfrm>
        <a:off x="958775" y="2441691"/>
        <a:ext cx="7575136" cy="488468"/>
      </dsp:txXfrm>
    </dsp:sp>
    <dsp:sp modelId="{7013E6EB-4AF5-40C2-B2EA-918449CD6E3D}">
      <dsp:nvSpPr>
        <dsp:cNvPr id="0" name=""/>
        <dsp:cNvSpPr/>
      </dsp:nvSpPr>
      <dsp:spPr>
        <a:xfrm>
          <a:off x="653483" y="2380632"/>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ABA4D58E-8B76-4E08-8397-432D46BDD1BA}">
      <dsp:nvSpPr>
        <dsp:cNvPr id="0" name=""/>
        <dsp:cNvSpPr/>
      </dsp:nvSpPr>
      <dsp:spPr>
        <a:xfrm>
          <a:off x="804139" y="3179590"/>
          <a:ext cx="7758868" cy="488468"/>
        </a:xfrm>
        <a:prstGeom prst="rect">
          <a:avLst/>
        </a:prstGeom>
        <a:solidFill>
          <a:srgbClr val="38D100"/>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JDBC Classes </a:t>
          </a:r>
          <a:endParaRPr lang="en-GB" sz="2400" kern="1200" dirty="0">
            <a:latin typeface="Calibri"/>
            <a:cs typeface="Calibri"/>
          </a:endParaRPr>
        </a:p>
      </dsp:txBody>
      <dsp:txXfrm>
        <a:off x="804139" y="3179590"/>
        <a:ext cx="7758868" cy="488468"/>
      </dsp:txXfrm>
    </dsp:sp>
    <dsp:sp modelId="{53A18C18-B1AA-41B6-94A8-EABA1B4DECAA}">
      <dsp:nvSpPr>
        <dsp:cNvPr id="0" name=""/>
        <dsp:cNvSpPr/>
      </dsp:nvSpPr>
      <dsp:spPr>
        <a:xfrm>
          <a:off x="469750" y="3113242"/>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5187C265-F7CD-4148-BE96-C95C88CFFD50}">
      <dsp:nvSpPr>
        <dsp:cNvPr id="0" name=""/>
        <dsp:cNvSpPr/>
      </dsp:nvSpPr>
      <dsp:spPr>
        <a:xfrm>
          <a:off x="373244" y="3906909"/>
          <a:ext cx="8160666" cy="488468"/>
        </a:xfrm>
        <a:prstGeom prst="rect">
          <a:avLst/>
        </a:prstGeom>
        <a:solidFill>
          <a:schemeClr val="accent2">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Implementation of Use Case</a:t>
          </a:r>
          <a:endParaRPr lang="en-GB" sz="2400" kern="1200" dirty="0">
            <a:latin typeface="Calibri"/>
            <a:cs typeface="Calibri"/>
          </a:endParaRPr>
        </a:p>
      </dsp:txBody>
      <dsp:txXfrm>
        <a:off x="373244" y="3906909"/>
        <a:ext cx="8160666" cy="488468"/>
      </dsp:txXfrm>
    </dsp:sp>
    <dsp:sp modelId="{63E35466-DEB6-45F4-ACDA-840B0698C01A}">
      <dsp:nvSpPr>
        <dsp:cNvPr id="0" name=""/>
        <dsp:cNvSpPr/>
      </dsp:nvSpPr>
      <dsp:spPr>
        <a:xfrm>
          <a:off x="67952" y="3845851"/>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256A2D-1695-36F4-D29A-850FA1F916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290CDB39-ADDE-B227-6D60-8E50A1E35D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9B8BDF-4FFB-415E-9EDB-F4E7D0E80F10}" type="datetimeFigureOut">
              <a:rPr lang="en-GB" smtClean="0"/>
              <a:t>16/05/2024</a:t>
            </a:fld>
            <a:endParaRPr lang="en-GB"/>
          </a:p>
        </p:txBody>
      </p:sp>
      <p:sp>
        <p:nvSpPr>
          <p:cNvPr id="4" name="Footer Placeholder 3">
            <a:extLst>
              <a:ext uri="{FF2B5EF4-FFF2-40B4-BE49-F238E27FC236}">
                <a16:creationId xmlns:a16="http://schemas.microsoft.com/office/drawing/2014/main" id="{3214D234-D283-7018-4CA6-111D1759FB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660A6287-7A1F-9D41-2077-60913A13E5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7C1DC5-335D-46F2-9D89-FC37EB55BB8C}" type="slidenum">
              <a:rPr lang="en-GB" smtClean="0"/>
              <a:t>‹#›</a:t>
            </a:fld>
            <a:endParaRPr lang="en-GB"/>
          </a:p>
        </p:txBody>
      </p:sp>
    </p:spTree>
    <p:extLst>
      <p:ext uri="{BB962C8B-B14F-4D97-AF65-F5344CB8AC3E}">
        <p14:creationId xmlns:p14="http://schemas.microsoft.com/office/powerpoint/2010/main" val="22370442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74F46D-FAAE-4104-83FC-5605C18770CE}" type="datetimeFigureOut">
              <a:rPr lang="en-GB" smtClean="0"/>
              <a:t>16/05/2024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24A65C-12E1-48D9-9302-4A7BE4D002CF}" type="slidenum">
              <a:rPr lang="en-GB" smtClean="0"/>
              <a:t>‹#›</a:t>
            </a:fld>
            <a:endParaRPr lang="en-GB"/>
          </a:p>
        </p:txBody>
      </p:sp>
    </p:spTree>
    <p:extLst>
      <p:ext uri="{BB962C8B-B14F-4D97-AF65-F5344CB8AC3E}">
        <p14:creationId xmlns:p14="http://schemas.microsoft.com/office/powerpoint/2010/main" val="333720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tutorials.jenkov.com/jdbc/driver-types.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F24A65C-12E1-48D9-9302-4A7BE4D002CF}" type="slidenum">
              <a:rPr lang="en-GB" smtClean="0"/>
              <a:t>1</a:t>
            </a:fld>
            <a:endParaRPr lang="en-GB"/>
          </a:p>
        </p:txBody>
      </p:sp>
    </p:spTree>
    <p:extLst>
      <p:ext uri="{BB962C8B-B14F-4D97-AF65-F5344CB8AC3E}">
        <p14:creationId xmlns:p14="http://schemas.microsoft.com/office/powerpoint/2010/main" val="1420244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5</a:t>
            </a:fld>
            <a:endParaRPr lang="en-GB"/>
          </a:p>
        </p:txBody>
      </p:sp>
    </p:spTree>
    <p:extLst>
      <p:ext uri="{BB962C8B-B14F-4D97-AF65-F5344CB8AC3E}">
        <p14:creationId xmlns:p14="http://schemas.microsoft.com/office/powerpoint/2010/main" val="4273385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http://tutorials.jenkov.com/jdbc/driver-types.html</a:t>
            </a:r>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16</a:t>
            </a:fld>
            <a:endParaRPr lang="en-GB"/>
          </a:p>
        </p:txBody>
      </p:sp>
    </p:spTree>
    <p:extLst>
      <p:ext uri="{BB962C8B-B14F-4D97-AF65-F5344CB8AC3E}">
        <p14:creationId xmlns:p14="http://schemas.microsoft.com/office/powerpoint/2010/main" val="29879357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adient">
    <p:bg>
      <p:bgPr>
        <a:gradFill flip="none" rotWithShape="1">
          <a:gsLst>
            <a:gs pos="0">
              <a:srgbClr val="2C3A87"/>
            </a:gs>
            <a:gs pos="100000">
              <a:srgbClr val="0061C7"/>
            </a:gs>
          </a:gsLst>
          <a:lin ang="0" scaled="0"/>
          <a:tileRect/>
        </a:gra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126523" y="1219200"/>
            <a:ext cx="7452782" cy="648000"/>
          </a:xfrm>
        </p:spPr>
        <p:txBody>
          <a:bodyPr lIns="0" tIns="0" rIns="0" bIns="0">
            <a:noAutofit/>
          </a:bodyPr>
          <a:lstStyle>
            <a:lvl1pPr marL="0" indent="0" algn="l">
              <a:lnSpc>
                <a:spcPts val="4063"/>
              </a:lnSpc>
              <a:spcBef>
                <a:spcPts val="0"/>
              </a:spcBef>
              <a:buNone/>
              <a:defRPr sz="3413">
                <a:solidFill>
                  <a:schemeClr val="bg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15" name="Date Placeholder 3">
            <a:extLst>
              <a:ext uri="{FF2B5EF4-FFF2-40B4-BE49-F238E27FC236}">
                <a16:creationId xmlns:a16="http://schemas.microsoft.com/office/drawing/2014/main" id="{E86256FE-A010-8049-BA28-23A473D0CF71}"/>
              </a:ext>
            </a:extLst>
          </p:cNvPr>
          <p:cNvSpPr>
            <a:spLocks noGrp="1"/>
          </p:cNvSpPr>
          <p:nvPr>
            <p:ph type="dt" sz="half" idx="2"/>
          </p:nvPr>
        </p:nvSpPr>
        <p:spPr>
          <a:xfrm>
            <a:off x="10625667" y="6255023"/>
            <a:ext cx="943305" cy="158193"/>
          </a:xfrm>
          <a:prstGeom prst="rect">
            <a:avLst/>
          </a:prstGeom>
        </p:spPr>
        <p:txBody>
          <a:bodyPr vert="horz" lIns="0" tIns="0" rIns="0" bIns="0" rtlCol="0" anchor="b" anchorCtr="0"/>
          <a:lstStyle>
            <a:lvl1pPr algn="r">
              <a:lnSpc>
                <a:spcPts val="1138"/>
              </a:lnSpc>
              <a:defRPr sz="813">
                <a:solidFill>
                  <a:schemeClr val="bg1"/>
                </a:solidFill>
                <a:latin typeface="Arial" panose="020B0604020202020204" pitchFamily="34" charset="0"/>
                <a:cs typeface="Arial" panose="020B0604020202020204" pitchFamily="34" charset="0"/>
              </a:defRPr>
            </a:lvl1pPr>
          </a:lstStyle>
          <a:p>
            <a:endParaRPr lang="en-GB"/>
          </a:p>
        </p:txBody>
      </p:sp>
      <p:sp>
        <p:nvSpPr>
          <p:cNvPr id="4" name="Title 3">
            <a:extLst>
              <a:ext uri="{FF2B5EF4-FFF2-40B4-BE49-F238E27FC236}">
                <a16:creationId xmlns:a16="http://schemas.microsoft.com/office/drawing/2014/main" id="{49C0DADB-841E-9B4F-944B-99B07714826B}"/>
              </a:ext>
            </a:extLst>
          </p:cNvPr>
          <p:cNvSpPr>
            <a:spLocks noGrp="1"/>
          </p:cNvSpPr>
          <p:nvPr>
            <p:ph type="title" hasCustomPrompt="1"/>
          </p:nvPr>
        </p:nvSpPr>
        <p:spPr>
          <a:xfrm>
            <a:off x="3938954" y="2590800"/>
            <a:ext cx="7452052" cy="648000"/>
          </a:xfrm>
        </p:spPr>
        <p:txBody>
          <a:bodyPr/>
          <a:lstStyle>
            <a:lvl1pPr>
              <a:lnSpc>
                <a:spcPts val="4063"/>
              </a:lnSpc>
              <a:defRPr sz="3413">
                <a:solidFill>
                  <a:schemeClr val="bg1"/>
                </a:solidFill>
              </a:defRPr>
            </a:lvl1pPr>
          </a:lstStyle>
          <a:p>
            <a:r>
              <a:rPr lang="en-US"/>
              <a:t>Presentation title</a:t>
            </a:r>
            <a:endParaRPr lang="en-GB"/>
          </a:p>
        </p:txBody>
      </p:sp>
      <p:pic>
        <p:nvPicPr>
          <p:cNvPr id="5" name="Picture 4" descr="A blue and white logo&#10;&#10;Description automatically generated">
            <a:extLst>
              <a:ext uri="{FF2B5EF4-FFF2-40B4-BE49-F238E27FC236}">
                <a16:creationId xmlns:a16="http://schemas.microsoft.com/office/drawing/2014/main" id="{C780F378-75DD-702E-2AFE-7E87945518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spTree>
    <p:extLst>
      <p:ext uri="{BB962C8B-B14F-4D97-AF65-F5344CB8AC3E}">
        <p14:creationId xmlns:p14="http://schemas.microsoft.com/office/powerpoint/2010/main" val="3409244846"/>
      </p:ext>
    </p:extLst>
  </p:cSld>
  <p:clrMapOvr>
    <a:masterClrMapping/>
  </p:clrMapOvr>
  <p:extLst>
    <p:ext uri="{DCECCB84-F9BA-43D5-87BE-67443E8EF086}">
      <p15:sldGuideLst xmlns:p15="http://schemas.microsoft.com/office/powerpoint/2012/main">
        <p15:guide id="2" pos="728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ong title slide gradient">
    <p:bg>
      <p:bgPr>
        <a:gradFill flip="none" rotWithShape="1">
          <a:gsLst>
            <a:gs pos="0">
              <a:srgbClr val="2C3A87"/>
            </a:gs>
            <a:gs pos="100000">
              <a:srgbClr val="0061C7"/>
            </a:gs>
          </a:gsLst>
          <a:lin ang="0" scaled="0"/>
          <a:tileRect/>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18D205A-8809-2B44-AB1E-71C85A49D1E8}"/>
              </a:ext>
            </a:extLst>
          </p:cNvPr>
          <p:cNvPicPr>
            <a:picLocks noChangeAspect="1"/>
          </p:cNvPicPr>
          <p:nvPr/>
        </p:nvPicPr>
        <p:blipFill rotWithShape="1">
          <a:blip r:embed="rId2"/>
          <a:srcRect t="51901" r="51901"/>
          <a:stretch/>
        </p:blipFill>
        <p:spPr>
          <a:xfrm>
            <a:off x="1" y="3559374"/>
            <a:ext cx="5864225" cy="3298627"/>
          </a:xfrm>
          <a:prstGeom prst="rect">
            <a:avLst/>
          </a:prstGeom>
        </p:spPr>
      </p:pic>
      <p:sp>
        <p:nvSpPr>
          <p:cNvPr id="15" name="Date Placeholder 3">
            <a:extLst>
              <a:ext uri="{FF2B5EF4-FFF2-40B4-BE49-F238E27FC236}">
                <a16:creationId xmlns:a16="http://schemas.microsoft.com/office/drawing/2014/main" id="{E86256FE-A010-8049-BA28-23A473D0CF71}"/>
              </a:ext>
            </a:extLst>
          </p:cNvPr>
          <p:cNvSpPr>
            <a:spLocks noGrp="1"/>
          </p:cNvSpPr>
          <p:nvPr>
            <p:ph type="dt" sz="half" idx="2"/>
          </p:nvPr>
        </p:nvSpPr>
        <p:spPr>
          <a:xfrm>
            <a:off x="10625667" y="6255023"/>
            <a:ext cx="943305" cy="158193"/>
          </a:xfrm>
          <a:prstGeom prst="rect">
            <a:avLst/>
          </a:prstGeom>
        </p:spPr>
        <p:txBody>
          <a:bodyPr vert="horz" lIns="0" tIns="0" rIns="0" bIns="0" rtlCol="0" anchor="b" anchorCtr="0"/>
          <a:lstStyle>
            <a:lvl1pPr algn="r">
              <a:lnSpc>
                <a:spcPts val="1138"/>
              </a:lnSpc>
              <a:defRPr sz="813">
                <a:solidFill>
                  <a:schemeClr val="bg1"/>
                </a:solidFill>
                <a:latin typeface="Arial" panose="020B0604020202020204" pitchFamily="34" charset="0"/>
                <a:cs typeface="Arial" panose="020B0604020202020204" pitchFamily="34" charset="0"/>
              </a:defRPr>
            </a:lvl1pPr>
          </a:lstStyle>
          <a:p>
            <a:endParaRPr lang="en-GB"/>
          </a:p>
        </p:txBody>
      </p:sp>
      <p:sp>
        <p:nvSpPr>
          <p:cNvPr id="6" name="Subtitle 2">
            <a:extLst>
              <a:ext uri="{FF2B5EF4-FFF2-40B4-BE49-F238E27FC236}">
                <a16:creationId xmlns:a16="http://schemas.microsoft.com/office/drawing/2014/main" id="{451325B1-DB92-254B-B371-A9C5921FCE8E}"/>
              </a:ext>
            </a:extLst>
          </p:cNvPr>
          <p:cNvSpPr>
            <a:spLocks noGrp="1"/>
          </p:cNvSpPr>
          <p:nvPr>
            <p:ph type="subTitle" idx="1" hasCustomPrompt="1"/>
          </p:nvPr>
        </p:nvSpPr>
        <p:spPr>
          <a:xfrm>
            <a:off x="4116920" y="1651189"/>
            <a:ext cx="7452782" cy="648000"/>
          </a:xfrm>
        </p:spPr>
        <p:txBody>
          <a:bodyPr lIns="0" tIns="0" rIns="0" bIns="0">
            <a:noAutofit/>
          </a:bodyPr>
          <a:lstStyle>
            <a:lvl1pPr marL="0" indent="0" algn="l">
              <a:lnSpc>
                <a:spcPts val="4063"/>
              </a:lnSpc>
              <a:spcBef>
                <a:spcPts val="0"/>
              </a:spcBef>
              <a:buNone/>
              <a:defRPr sz="3413">
                <a:solidFill>
                  <a:schemeClr val="bg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7" name="Title 3">
            <a:extLst>
              <a:ext uri="{FF2B5EF4-FFF2-40B4-BE49-F238E27FC236}">
                <a16:creationId xmlns:a16="http://schemas.microsoft.com/office/drawing/2014/main" id="{B0BF59A8-1073-484B-818C-3A29176098DB}"/>
              </a:ext>
            </a:extLst>
          </p:cNvPr>
          <p:cNvSpPr>
            <a:spLocks noGrp="1"/>
          </p:cNvSpPr>
          <p:nvPr>
            <p:ph type="title" hasCustomPrompt="1"/>
          </p:nvPr>
        </p:nvSpPr>
        <p:spPr>
          <a:xfrm>
            <a:off x="4116919" y="374043"/>
            <a:ext cx="7452052" cy="1296000"/>
          </a:xfrm>
        </p:spPr>
        <p:txBody>
          <a:bodyPr/>
          <a:lstStyle>
            <a:lvl1pPr>
              <a:lnSpc>
                <a:spcPts val="4063"/>
              </a:lnSpc>
              <a:defRPr sz="3413">
                <a:solidFill>
                  <a:schemeClr val="bg1"/>
                </a:solidFill>
              </a:defRPr>
            </a:lvl1pPr>
          </a:lstStyle>
          <a:p>
            <a:r>
              <a:rPr lang="en-US"/>
              <a:t>Presentation title</a:t>
            </a:r>
            <a:br>
              <a:rPr lang="en-US"/>
            </a:br>
            <a:r>
              <a:rPr lang="en-US"/>
              <a:t>Long title version</a:t>
            </a:r>
            <a:endParaRPr lang="en-GB"/>
          </a:p>
        </p:txBody>
      </p:sp>
    </p:spTree>
    <p:extLst>
      <p:ext uri="{BB962C8B-B14F-4D97-AF65-F5344CB8AC3E}">
        <p14:creationId xmlns:p14="http://schemas.microsoft.com/office/powerpoint/2010/main" val="1394495639"/>
      </p:ext>
    </p:extLst>
  </p:cSld>
  <p:clrMapOvr>
    <a:masterClrMapping/>
  </p:clrMapOvr>
  <p:extLst>
    <p:ext uri="{DCECCB84-F9BA-43D5-87BE-67443E8EF086}">
      <p15:sldGuideLst xmlns:p15="http://schemas.microsoft.com/office/powerpoint/2012/main">
        <p15:guide id="2" pos="728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hite">
    <p:bg>
      <p:bgPr>
        <a:solidFill>
          <a:schemeClr val="bg1"/>
        </a:solidFill>
        <a:effectLst/>
      </p:bgPr>
    </p:bg>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EC6C29D7-DCE4-A44A-9FBF-4FD386ED40A7}"/>
              </a:ext>
            </a:extLst>
          </p:cNvPr>
          <p:cNvSpPr>
            <a:spLocks noGrp="1"/>
          </p:cNvSpPr>
          <p:nvPr>
            <p:ph type="subTitle" idx="1" hasCustomPrompt="1"/>
          </p:nvPr>
        </p:nvSpPr>
        <p:spPr>
          <a:xfrm>
            <a:off x="4116920" y="1014324"/>
            <a:ext cx="7452782" cy="648000"/>
          </a:xfrm>
        </p:spPr>
        <p:txBody>
          <a:bodyPr lIns="0" tIns="0" rIns="0" bIns="0">
            <a:noAutofit/>
          </a:bodyPr>
          <a:lstStyle>
            <a:lvl1pPr marL="0" indent="0" algn="l">
              <a:lnSpc>
                <a:spcPts val="4063"/>
              </a:lnSpc>
              <a:spcBef>
                <a:spcPts val="0"/>
              </a:spcBef>
              <a:buNone/>
              <a:defRPr sz="3413">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9" name="Title 3">
            <a:extLst>
              <a:ext uri="{FF2B5EF4-FFF2-40B4-BE49-F238E27FC236}">
                <a16:creationId xmlns:a16="http://schemas.microsoft.com/office/drawing/2014/main" id="{1CBB7423-6698-3D4E-BB60-6ACB5FAE676A}"/>
              </a:ext>
            </a:extLst>
          </p:cNvPr>
          <p:cNvSpPr>
            <a:spLocks noGrp="1"/>
          </p:cNvSpPr>
          <p:nvPr>
            <p:ph type="title" hasCustomPrompt="1"/>
          </p:nvPr>
        </p:nvSpPr>
        <p:spPr>
          <a:xfrm>
            <a:off x="4116919" y="374043"/>
            <a:ext cx="7452052" cy="648000"/>
          </a:xfrm>
        </p:spPr>
        <p:txBody>
          <a:bodyPr/>
          <a:lstStyle>
            <a:lvl1pPr>
              <a:lnSpc>
                <a:spcPts val="4063"/>
              </a:lnSpc>
              <a:defRPr sz="3413">
                <a:solidFill>
                  <a:schemeClr val="tx1"/>
                </a:solidFill>
              </a:defRPr>
            </a:lvl1pPr>
          </a:lstStyle>
          <a:p>
            <a:r>
              <a:rPr lang="en-US"/>
              <a:t>Presentation title</a:t>
            </a:r>
            <a:endParaRPr lang="en-GB"/>
          </a:p>
        </p:txBody>
      </p:sp>
    </p:spTree>
    <p:extLst>
      <p:ext uri="{BB962C8B-B14F-4D97-AF65-F5344CB8AC3E}">
        <p14:creationId xmlns:p14="http://schemas.microsoft.com/office/powerpoint/2010/main" val="4049348921"/>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ong Title slide white">
    <p:bg>
      <p:bgPr>
        <a:solidFill>
          <a:schemeClr val="bg1"/>
        </a:solidFill>
        <a:effectLst/>
      </p:bgPr>
    </p:bg>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6559AA22-3DDE-9346-B44F-C824BB81B935}"/>
              </a:ext>
            </a:extLst>
          </p:cNvPr>
          <p:cNvSpPr>
            <a:spLocks noGrp="1"/>
          </p:cNvSpPr>
          <p:nvPr>
            <p:ph type="subTitle" idx="1" hasCustomPrompt="1"/>
          </p:nvPr>
        </p:nvSpPr>
        <p:spPr>
          <a:xfrm>
            <a:off x="4116920" y="1651189"/>
            <a:ext cx="7452782" cy="648000"/>
          </a:xfrm>
        </p:spPr>
        <p:txBody>
          <a:bodyPr lIns="0" tIns="0" rIns="0" bIns="0">
            <a:noAutofit/>
          </a:bodyPr>
          <a:lstStyle>
            <a:lvl1pPr marL="0" indent="0" algn="l">
              <a:lnSpc>
                <a:spcPts val="4063"/>
              </a:lnSpc>
              <a:spcBef>
                <a:spcPts val="0"/>
              </a:spcBef>
              <a:buNone/>
              <a:defRPr sz="3413">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10" name="Title 3">
            <a:extLst>
              <a:ext uri="{FF2B5EF4-FFF2-40B4-BE49-F238E27FC236}">
                <a16:creationId xmlns:a16="http://schemas.microsoft.com/office/drawing/2014/main" id="{36FD8C2B-36F4-544D-8BC0-253FAD158CCE}"/>
              </a:ext>
            </a:extLst>
          </p:cNvPr>
          <p:cNvSpPr>
            <a:spLocks noGrp="1"/>
          </p:cNvSpPr>
          <p:nvPr>
            <p:ph type="title" hasCustomPrompt="1"/>
          </p:nvPr>
        </p:nvSpPr>
        <p:spPr>
          <a:xfrm>
            <a:off x="4116919" y="374043"/>
            <a:ext cx="7452052" cy="1296000"/>
          </a:xfrm>
        </p:spPr>
        <p:txBody>
          <a:bodyPr/>
          <a:lstStyle>
            <a:lvl1pPr>
              <a:lnSpc>
                <a:spcPts val="4063"/>
              </a:lnSpc>
              <a:defRPr sz="3413">
                <a:solidFill>
                  <a:schemeClr val="tx1"/>
                </a:solidFill>
              </a:defRPr>
            </a:lvl1pPr>
          </a:lstStyle>
          <a:p>
            <a:r>
              <a:rPr lang="en-US"/>
              <a:t>Presentation title</a:t>
            </a:r>
            <a:br>
              <a:rPr lang="en-US"/>
            </a:br>
            <a:r>
              <a:rPr lang="en-US"/>
              <a:t>Long title version</a:t>
            </a:r>
            <a:endParaRPr lang="en-GB"/>
          </a:p>
        </p:txBody>
      </p:sp>
    </p:spTree>
    <p:extLst>
      <p:ext uri="{BB962C8B-B14F-4D97-AF65-F5344CB8AC3E}">
        <p14:creationId xmlns:p14="http://schemas.microsoft.com/office/powerpoint/2010/main" val="3244689966"/>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slide blue">
    <p:bg>
      <p:bgPr>
        <a:solidFill>
          <a:srgbClr val="CDE3FB"/>
        </a:solidFill>
        <a:effectLst/>
      </p:bgPr>
    </p:bg>
    <p:spTree>
      <p:nvGrpSpPr>
        <p:cNvPr id="1" name=""/>
        <p:cNvGrpSpPr/>
        <p:nvPr/>
      </p:nvGrpSpPr>
      <p:grpSpPr>
        <a:xfrm>
          <a:off x="0" y="0"/>
          <a:ext cx="0" cy="0"/>
          <a:chOff x="0" y="0"/>
          <a:chExt cx="0" cy="0"/>
        </a:xfrm>
      </p:grpSpPr>
      <p:sp>
        <p:nvSpPr>
          <p:cNvPr id="17" name="Footer Placeholder 4">
            <a:extLst>
              <a:ext uri="{FF2B5EF4-FFF2-40B4-BE49-F238E27FC236}">
                <a16:creationId xmlns:a16="http://schemas.microsoft.com/office/drawing/2014/main" id="{E26B1DFB-D1B2-E641-966A-0B33BE05A008}"/>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
        <p:nvSpPr>
          <p:cNvPr id="11" name="Subtitle 2">
            <a:extLst>
              <a:ext uri="{FF2B5EF4-FFF2-40B4-BE49-F238E27FC236}">
                <a16:creationId xmlns:a16="http://schemas.microsoft.com/office/drawing/2014/main" id="{61F8AFE2-A181-D049-957D-1653D225E86B}"/>
              </a:ext>
            </a:extLst>
          </p:cNvPr>
          <p:cNvSpPr>
            <a:spLocks noGrp="1"/>
          </p:cNvSpPr>
          <p:nvPr>
            <p:ph type="subTitle" idx="1" hasCustomPrompt="1"/>
          </p:nvPr>
        </p:nvSpPr>
        <p:spPr>
          <a:xfrm>
            <a:off x="624417" y="1014324"/>
            <a:ext cx="10003897" cy="648000"/>
          </a:xfrm>
        </p:spPr>
        <p:txBody>
          <a:bodyPr lIns="0" tIns="0" rIns="0" bIns="0">
            <a:noAutofit/>
          </a:bodyPr>
          <a:lstStyle>
            <a:lvl1pPr marL="0" indent="0" algn="l">
              <a:lnSpc>
                <a:spcPts val="4063"/>
              </a:lnSpc>
              <a:spcBef>
                <a:spcPts val="0"/>
              </a:spcBef>
              <a:buNone/>
              <a:defRPr sz="3413" baseline="0">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12" name="Title 1">
            <a:extLst>
              <a:ext uri="{FF2B5EF4-FFF2-40B4-BE49-F238E27FC236}">
                <a16:creationId xmlns:a16="http://schemas.microsoft.com/office/drawing/2014/main" id="{149CC0E3-0E5B-3045-A8B9-75DD6A8D71FA}"/>
              </a:ext>
            </a:extLst>
          </p:cNvPr>
          <p:cNvSpPr>
            <a:spLocks noGrp="1"/>
          </p:cNvSpPr>
          <p:nvPr>
            <p:ph type="title" hasCustomPrompt="1"/>
          </p:nvPr>
        </p:nvSpPr>
        <p:spPr>
          <a:xfrm>
            <a:off x="624419" y="374043"/>
            <a:ext cx="10001249" cy="648000"/>
          </a:xfrm>
        </p:spPr>
        <p:txBody>
          <a:bodyPr/>
          <a:lstStyle>
            <a:lvl1pPr>
              <a:lnSpc>
                <a:spcPts val="4063"/>
              </a:lnSpc>
              <a:defRPr sz="3413"/>
            </a:lvl1pPr>
          </a:lstStyle>
          <a:p>
            <a:r>
              <a:rPr lang="en-US"/>
              <a:t>Divider title</a:t>
            </a:r>
            <a:endParaRPr lang="en-GB"/>
          </a:p>
        </p:txBody>
      </p:sp>
    </p:spTree>
    <p:extLst>
      <p:ext uri="{BB962C8B-B14F-4D97-AF65-F5344CB8AC3E}">
        <p14:creationId xmlns:p14="http://schemas.microsoft.com/office/powerpoint/2010/main" val="1519810449"/>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slide green">
    <p:bg>
      <p:bgPr>
        <a:solidFill>
          <a:srgbClr val="D7F6CC"/>
        </a:solidFill>
        <a:effectLst/>
      </p:bgPr>
    </p:bg>
    <p:spTree>
      <p:nvGrpSpPr>
        <p:cNvPr id="1" name=""/>
        <p:cNvGrpSpPr/>
        <p:nvPr/>
      </p:nvGrpSpPr>
      <p:grpSpPr>
        <a:xfrm>
          <a:off x="0" y="0"/>
          <a:ext cx="0" cy="0"/>
          <a:chOff x="0" y="0"/>
          <a:chExt cx="0" cy="0"/>
        </a:xfrm>
      </p:grpSpPr>
      <p:sp>
        <p:nvSpPr>
          <p:cNvPr id="12" name="Footer Placeholder 4">
            <a:extLst>
              <a:ext uri="{FF2B5EF4-FFF2-40B4-BE49-F238E27FC236}">
                <a16:creationId xmlns:a16="http://schemas.microsoft.com/office/drawing/2014/main" id="{B5C1813C-9BD3-BC46-824B-80BC29735D3F}"/>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7" name="Subtitle 2">
            <a:extLst>
              <a:ext uri="{FF2B5EF4-FFF2-40B4-BE49-F238E27FC236}">
                <a16:creationId xmlns:a16="http://schemas.microsoft.com/office/drawing/2014/main" id="{C26E3C77-0CFF-C74E-962B-3A4119B3030D}"/>
              </a:ext>
            </a:extLst>
          </p:cNvPr>
          <p:cNvSpPr>
            <a:spLocks noGrp="1"/>
          </p:cNvSpPr>
          <p:nvPr>
            <p:ph type="subTitle" idx="1" hasCustomPrompt="1"/>
          </p:nvPr>
        </p:nvSpPr>
        <p:spPr>
          <a:xfrm>
            <a:off x="624417" y="1014324"/>
            <a:ext cx="10003897" cy="648000"/>
          </a:xfrm>
        </p:spPr>
        <p:txBody>
          <a:bodyPr lIns="0" tIns="0" rIns="0" bIns="0">
            <a:noAutofit/>
          </a:bodyPr>
          <a:lstStyle>
            <a:lvl1pPr marL="0" indent="0" algn="l">
              <a:lnSpc>
                <a:spcPts val="4063"/>
              </a:lnSpc>
              <a:spcBef>
                <a:spcPts val="0"/>
              </a:spcBef>
              <a:buNone/>
              <a:defRPr sz="3413" baseline="0">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8" name="Title 1">
            <a:extLst>
              <a:ext uri="{FF2B5EF4-FFF2-40B4-BE49-F238E27FC236}">
                <a16:creationId xmlns:a16="http://schemas.microsoft.com/office/drawing/2014/main" id="{18FE488F-6D61-0D47-A5AC-710D6376460A}"/>
              </a:ext>
            </a:extLst>
          </p:cNvPr>
          <p:cNvSpPr>
            <a:spLocks noGrp="1"/>
          </p:cNvSpPr>
          <p:nvPr>
            <p:ph type="title" hasCustomPrompt="1"/>
          </p:nvPr>
        </p:nvSpPr>
        <p:spPr>
          <a:xfrm>
            <a:off x="624419" y="374043"/>
            <a:ext cx="10001249" cy="648000"/>
          </a:xfrm>
        </p:spPr>
        <p:txBody>
          <a:bodyPr/>
          <a:lstStyle>
            <a:lvl1pPr>
              <a:lnSpc>
                <a:spcPts val="4063"/>
              </a:lnSpc>
              <a:defRPr sz="3413"/>
            </a:lvl1pPr>
          </a:lstStyle>
          <a:p>
            <a:r>
              <a:rPr lang="en-US"/>
              <a:t>Divider title</a:t>
            </a:r>
            <a:endParaRPr lang="en-GB"/>
          </a:p>
        </p:txBody>
      </p:sp>
    </p:spTree>
    <p:extLst>
      <p:ext uri="{BB962C8B-B14F-4D97-AF65-F5344CB8AC3E}">
        <p14:creationId xmlns:p14="http://schemas.microsoft.com/office/powerpoint/2010/main" val="1495782089"/>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slide white">
    <p:bg>
      <p:bgPr>
        <a:solidFill>
          <a:schemeClr val="bg1"/>
        </a:solidFill>
        <a:effectLst/>
      </p:bgPr>
    </p:bg>
    <p:spTree>
      <p:nvGrpSpPr>
        <p:cNvPr id="1" name=""/>
        <p:cNvGrpSpPr/>
        <p:nvPr/>
      </p:nvGrpSpPr>
      <p:grpSpPr>
        <a:xfrm>
          <a:off x="0" y="0"/>
          <a:ext cx="0" cy="0"/>
          <a:chOff x="0" y="0"/>
          <a:chExt cx="0" cy="0"/>
        </a:xfrm>
      </p:grpSpPr>
      <p:sp>
        <p:nvSpPr>
          <p:cNvPr id="12" name="Footer Placeholder 4">
            <a:extLst>
              <a:ext uri="{FF2B5EF4-FFF2-40B4-BE49-F238E27FC236}">
                <a16:creationId xmlns:a16="http://schemas.microsoft.com/office/drawing/2014/main" id="{B5C1813C-9BD3-BC46-824B-80BC29735D3F}"/>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Subtitle 2">
            <a:extLst>
              <a:ext uri="{FF2B5EF4-FFF2-40B4-BE49-F238E27FC236}">
                <a16:creationId xmlns:a16="http://schemas.microsoft.com/office/drawing/2014/main" id="{EE00F01C-B0DC-0A4A-9D80-2D7DCAACBB6B}"/>
              </a:ext>
            </a:extLst>
          </p:cNvPr>
          <p:cNvSpPr>
            <a:spLocks noGrp="1"/>
          </p:cNvSpPr>
          <p:nvPr>
            <p:ph type="subTitle" idx="1" hasCustomPrompt="1"/>
          </p:nvPr>
        </p:nvSpPr>
        <p:spPr>
          <a:xfrm>
            <a:off x="624417" y="1014324"/>
            <a:ext cx="10003897" cy="648000"/>
          </a:xfrm>
        </p:spPr>
        <p:txBody>
          <a:bodyPr lIns="0" tIns="0" rIns="0" bIns="0">
            <a:noAutofit/>
          </a:bodyPr>
          <a:lstStyle>
            <a:lvl1pPr marL="0" indent="0" algn="l">
              <a:lnSpc>
                <a:spcPts val="4063"/>
              </a:lnSpc>
              <a:spcBef>
                <a:spcPts val="0"/>
              </a:spcBef>
              <a:buNone/>
              <a:defRPr sz="3413" baseline="0">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2" name="Title 1">
            <a:extLst>
              <a:ext uri="{FF2B5EF4-FFF2-40B4-BE49-F238E27FC236}">
                <a16:creationId xmlns:a16="http://schemas.microsoft.com/office/drawing/2014/main" id="{4CC43D90-77C0-4740-BDE5-5FE4973C4BEE}"/>
              </a:ext>
            </a:extLst>
          </p:cNvPr>
          <p:cNvSpPr>
            <a:spLocks noGrp="1"/>
          </p:cNvSpPr>
          <p:nvPr>
            <p:ph type="title" hasCustomPrompt="1"/>
          </p:nvPr>
        </p:nvSpPr>
        <p:spPr>
          <a:xfrm>
            <a:off x="624419" y="374043"/>
            <a:ext cx="10001249" cy="648000"/>
          </a:xfrm>
        </p:spPr>
        <p:txBody>
          <a:bodyPr/>
          <a:lstStyle>
            <a:lvl1pPr>
              <a:lnSpc>
                <a:spcPts val="4063"/>
              </a:lnSpc>
              <a:defRPr sz="3413"/>
            </a:lvl1pPr>
          </a:lstStyle>
          <a:p>
            <a:r>
              <a:rPr lang="en-US"/>
              <a:t>Divider title</a:t>
            </a:r>
            <a:endParaRPr lang="en-GB"/>
          </a:p>
        </p:txBody>
      </p:sp>
    </p:spTree>
    <p:extLst>
      <p:ext uri="{BB962C8B-B14F-4D97-AF65-F5344CB8AC3E}">
        <p14:creationId xmlns:p14="http://schemas.microsoft.com/office/powerpoint/2010/main" val="3528593620"/>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rand statement slide gradient">
    <p:bg>
      <p:bgPr>
        <a:gradFill>
          <a:gsLst>
            <a:gs pos="100000">
              <a:srgbClr val="2C3A87"/>
            </a:gs>
            <a:gs pos="0">
              <a:srgbClr val="0061C7"/>
            </a:gs>
          </a:gsLst>
          <a:lin ang="0" scaled="0"/>
        </a:gradFill>
        <a:effectLst/>
      </p:bgPr>
    </p:bg>
    <p:spTree>
      <p:nvGrpSpPr>
        <p:cNvPr id="1" name=""/>
        <p:cNvGrpSpPr/>
        <p:nvPr/>
      </p:nvGrpSpPr>
      <p:grpSpPr>
        <a:xfrm>
          <a:off x="0" y="0"/>
          <a:ext cx="0" cy="0"/>
          <a:chOff x="0" y="0"/>
          <a:chExt cx="0" cy="0"/>
        </a:xfrm>
      </p:grpSpPr>
      <p:sp>
        <p:nvSpPr>
          <p:cNvPr id="16" name="Text Placeholder 5">
            <a:extLst>
              <a:ext uri="{FF2B5EF4-FFF2-40B4-BE49-F238E27FC236}">
                <a16:creationId xmlns:a16="http://schemas.microsoft.com/office/drawing/2014/main" id="{AE5FB06E-4674-2E46-B9C1-4670A9B05F35}"/>
              </a:ext>
            </a:extLst>
          </p:cNvPr>
          <p:cNvSpPr>
            <a:spLocks noGrp="1"/>
          </p:cNvSpPr>
          <p:nvPr>
            <p:ph type="body" sz="quarter" idx="10" hasCustomPrompt="1"/>
          </p:nvPr>
        </p:nvSpPr>
        <p:spPr>
          <a:xfrm>
            <a:off x="1564636" y="468312"/>
            <a:ext cx="9064800" cy="5040000"/>
          </a:xfrm>
        </p:spPr>
        <p:txBody>
          <a:bodyPr anchor="ctr"/>
          <a:lstStyle>
            <a:lvl1pPr marL="0" indent="0" algn="ctr">
              <a:lnSpc>
                <a:spcPts val="4063"/>
              </a:lnSpc>
              <a:buNone/>
              <a:defRPr sz="3413" b="1">
                <a:solidFill>
                  <a:schemeClr val="bg1"/>
                </a:solidFill>
              </a:defRPr>
            </a:lvl1pPr>
          </a:lstStyle>
          <a:p>
            <a:pPr lvl="0"/>
            <a:r>
              <a:rPr lang="en-US"/>
              <a:t>Brand statement</a:t>
            </a:r>
            <a:br>
              <a:rPr lang="en-US"/>
            </a:br>
            <a:r>
              <a:rPr lang="en-US"/>
              <a:t>divider lorem ipsum dolor</a:t>
            </a:r>
            <a:br>
              <a:rPr lang="en-US"/>
            </a:br>
            <a:r>
              <a:rPr lang="en-US"/>
              <a:t>sit </a:t>
            </a:r>
            <a:r>
              <a:rPr lang="en-US" err="1"/>
              <a:t>amet</a:t>
            </a:r>
            <a:r>
              <a:rPr lang="en-US"/>
              <a:t> </a:t>
            </a:r>
            <a:r>
              <a:rPr lang="en-US" err="1"/>
              <a:t>consectut</a:t>
            </a:r>
            <a:r>
              <a:rPr lang="en-US"/>
              <a:t> </a:t>
            </a:r>
          </a:p>
        </p:txBody>
      </p:sp>
      <p:sp>
        <p:nvSpPr>
          <p:cNvPr id="8" name="Footer Placeholder 4">
            <a:extLst>
              <a:ext uri="{FF2B5EF4-FFF2-40B4-BE49-F238E27FC236}">
                <a16:creationId xmlns:a16="http://schemas.microsoft.com/office/drawing/2014/main" id="{C49E7232-5286-0D47-AA01-6A33B3AD28E7}"/>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bg1"/>
                </a:solidFill>
              </a:rPr>
              <a:pPr/>
              <a:t>‹#›</a:t>
            </a:fld>
            <a:endParaRPr lang="en-US" sz="813">
              <a:solidFill>
                <a:schemeClr val="bg1"/>
              </a:solidFill>
            </a:endParaRPr>
          </a:p>
        </p:txBody>
      </p:sp>
      <p:sp>
        <p:nvSpPr>
          <p:cNvPr id="12" name="Footer Placeholder 4">
            <a:extLst>
              <a:ext uri="{FF2B5EF4-FFF2-40B4-BE49-F238E27FC236}">
                <a16:creationId xmlns:a16="http://schemas.microsoft.com/office/drawing/2014/main" id="{D6E588E4-60A3-C642-A00F-6BE2BD9BDAEF}"/>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bg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1727364386"/>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rand statement slide white">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3F849CD-2E5B-D346-8B31-ECC65C71E67D}"/>
              </a:ext>
            </a:extLst>
          </p:cNvPr>
          <p:cNvSpPr>
            <a:spLocks noGrp="1"/>
          </p:cNvSpPr>
          <p:nvPr>
            <p:ph type="body" sz="quarter" idx="10" hasCustomPrompt="1"/>
          </p:nvPr>
        </p:nvSpPr>
        <p:spPr>
          <a:xfrm>
            <a:off x="1563600" y="468312"/>
            <a:ext cx="9064800" cy="5040000"/>
          </a:xfrm>
        </p:spPr>
        <p:txBody>
          <a:bodyPr anchor="ctr"/>
          <a:lstStyle>
            <a:lvl1pPr marL="0" indent="0" algn="ctr">
              <a:lnSpc>
                <a:spcPts val="4063"/>
              </a:lnSpc>
              <a:buNone/>
              <a:defRPr sz="3413" b="1"/>
            </a:lvl1pPr>
          </a:lstStyle>
          <a:p>
            <a:pPr lvl="0"/>
            <a:r>
              <a:rPr lang="en-US"/>
              <a:t>Brand statement</a:t>
            </a:r>
            <a:br>
              <a:rPr lang="en-US"/>
            </a:br>
            <a:r>
              <a:rPr lang="en-US"/>
              <a:t>divider lorem ipsum dolor</a:t>
            </a:r>
            <a:br>
              <a:rPr lang="en-US"/>
            </a:br>
            <a:r>
              <a:rPr lang="en-US"/>
              <a:t>sit </a:t>
            </a:r>
            <a:r>
              <a:rPr lang="en-US" err="1"/>
              <a:t>amet</a:t>
            </a:r>
            <a:r>
              <a:rPr lang="en-US"/>
              <a:t> </a:t>
            </a:r>
            <a:r>
              <a:rPr lang="en-US" err="1"/>
              <a:t>consectut</a:t>
            </a:r>
            <a:r>
              <a:rPr lang="en-US"/>
              <a:t> </a:t>
            </a:r>
          </a:p>
        </p:txBody>
      </p:sp>
      <p:sp>
        <p:nvSpPr>
          <p:cNvPr id="12" name="Footer Placeholder 4">
            <a:extLst>
              <a:ext uri="{FF2B5EF4-FFF2-40B4-BE49-F238E27FC236}">
                <a16:creationId xmlns:a16="http://schemas.microsoft.com/office/drawing/2014/main" id="{32DAD903-219F-0B42-A836-88CFFE6B544B}"/>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9" name="Footer Placeholder 4">
            <a:extLst>
              <a:ext uri="{FF2B5EF4-FFF2-40B4-BE49-F238E27FC236}">
                <a16:creationId xmlns:a16="http://schemas.microsoft.com/office/drawing/2014/main" id="{DB762F97-0B6C-2846-9E0B-17A6E5F7E622}"/>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853707939"/>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ull bleed image + tex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B751CCC-3AE8-9947-A9B1-5841512863D7}"/>
              </a:ext>
            </a:extLst>
          </p:cNvPr>
          <p:cNvSpPr>
            <a:spLocks noGrp="1"/>
          </p:cNvSpPr>
          <p:nvPr>
            <p:ph type="pic" sz="quarter" idx="14" hasCustomPrompt="1"/>
          </p:nvPr>
        </p:nvSpPr>
        <p:spPr>
          <a:xfrm>
            <a:off x="-1" y="0"/>
            <a:ext cx="12193200" cy="6858000"/>
          </a:xfrm>
          <a:solidFill>
            <a:srgbClr val="CDE3FB"/>
          </a:solidFill>
        </p:spPr>
        <p:txBody>
          <a:bodyPr lIns="180000" tIns="180000" anchor="t" anchorCtr="0"/>
          <a:lstStyle>
            <a:lvl1pPr marL="0" indent="0">
              <a:buNone/>
              <a:defRPr/>
            </a:lvl1pPr>
          </a:lstStyle>
          <a:p>
            <a:r>
              <a:rPr lang="en-US"/>
              <a:t>Full bleed picture area (click on image icon behind text)</a:t>
            </a:r>
            <a:endParaRPr lang="en-GB"/>
          </a:p>
        </p:txBody>
      </p:sp>
      <p:sp>
        <p:nvSpPr>
          <p:cNvPr id="16" name="Text Placeholder 5">
            <a:extLst>
              <a:ext uri="{FF2B5EF4-FFF2-40B4-BE49-F238E27FC236}">
                <a16:creationId xmlns:a16="http://schemas.microsoft.com/office/drawing/2014/main" id="{AE5FB06E-4674-2E46-B9C1-4670A9B05F35}"/>
              </a:ext>
            </a:extLst>
          </p:cNvPr>
          <p:cNvSpPr>
            <a:spLocks noGrp="1"/>
          </p:cNvSpPr>
          <p:nvPr>
            <p:ph type="body" sz="quarter" idx="10" hasCustomPrompt="1"/>
          </p:nvPr>
        </p:nvSpPr>
        <p:spPr>
          <a:xfrm>
            <a:off x="1563600" y="468312"/>
            <a:ext cx="9064800" cy="5040000"/>
          </a:xfrm>
        </p:spPr>
        <p:txBody>
          <a:bodyPr anchor="ctr"/>
          <a:lstStyle>
            <a:lvl1pPr marL="0" indent="0" algn="ctr">
              <a:lnSpc>
                <a:spcPts val="4063"/>
              </a:lnSpc>
              <a:buNone/>
              <a:defRPr sz="3413" b="1">
                <a:solidFill>
                  <a:schemeClr val="bg1"/>
                </a:solidFill>
              </a:defRPr>
            </a:lvl1pPr>
          </a:lstStyle>
          <a:p>
            <a:pPr lvl="0"/>
            <a:r>
              <a:rPr lang="en-US"/>
              <a:t>Brand statement</a:t>
            </a:r>
            <a:br>
              <a:rPr lang="en-US"/>
            </a:br>
            <a:r>
              <a:rPr lang="en-US"/>
              <a:t>divider lorem ipsum dolor</a:t>
            </a:r>
            <a:br>
              <a:rPr lang="en-US"/>
            </a:br>
            <a:r>
              <a:rPr lang="en-US"/>
              <a:t>sit </a:t>
            </a:r>
            <a:r>
              <a:rPr lang="en-US" err="1"/>
              <a:t>amet</a:t>
            </a:r>
            <a:r>
              <a:rPr lang="en-US"/>
              <a:t> </a:t>
            </a:r>
            <a:r>
              <a:rPr lang="en-US" err="1"/>
              <a:t>consectut</a:t>
            </a:r>
            <a:r>
              <a:rPr lang="en-US"/>
              <a:t> </a:t>
            </a:r>
          </a:p>
        </p:txBody>
      </p:sp>
      <p:pic>
        <p:nvPicPr>
          <p:cNvPr id="2" name="Picture 1" descr="A blue and white logo&#10;&#10;Description automatically generated">
            <a:extLst>
              <a:ext uri="{FF2B5EF4-FFF2-40B4-BE49-F238E27FC236}">
                <a16:creationId xmlns:a16="http://schemas.microsoft.com/office/drawing/2014/main" id="{39FDD1C3-3796-0D8C-62B6-01B794189C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3" name="Picture 2">
            <a:extLst>
              <a:ext uri="{FF2B5EF4-FFF2-40B4-BE49-F238E27FC236}">
                <a16:creationId xmlns:a16="http://schemas.microsoft.com/office/drawing/2014/main" id="{372ED3F1-3266-E19B-1990-647905D05AB0}"/>
              </a:ext>
            </a:extLst>
          </p:cNvPr>
          <p:cNvPicPr>
            <a:picLocks noChangeAspect="1"/>
          </p:cNvPicPr>
          <p:nvPr userDrawn="1"/>
        </p:nvPicPr>
        <p:blipFill rotWithShape="1">
          <a:blip r:embed="rId3"/>
          <a:srcRect l="76748" t="76748"/>
          <a:stretch/>
        </p:blipFill>
        <p:spPr>
          <a:xfrm>
            <a:off x="8658225" y="5037315"/>
            <a:ext cx="3533775" cy="1878618"/>
          </a:xfrm>
          <a:prstGeom prst="rect">
            <a:avLst/>
          </a:prstGeom>
        </p:spPr>
      </p:pic>
    </p:spTree>
    <p:extLst>
      <p:ext uri="{BB962C8B-B14F-4D97-AF65-F5344CB8AC3E}">
        <p14:creationId xmlns:p14="http://schemas.microsoft.com/office/powerpoint/2010/main" val="2252986098"/>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ull bleed image - no text">
    <p:bg>
      <p:bgPr>
        <a:solidFill>
          <a:schemeClr val="bg1"/>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C20135-DA06-8641-908E-26E15C87EC26}"/>
              </a:ext>
            </a:extLst>
          </p:cNvPr>
          <p:cNvSpPr>
            <a:spLocks noGrp="1"/>
          </p:cNvSpPr>
          <p:nvPr>
            <p:ph type="pic" sz="quarter" idx="14" hasCustomPrompt="1"/>
          </p:nvPr>
        </p:nvSpPr>
        <p:spPr>
          <a:xfrm>
            <a:off x="-1" y="0"/>
            <a:ext cx="12193200" cy="6858000"/>
          </a:xfrm>
          <a:solidFill>
            <a:srgbClr val="CDE3FB"/>
          </a:solidFill>
        </p:spPr>
        <p:txBody>
          <a:bodyPr lIns="180000" tIns="180000" anchor="t" anchorCtr="0"/>
          <a:lstStyle>
            <a:lvl1pPr marL="0" indent="0">
              <a:buNone/>
              <a:defRPr/>
            </a:lvl1pPr>
          </a:lstStyle>
          <a:p>
            <a:r>
              <a:rPr lang="en-US"/>
              <a:t>Full bleed picture area (click on image icon)</a:t>
            </a:r>
            <a:endParaRPr lang="en-GB"/>
          </a:p>
        </p:txBody>
      </p:sp>
      <p:pic>
        <p:nvPicPr>
          <p:cNvPr id="2" name="Picture 1" descr="A blue and white logo&#10;&#10;Description automatically generated">
            <a:extLst>
              <a:ext uri="{FF2B5EF4-FFF2-40B4-BE49-F238E27FC236}">
                <a16:creationId xmlns:a16="http://schemas.microsoft.com/office/drawing/2014/main" id="{633D2EF6-7F75-1D73-D1F9-387E5346D4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3" name="Picture 2">
            <a:extLst>
              <a:ext uri="{FF2B5EF4-FFF2-40B4-BE49-F238E27FC236}">
                <a16:creationId xmlns:a16="http://schemas.microsoft.com/office/drawing/2014/main" id="{7671B00E-E614-4D15-6398-2A8AC1B7838C}"/>
              </a:ext>
            </a:extLst>
          </p:cNvPr>
          <p:cNvPicPr>
            <a:picLocks noChangeAspect="1"/>
          </p:cNvPicPr>
          <p:nvPr userDrawn="1"/>
        </p:nvPicPr>
        <p:blipFill rotWithShape="1">
          <a:blip r:embed="rId3"/>
          <a:srcRect l="76748" t="76748"/>
          <a:stretch/>
        </p:blipFill>
        <p:spPr>
          <a:xfrm>
            <a:off x="9128513" y="5130026"/>
            <a:ext cx="3071954" cy="1727974"/>
          </a:xfrm>
          <a:prstGeom prst="rect">
            <a:avLst/>
          </a:prstGeom>
        </p:spPr>
      </p:pic>
    </p:spTree>
    <p:extLst>
      <p:ext uri="{BB962C8B-B14F-4D97-AF65-F5344CB8AC3E}">
        <p14:creationId xmlns:p14="http://schemas.microsoft.com/office/powerpoint/2010/main" val="277499268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s / agenda slid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24419" y="1520825"/>
            <a:ext cx="10001249" cy="4392612"/>
          </a:xfrm>
        </p:spPr>
        <p:txBody>
          <a:bodyPr/>
          <a:lstStyle>
            <a:lvl1pPr marL="0" indent="0">
              <a:spcBef>
                <a:spcPts val="650"/>
              </a:spcBef>
              <a:buNone/>
              <a:tabLst>
                <a:tab pos="5295106" algn="r"/>
              </a:tabLst>
              <a:defRPr/>
            </a:lvl1pPr>
            <a:lvl2pPr marL="371466" indent="0">
              <a:buNone/>
              <a:defRPr/>
            </a:lvl2pPr>
            <a:lvl3pPr marL="742931" indent="0">
              <a:buNone/>
              <a:defRPr/>
            </a:lvl3pPr>
            <a:lvl4pPr marL="1114397" indent="0">
              <a:buNone/>
              <a:defRPr/>
            </a:lvl4pPr>
            <a:lvl5pPr marL="1485863" indent="0">
              <a:buNone/>
              <a:defRPr/>
            </a:lvl5pPr>
          </a:lstStyle>
          <a:p>
            <a:pPr lvl="0"/>
            <a:r>
              <a:rPr lang="en-US"/>
              <a:t>Edit page title	#</a:t>
            </a:r>
          </a:p>
          <a:p>
            <a:pPr lvl="0"/>
            <a:r>
              <a:rPr lang="en-US"/>
              <a:t>Edit page title	#</a:t>
            </a:r>
          </a:p>
          <a:p>
            <a:pPr lvl="0"/>
            <a:r>
              <a:rPr lang="en-US"/>
              <a:t>Edit page title	#</a:t>
            </a:r>
          </a:p>
          <a:p>
            <a:pPr lvl="0"/>
            <a:r>
              <a:rPr lang="en-US"/>
              <a:t>Edit page title	#</a:t>
            </a:r>
          </a:p>
          <a:p>
            <a:pPr lvl="0"/>
            <a:r>
              <a:rPr lang="en-US"/>
              <a:t>Edit page title	#</a:t>
            </a:r>
          </a:p>
        </p:txBody>
      </p:sp>
      <p:sp>
        <p:nvSpPr>
          <p:cNvPr id="10" name="Title Placeholder 1">
            <a:extLst>
              <a:ext uri="{FF2B5EF4-FFF2-40B4-BE49-F238E27FC236}">
                <a16:creationId xmlns:a16="http://schemas.microsoft.com/office/drawing/2014/main" id="{2176A1AB-311D-2547-95D6-7B8112289AE2}"/>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p>
            <a:r>
              <a:rPr lang="en-US"/>
              <a:t>Contents</a:t>
            </a:r>
          </a:p>
        </p:txBody>
      </p:sp>
      <p:sp>
        <p:nvSpPr>
          <p:cNvPr id="9" name="Footer Placeholder 4">
            <a:extLst>
              <a:ext uri="{FF2B5EF4-FFF2-40B4-BE49-F238E27FC236}">
                <a16:creationId xmlns:a16="http://schemas.microsoft.com/office/drawing/2014/main" id="{B7108C24-5B72-3A44-B49B-5DEC49EAF450}"/>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3" name="Footer Placeholder 4">
            <a:extLst>
              <a:ext uri="{FF2B5EF4-FFF2-40B4-BE49-F238E27FC236}">
                <a16:creationId xmlns:a16="http://schemas.microsoft.com/office/drawing/2014/main" id="{CC44AFF9-BFFE-FB49-BE41-133AEB96AB32}"/>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42066639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olumn text only">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24416" y="1520825"/>
            <a:ext cx="1000320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4" name="Text Placeholder 13">
            <a:extLst>
              <a:ext uri="{FF2B5EF4-FFF2-40B4-BE49-F238E27FC236}">
                <a16:creationId xmlns:a16="http://schemas.microsoft.com/office/drawing/2014/main" id="{D77C0324-0C45-3D40-B8B5-B5546E14BA29}"/>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0" name="Title Placeholder 1">
            <a:extLst>
              <a:ext uri="{FF2B5EF4-FFF2-40B4-BE49-F238E27FC236}">
                <a16:creationId xmlns:a16="http://schemas.microsoft.com/office/drawing/2014/main" id="{B346FBC2-67D1-184A-8432-E6606941AE26}"/>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6" name="Footer Placeholder 4">
            <a:extLst>
              <a:ext uri="{FF2B5EF4-FFF2-40B4-BE49-F238E27FC236}">
                <a16:creationId xmlns:a16="http://schemas.microsoft.com/office/drawing/2014/main" id="{102921C0-8CD8-864B-9BDB-5D2BA1765371}"/>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3" name="Footer Placeholder 4">
            <a:extLst>
              <a:ext uri="{FF2B5EF4-FFF2-40B4-BE49-F238E27FC236}">
                <a16:creationId xmlns:a16="http://schemas.microsoft.com/office/drawing/2014/main" id="{41D6394E-3C1C-9846-880C-AA78624DCEA4}"/>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103573161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 Column graphic only">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24416" y="1520825"/>
            <a:ext cx="10003200"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14" name="Text Placeholder 13">
            <a:extLst>
              <a:ext uri="{FF2B5EF4-FFF2-40B4-BE49-F238E27FC236}">
                <a16:creationId xmlns:a16="http://schemas.microsoft.com/office/drawing/2014/main" id="{D77C0324-0C45-3D40-B8B5-B5546E14BA29}"/>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0" name="Title Placeholder 1">
            <a:extLst>
              <a:ext uri="{FF2B5EF4-FFF2-40B4-BE49-F238E27FC236}">
                <a16:creationId xmlns:a16="http://schemas.microsoft.com/office/drawing/2014/main" id="{B346FBC2-67D1-184A-8432-E6606941AE26}"/>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6" name="Footer Placeholder 4">
            <a:extLst>
              <a:ext uri="{FF2B5EF4-FFF2-40B4-BE49-F238E27FC236}">
                <a16:creationId xmlns:a16="http://schemas.microsoft.com/office/drawing/2014/main" id="{363CFD5A-4396-EC4A-AEEA-8C244524C261}"/>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3" name="Footer Placeholder 4">
            <a:extLst>
              <a:ext uri="{FF2B5EF4-FFF2-40B4-BE49-F238E27FC236}">
                <a16:creationId xmlns:a16="http://schemas.microsoft.com/office/drawing/2014/main" id="{165C5D0E-7B0E-464E-AEA4-DC1ECE9DF772}"/>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48726331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 Column text + graphics option A">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DB54B486-D086-3148-8424-1A0F148BCE33}"/>
              </a:ext>
            </a:extLst>
          </p:cNvPr>
          <p:cNvSpPr>
            <a:spLocks noGrp="1"/>
          </p:cNvSpPr>
          <p:nvPr>
            <p:ph idx="14" hasCustomPrompt="1"/>
          </p:nvPr>
        </p:nvSpPr>
        <p:spPr>
          <a:xfrm>
            <a:off x="624416" y="3307473"/>
            <a:ext cx="10008000" cy="2608907"/>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Content Placeholder 2">
            <a:extLst>
              <a:ext uri="{FF2B5EF4-FFF2-40B4-BE49-F238E27FC236}">
                <a16:creationId xmlns:a16="http://schemas.microsoft.com/office/drawing/2014/main" id="{69C095EC-CCC5-1242-B89A-9009C774D48E}"/>
              </a:ext>
            </a:extLst>
          </p:cNvPr>
          <p:cNvSpPr>
            <a:spLocks noGrp="1"/>
          </p:cNvSpPr>
          <p:nvPr>
            <p:ph idx="1" hasCustomPrompt="1"/>
          </p:nvPr>
        </p:nvSpPr>
        <p:spPr>
          <a:xfrm>
            <a:off x="624416" y="1520828"/>
            <a:ext cx="10003200" cy="1624195"/>
          </a:xfrm>
        </p:spPr>
        <p:txBody>
          <a:bodyPr wrap="square"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Text Placeholder 13">
            <a:extLst>
              <a:ext uri="{FF2B5EF4-FFF2-40B4-BE49-F238E27FC236}">
                <a16:creationId xmlns:a16="http://schemas.microsoft.com/office/drawing/2014/main" id="{FB362763-EBFA-8B42-8A8C-CD97F5ED03A4}"/>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A9F5D63F-45C6-904A-8D78-54AA5FA46D3F}"/>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4" name="Footer Placeholder 4">
            <a:extLst>
              <a:ext uri="{FF2B5EF4-FFF2-40B4-BE49-F238E27FC236}">
                <a16:creationId xmlns:a16="http://schemas.microsoft.com/office/drawing/2014/main" id="{E92657C4-65FC-1340-877B-16571C52A2A4}"/>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7" name="Footer Placeholder 4">
            <a:extLst>
              <a:ext uri="{FF2B5EF4-FFF2-40B4-BE49-F238E27FC236}">
                <a16:creationId xmlns:a16="http://schemas.microsoft.com/office/drawing/2014/main" id="{C8DC5AC2-F69E-1941-8747-77480F7E45E7}"/>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374843774"/>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 Column text + graphics option B">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DB54B486-D086-3148-8424-1A0F148BCE33}"/>
              </a:ext>
            </a:extLst>
          </p:cNvPr>
          <p:cNvSpPr>
            <a:spLocks noGrp="1"/>
          </p:cNvSpPr>
          <p:nvPr>
            <p:ph idx="14" hasCustomPrompt="1"/>
          </p:nvPr>
        </p:nvSpPr>
        <p:spPr>
          <a:xfrm>
            <a:off x="624418" y="3301219"/>
            <a:ext cx="4764617"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0" name="Content Placeholder 2">
            <a:extLst>
              <a:ext uri="{FF2B5EF4-FFF2-40B4-BE49-F238E27FC236}">
                <a16:creationId xmlns:a16="http://schemas.microsoft.com/office/drawing/2014/main" id="{FBDD9321-31B2-5F4D-B50E-9BF83B67384F}"/>
              </a:ext>
            </a:extLst>
          </p:cNvPr>
          <p:cNvSpPr>
            <a:spLocks noGrp="1"/>
          </p:cNvSpPr>
          <p:nvPr>
            <p:ph idx="15" hasCustomPrompt="1"/>
          </p:nvPr>
        </p:nvSpPr>
        <p:spPr>
          <a:xfrm>
            <a:off x="5865283" y="3301219"/>
            <a:ext cx="4764617"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2" name="Content Placeholder 2">
            <a:extLst>
              <a:ext uri="{FF2B5EF4-FFF2-40B4-BE49-F238E27FC236}">
                <a16:creationId xmlns:a16="http://schemas.microsoft.com/office/drawing/2014/main" id="{05856E05-7CA0-104B-9025-F15ACCE7862E}"/>
              </a:ext>
            </a:extLst>
          </p:cNvPr>
          <p:cNvSpPr>
            <a:spLocks noGrp="1"/>
          </p:cNvSpPr>
          <p:nvPr>
            <p:ph idx="1" hasCustomPrompt="1"/>
          </p:nvPr>
        </p:nvSpPr>
        <p:spPr>
          <a:xfrm>
            <a:off x="624416" y="1520826"/>
            <a:ext cx="10003200" cy="1615532"/>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3" name="Text Placeholder 13">
            <a:extLst>
              <a:ext uri="{FF2B5EF4-FFF2-40B4-BE49-F238E27FC236}">
                <a16:creationId xmlns:a16="http://schemas.microsoft.com/office/drawing/2014/main" id="{80FCB4BE-B4DE-CC46-B1F3-A12529D12EEB}"/>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5" name="Title Placeholder 1">
            <a:extLst>
              <a:ext uri="{FF2B5EF4-FFF2-40B4-BE49-F238E27FC236}">
                <a16:creationId xmlns:a16="http://schemas.microsoft.com/office/drawing/2014/main" id="{1BBE2853-5DE4-7943-91CD-37AE75FC638C}"/>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4" name="Footer Placeholder 4">
            <a:extLst>
              <a:ext uri="{FF2B5EF4-FFF2-40B4-BE49-F238E27FC236}">
                <a16:creationId xmlns:a16="http://schemas.microsoft.com/office/drawing/2014/main" id="{C787B8B3-8AA7-EF49-893C-D03002009CE8}"/>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DBA9B0BA-0261-F843-A341-377A018983E6}"/>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7878331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 Column text + graphics option C">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DB54B486-D086-3148-8424-1A0F148BCE33}"/>
              </a:ext>
            </a:extLst>
          </p:cNvPr>
          <p:cNvSpPr>
            <a:spLocks noGrp="1"/>
          </p:cNvSpPr>
          <p:nvPr>
            <p:ph idx="14" hasCustomPrompt="1"/>
          </p:nvPr>
        </p:nvSpPr>
        <p:spPr>
          <a:xfrm>
            <a:off x="624417" y="3301219"/>
            <a:ext cx="3018369"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a:lnSpc>
                <a:spcPts val="2383"/>
              </a:lnSpc>
              <a:spcBef>
                <a:spcPts val="0"/>
              </a:spcBef>
              <a:defRPr sz="1950"/>
            </a:lvl5pPr>
          </a:lstStyle>
          <a:p>
            <a:pPr lvl="0"/>
            <a:r>
              <a:rPr lang="en-US"/>
              <a:t>Graphic area</a:t>
            </a:r>
          </a:p>
        </p:txBody>
      </p:sp>
      <p:sp>
        <p:nvSpPr>
          <p:cNvPr id="11" name="Content Placeholder 2">
            <a:extLst>
              <a:ext uri="{FF2B5EF4-FFF2-40B4-BE49-F238E27FC236}">
                <a16:creationId xmlns:a16="http://schemas.microsoft.com/office/drawing/2014/main" id="{0D298215-66E1-4643-9AB1-79F8B5F119A4}"/>
              </a:ext>
            </a:extLst>
          </p:cNvPr>
          <p:cNvSpPr>
            <a:spLocks noGrp="1"/>
          </p:cNvSpPr>
          <p:nvPr>
            <p:ph idx="15" hasCustomPrompt="1"/>
          </p:nvPr>
        </p:nvSpPr>
        <p:spPr>
          <a:xfrm>
            <a:off x="4116919" y="3301219"/>
            <a:ext cx="3018369"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a:lnSpc>
                <a:spcPts val="2383"/>
              </a:lnSpc>
              <a:spcBef>
                <a:spcPts val="0"/>
              </a:spcBef>
              <a:defRPr sz="1950"/>
            </a:lvl5pPr>
          </a:lstStyle>
          <a:p>
            <a:pPr lvl="0"/>
            <a:r>
              <a:rPr lang="en-US"/>
              <a:t>Graphic area</a:t>
            </a:r>
          </a:p>
        </p:txBody>
      </p:sp>
      <p:sp>
        <p:nvSpPr>
          <p:cNvPr id="12" name="Content Placeholder 2">
            <a:extLst>
              <a:ext uri="{FF2B5EF4-FFF2-40B4-BE49-F238E27FC236}">
                <a16:creationId xmlns:a16="http://schemas.microsoft.com/office/drawing/2014/main" id="{16337F17-0177-4B47-9F46-AF0D74C30610}"/>
              </a:ext>
            </a:extLst>
          </p:cNvPr>
          <p:cNvSpPr>
            <a:spLocks noGrp="1"/>
          </p:cNvSpPr>
          <p:nvPr>
            <p:ph idx="16" hasCustomPrompt="1"/>
          </p:nvPr>
        </p:nvSpPr>
        <p:spPr>
          <a:xfrm>
            <a:off x="7609419" y="3301219"/>
            <a:ext cx="3018369"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a:lnSpc>
                <a:spcPts val="2383"/>
              </a:lnSpc>
              <a:spcBef>
                <a:spcPts val="0"/>
              </a:spcBef>
              <a:defRPr sz="1950"/>
            </a:lvl5pPr>
          </a:lstStyle>
          <a:p>
            <a:pPr lvl="0"/>
            <a:r>
              <a:rPr lang="en-US"/>
              <a:t>Graphic area</a:t>
            </a:r>
          </a:p>
        </p:txBody>
      </p:sp>
      <p:sp>
        <p:nvSpPr>
          <p:cNvPr id="15" name="Content Placeholder 2">
            <a:extLst>
              <a:ext uri="{FF2B5EF4-FFF2-40B4-BE49-F238E27FC236}">
                <a16:creationId xmlns:a16="http://schemas.microsoft.com/office/drawing/2014/main" id="{174B88F8-C2DD-F84F-932C-3F97DE909548}"/>
              </a:ext>
            </a:extLst>
          </p:cNvPr>
          <p:cNvSpPr>
            <a:spLocks noGrp="1"/>
          </p:cNvSpPr>
          <p:nvPr>
            <p:ph idx="1" hasCustomPrompt="1"/>
          </p:nvPr>
        </p:nvSpPr>
        <p:spPr>
          <a:xfrm>
            <a:off x="624416" y="1520826"/>
            <a:ext cx="10003200" cy="1615532"/>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6" name="Text Placeholder 13">
            <a:extLst>
              <a:ext uri="{FF2B5EF4-FFF2-40B4-BE49-F238E27FC236}">
                <a16:creationId xmlns:a16="http://schemas.microsoft.com/office/drawing/2014/main" id="{1EDD11C6-EE38-AE40-8377-0272C7682F91}"/>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7" name="Title Placeholder 1">
            <a:extLst>
              <a:ext uri="{FF2B5EF4-FFF2-40B4-BE49-F238E27FC236}">
                <a16:creationId xmlns:a16="http://schemas.microsoft.com/office/drawing/2014/main" id="{FF9F1964-AF95-0441-8713-ACE3B6329197}"/>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4" name="Footer Placeholder 4">
            <a:extLst>
              <a:ext uri="{FF2B5EF4-FFF2-40B4-BE49-F238E27FC236}">
                <a16:creationId xmlns:a16="http://schemas.microsoft.com/office/drawing/2014/main" id="{F7577059-D9BD-4D40-B06C-BDEED8EDCFD1}"/>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20" name="Footer Placeholder 4">
            <a:extLst>
              <a:ext uri="{FF2B5EF4-FFF2-40B4-BE49-F238E27FC236}">
                <a16:creationId xmlns:a16="http://schemas.microsoft.com/office/drawing/2014/main" id="{D83416CD-DD67-9F45-B797-1CF96790A199}"/>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262795102"/>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Columns text only">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6F0509A0-2203-3849-AF70-C39CEDB38FA0}"/>
              </a:ext>
            </a:extLst>
          </p:cNvPr>
          <p:cNvSpPr>
            <a:spLocks noGrp="1"/>
          </p:cNvSpPr>
          <p:nvPr>
            <p:ph idx="1" hasCustomPrompt="1"/>
          </p:nvPr>
        </p:nvSpPr>
        <p:spPr>
          <a:xfrm>
            <a:off x="624416"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Text Placeholder 13">
            <a:extLst>
              <a:ext uri="{FF2B5EF4-FFF2-40B4-BE49-F238E27FC236}">
                <a16:creationId xmlns:a16="http://schemas.microsoft.com/office/drawing/2014/main" id="{831DD792-134F-EB47-AEB2-13E306168785}"/>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490CB923-C10B-8843-96BD-089CDD8FEC2F}"/>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9" name="Content Placeholder 2">
            <a:extLst>
              <a:ext uri="{FF2B5EF4-FFF2-40B4-BE49-F238E27FC236}">
                <a16:creationId xmlns:a16="http://schemas.microsoft.com/office/drawing/2014/main" id="{10F5B12D-2AF4-7943-82B6-58CAE5E2EA97}"/>
              </a:ext>
            </a:extLst>
          </p:cNvPr>
          <p:cNvSpPr>
            <a:spLocks noGrp="1"/>
          </p:cNvSpPr>
          <p:nvPr>
            <p:ph idx="14" hasCustomPrompt="1"/>
          </p:nvPr>
        </p:nvSpPr>
        <p:spPr>
          <a:xfrm>
            <a:off x="5860519"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8C49ACA3-BF1B-CC4B-A3BB-33D31F38BCC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7" name="Footer Placeholder 4">
            <a:extLst>
              <a:ext uri="{FF2B5EF4-FFF2-40B4-BE49-F238E27FC236}">
                <a16:creationId xmlns:a16="http://schemas.microsoft.com/office/drawing/2014/main" id="{E3416F28-EB36-244D-969F-B2AAD26218A6}"/>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125783460"/>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 Columns graphics only">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6F0509A0-2203-3849-AF70-C39CEDB38FA0}"/>
              </a:ext>
            </a:extLst>
          </p:cNvPr>
          <p:cNvSpPr>
            <a:spLocks noGrp="1"/>
          </p:cNvSpPr>
          <p:nvPr>
            <p:ph idx="1" hasCustomPrompt="1"/>
          </p:nvPr>
        </p:nvSpPr>
        <p:spPr>
          <a:xfrm>
            <a:off x="624416" y="1520825"/>
            <a:ext cx="4765147"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12" name="Text Placeholder 13">
            <a:extLst>
              <a:ext uri="{FF2B5EF4-FFF2-40B4-BE49-F238E27FC236}">
                <a16:creationId xmlns:a16="http://schemas.microsoft.com/office/drawing/2014/main" id="{831DD792-134F-EB47-AEB2-13E306168785}"/>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490CB923-C10B-8843-96BD-089CDD8FEC2F}"/>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9" name="Content Placeholder 2">
            <a:extLst>
              <a:ext uri="{FF2B5EF4-FFF2-40B4-BE49-F238E27FC236}">
                <a16:creationId xmlns:a16="http://schemas.microsoft.com/office/drawing/2014/main" id="{10F5B12D-2AF4-7943-82B6-58CAE5E2EA97}"/>
              </a:ext>
            </a:extLst>
          </p:cNvPr>
          <p:cNvSpPr>
            <a:spLocks noGrp="1"/>
          </p:cNvSpPr>
          <p:nvPr>
            <p:ph idx="14" hasCustomPrompt="1"/>
          </p:nvPr>
        </p:nvSpPr>
        <p:spPr>
          <a:xfrm>
            <a:off x="5860519" y="1520825"/>
            <a:ext cx="4765147"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14" name="Footer Placeholder 4">
            <a:extLst>
              <a:ext uri="{FF2B5EF4-FFF2-40B4-BE49-F238E27FC236}">
                <a16:creationId xmlns:a16="http://schemas.microsoft.com/office/drawing/2014/main" id="{A901E28D-CD8F-B245-BA10-A860299A896C}"/>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7" name="Footer Placeholder 4">
            <a:extLst>
              <a:ext uri="{FF2B5EF4-FFF2-40B4-BE49-F238E27FC236}">
                <a16:creationId xmlns:a16="http://schemas.microsoft.com/office/drawing/2014/main" id="{080B4A23-2F85-B044-8AB1-E5F2F18543F5}"/>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62525239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2 Column text + half page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F2664F2-35D9-B741-9708-420CFC42C3FA}"/>
              </a:ext>
            </a:extLst>
          </p:cNvPr>
          <p:cNvPicPr>
            <a:picLocks noChangeAspect="1"/>
          </p:cNvPicPr>
          <p:nvPr/>
        </p:nvPicPr>
        <p:blipFill rotWithShape="1">
          <a:blip r:embed="rId2"/>
          <a:srcRect l="76736" t="76736"/>
          <a:stretch/>
        </p:blipFill>
        <p:spPr>
          <a:xfrm>
            <a:off x="9355668" y="5262565"/>
            <a:ext cx="2836334" cy="1595437"/>
          </a:xfrm>
          <a:prstGeom prst="rect">
            <a:avLst/>
          </a:prstGeom>
        </p:spPr>
      </p:pic>
      <p:sp>
        <p:nvSpPr>
          <p:cNvPr id="11" name="Picture Placeholder 6">
            <a:extLst>
              <a:ext uri="{FF2B5EF4-FFF2-40B4-BE49-F238E27FC236}">
                <a16:creationId xmlns:a16="http://schemas.microsoft.com/office/drawing/2014/main" id="{2147E1E8-149B-8A42-9C44-9DCD345521C2}"/>
              </a:ext>
            </a:extLst>
          </p:cNvPr>
          <p:cNvSpPr>
            <a:spLocks noGrp="1"/>
          </p:cNvSpPr>
          <p:nvPr>
            <p:ph type="pic" sz="quarter" idx="14" hasCustomPrompt="1"/>
          </p:nvPr>
        </p:nvSpPr>
        <p:spPr>
          <a:xfrm>
            <a:off x="5863169" y="1"/>
            <a:ext cx="6328833" cy="6858000"/>
          </a:xfrm>
          <a:solidFill>
            <a:srgbClr val="CDE3FB"/>
          </a:solidFill>
        </p:spPr>
        <p:txBody>
          <a:bodyPr lIns="180000" tIns="180000" anchor="t" anchorCtr="0"/>
          <a:lstStyle>
            <a:lvl1pPr marL="0" indent="0">
              <a:buNone/>
              <a:defRPr/>
            </a:lvl1pPr>
          </a:lstStyle>
          <a:p>
            <a:r>
              <a:rPr lang="en-US"/>
              <a:t>Half page picture area (click on image icon) </a:t>
            </a:r>
            <a:endParaRPr lang="en-GB"/>
          </a:p>
        </p:txBody>
      </p:sp>
      <p:sp>
        <p:nvSpPr>
          <p:cNvPr id="10" name="Content Placeholder 2">
            <a:extLst>
              <a:ext uri="{FF2B5EF4-FFF2-40B4-BE49-F238E27FC236}">
                <a16:creationId xmlns:a16="http://schemas.microsoft.com/office/drawing/2014/main" id="{42494C55-9AFF-E647-9065-F9E39D40BFEA}"/>
              </a:ext>
            </a:extLst>
          </p:cNvPr>
          <p:cNvSpPr>
            <a:spLocks noGrp="1"/>
          </p:cNvSpPr>
          <p:nvPr>
            <p:ph idx="1" hasCustomPrompt="1"/>
          </p:nvPr>
        </p:nvSpPr>
        <p:spPr>
          <a:xfrm>
            <a:off x="624416"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Text Placeholder 13">
            <a:extLst>
              <a:ext uri="{FF2B5EF4-FFF2-40B4-BE49-F238E27FC236}">
                <a16:creationId xmlns:a16="http://schemas.microsoft.com/office/drawing/2014/main" id="{108D9FA8-6587-FA4A-88C2-AD2FC64E101C}"/>
              </a:ext>
            </a:extLst>
          </p:cNvPr>
          <p:cNvSpPr>
            <a:spLocks noGrp="1"/>
          </p:cNvSpPr>
          <p:nvPr>
            <p:ph type="body" sz="quarter" idx="13" hasCustomPrompt="1"/>
          </p:nvPr>
        </p:nvSpPr>
        <p:spPr>
          <a:xfrm>
            <a:off x="624419" y="764314"/>
            <a:ext cx="4765146"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15A96F9F-B4D6-7344-8A3C-95F4BAEFD271}"/>
              </a:ext>
            </a:extLst>
          </p:cNvPr>
          <p:cNvSpPr>
            <a:spLocks noGrp="1"/>
          </p:cNvSpPr>
          <p:nvPr>
            <p:ph type="title" hasCustomPrompt="1"/>
          </p:nvPr>
        </p:nvSpPr>
        <p:spPr>
          <a:xfrm>
            <a:off x="624420" y="408469"/>
            <a:ext cx="4765146" cy="360000"/>
          </a:xfrm>
          <a:prstGeom prst="rect">
            <a:avLst/>
          </a:prstGeom>
        </p:spPr>
        <p:txBody>
          <a:bodyPr vert="horz" lIns="0" tIns="0" rIns="0" bIns="0" rtlCol="0" anchor="t">
            <a:noAutofit/>
          </a:bodyPr>
          <a:lstStyle>
            <a:lvl1pPr>
              <a:defRPr b="1"/>
            </a:lvl1pPr>
          </a:lstStyle>
          <a:p>
            <a:r>
              <a:rPr lang="en-US"/>
              <a:t>Headline</a:t>
            </a:r>
          </a:p>
        </p:txBody>
      </p:sp>
      <p:sp>
        <p:nvSpPr>
          <p:cNvPr id="14" name="Footer Placeholder 4">
            <a:extLst>
              <a:ext uri="{FF2B5EF4-FFF2-40B4-BE49-F238E27FC236}">
                <a16:creationId xmlns:a16="http://schemas.microsoft.com/office/drawing/2014/main" id="{0BC87998-6F11-6640-85EE-2C7E938F06B9}"/>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888C03A6-FDD6-9141-AD80-FBACFBC6F00D}"/>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pic>
        <p:nvPicPr>
          <p:cNvPr id="2" name="Picture 1" descr="A blue and white logo&#10;&#10;Description automatically generated">
            <a:extLst>
              <a:ext uri="{FF2B5EF4-FFF2-40B4-BE49-F238E27FC236}">
                <a16:creationId xmlns:a16="http://schemas.microsoft.com/office/drawing/2014/main" id="{CFDF3F5A-FFB7-5704-A3AD-DC7052C6686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3" name="Picture 2">
            <a:extLst>
              <a:ext uri="{FF2B5EF4-FFF2-40B4-BE49-F238E27FC236}">
                <a16:creationId xmlns:a16="http://schemas.microsoft.com/office/drawing/2014/main" id="{1FAEF0DF-376D-894D-C2FD-7B66756F5ACE}"/>
              </a:ext>
            </a:extLst>
          </p:cNvPr>
          <p:cNvPicPr>
            <a:picLocks noChangeAspect="1"/>
          </p:cNvPicPr>
          <p:nvPr userDrawn="1"/>
        </p:nvPicPr>
        <p:blipFill rotWithShape="1">
          <a:blip r:embed="rId4"/>
          <a:srcRect l="76748" t="76748"/>
          <a:stretch/>
        </p:blipFill>
        <p:spPr>
          <a:xfrm>
            <a:off x="9195188" y="5033670"/>
            <a:ext cx="2834887" cy="1594624"/>
          </a:xfrm>
          <a:prstGeom prst="rect">
            <a:avLst/>
          </a:prstGeom>
        </p:spPr>
      </p:pic>
    </p:spTree>
    <p:extLst>
      <p:ext uri="{BB962C8B-B14F-4D97-AF65-F5344CB8AC3E}">
        <p14:creationId xmlns:p14="http://schemas.microsoft.com/office/powerpoint/2010/main" val="14017389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2 Columns text + graphics option A">
    <p:spTree>
      <p:nvGrpSpPr>
        <p:cNvPr id="1" name=""/>
        <p:cNvGrpSpPr/>
        <p:nvPr/>
      </p:nvGrpSpPr>
      <p:grpSpPr>
        <a:xfrm>
          <a:off x="0" y="0"/>
          <a:ext cx="0" cy="0"/>
          <a:chOff x="0" y="0"/>
          <a:chExt cx="0" cy="0"/>
        </a:xfrm>
      </p:grpSpPr>
      <p:sp>
        <p:nvSpPr>
          <p:cNvPr id="15" name="Text Placeholder 13">
            <a:extLst>
              <a:ext uri="{FF2B5EF4-FFF2-40B4-BE49-F238E27FC236}">
                <a16:creationId xmlns:a16="http://schemas.microsoft.com/office/drawing/2014/main" id="{9711B61F-EC8D-D947-9AC2-0914DDD76DB9}"/>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6" name="Title Placeholder 1">
            <a:extLst>
              <a:ext uri="{FF2B5EF4-FFF2-40B4-BE49-F238E27FC236}">
                <a16:creationId xmlns:a16="http://schemas.microsoft.com/office/drawing/2014/main" id="{72F9A669-2ACE-3641-BE36-BED8532208BB}"/>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C1799DC7-8784-8C4C-8E35-52AF6877FDEA}"/>
              </a:ext>
            </a:extLst>
          </p:cNvPr>
          <p:cNvSpPr>
            <a:spLocks noGrp="1"/>
          </p:cNvSpPr>
          <p:nvPr>
            <p:ph idx="15" hasCustomPrompt="1"/>
          </p:nvPr>
        </p:nvSpPr>
        <p:spPr>
          <a:xfrm>
            <a:off x="5860519" y="1520825"/>
            <a:ext cx="4765147"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23" name="Content Placeholder 2">
            <a:extLst>
              <a:ext uri="{FF2B5EF4-FFF2-40B4-BE49-F238E27FC236}">
                <a16:creationId xmlns:a16="http://schemas.microsoft.com/office/drawing/2014/main" id="{8C77B1D9-46DC-D644-B1D4-207246876B9F}"/>
              </a:ext>
            </a:extLst>
          </p:cNvPr>
          <p:cNvSpPr>
            <a:spLocks noGrp="1"/>
          </p:cNvSpPr>
          <p:nvPr>
            <p:ph idx="1" hasCustomPrompt="1"/>
          </p:nvPr>
        </p:nvSpPr>
        <p:spPr>
          <a:xfrm>
            <a:off x="624416"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F90C783C-C74B-5640-A767-9B2BB40664C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Footer Placeholder 4">
            <a:extLst>
              <a:ext uri="{FF2B5EF4-FFF2-40B4-BE49-F238E27FC236}">
                <a16:creationId xmlns:a16="http://schemas.microsoft.com/office/drawing/2014/main" id="{3F739913-91DE-4D47-A55C-3AE7E0804169}"/>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59385437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 Columns text + graphics option B">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DB54B486-D086-3148-8424-1A0F148BCE33}"/>
              </a:ext>
            </a:extLst>
          </p:cNvPr>
          <p:cNvSpPr>
            <a:spLocks noGrp="1"/>
          </p:cNvSpPr>
          <p:nvPr>
            <p:ph idx="14" hasCustomPrompt="1"/>
          </p:nvPr>
        </p:nvSpPr>
        <p:spPr>
          <a:xfrm>
            <a:off x="624414" y="3301219"/>
            <a:ext cx="4766400" cy="2611696"/>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0" name="Content Placeholder 2">
            <a:extLst>
              <a:ext uri="{FF2B5EF4-FFF2-40B4-BE49-F238E27FC236}">
                <a16:creationId xmlns:a16="http://schemas.microsoft.com/office/drawing/2014/main" id="{FBDD9321-31B2-5F4D-B50E-9BF83B67384F}"/>
              </a:ext>
            </a:extLst>
          </p:cNvPr>
          <p:cNvSpPr>
            <a:spLocks noGrp="1"/>
          </p:cNvSpPr>
          <p:nvPr>
            <p:ph idx="15" hasCustomPrompt="1"/>
          </p:nvPr>
        </p:nvSpPr>
        <p:spPr>
          <a:xfrm>
            <a:off x="5865283" y="3301133"/>
            <a:ext cx="4764617" cy="261283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3" name="Content Placeholder 2">
            <a:extLst>
              <a:ext uri="{FF2B5EF4-FFF2-40B4-BE49-F238E27FC236}">
                <a16:creationId xmlns:a16="http://schemas.microsoft.com/office/drawing/2014/main" id="{896432A6-2D9C-5A4F-B27E-3EE10FC8FC52}"/>
              </a:ext>
            </a:extLst>
          </p:cNvPr>
          <p:cNvSpPr>
            <a:spLocks noGrp="1"/>
          </p:cNvSpPr>
          <p:nvPr>
            <p:ph idx="1" hasCustomPrompt="1"/>
          </p:nvPr>
        </p:nvSpPr>
        <p:spPr>
          <a:xfrm>
            <a:off x="624416" y="1520827"/>
            <a:ext cx="4765147"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5" name="Text Placeholder 13">
            <a:extLst>
              <a:ext uri="{FF2B5EF4-FFF2-40B4-BE49-F238E27FC236}">
                <a16:creationId xmlns:a16="http://schemas.microsoft.com/office/drawing/2014/main" id="{9711B61F-EC8D-D947-9AC2-0914DDD76DB9}"/>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6" name="Title Placeholder 1">
            <a:extLst>
              <a:ext uri="{FF2B5EF4-FFF2-40B4-BE49-F238E27FC236}">
                <a16:creationId xmlns:a16="http://schemas.microsoft.com/office/drawing/2014/main" id="{72F9A669-2ACE-3641-BE36-BED8532208BB}"/>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1" name="Content Placeholder 2">
            <a:extLst>
              <a:ext uri="{FF2B5EF4-FFF2-40B4-BE49-F238E27FC236}">
                <a16:creationId xmlns:a16="http://schemas.microsoft.com/office/drawing/2014/main" id="{293A9404-7C0D-CA4D-AACF-5CE0EC1E68F4}"/>
              </a:ext>
            </a:extLst>
          </p:cNvPr>
          <p:cNvSpPr>
            <a:spLocks noGrp="1"/>
          </p:cNvSpPr>
          <p:nvPr>
            <p:ph idx="16" hasCustomPrompt="1"/>
          </p:nvPr>
        </p:nvSpPr>
        <p:spPr>
          <a:xfrm>
            <a:off x="5860519" y="1520827"/>
            <a:ext cx="4765147"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A93EE84D-3B64-4444-A68C-AFAA65ADB404}"/>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9" name="Footer Placeholder 4">
            <a:extLst>
              <a:ext uri="{FF2B5EF4-FFF2-40B4-BE49-F238E27FC236}">
                <a16:creationId xmlns:a16="http://schemas.microsoft.com/office/drawing/2014/main" id="{DC097E44-AFEA-154B-8839-FBE24122667F}"/>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097027797"/>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Columns text + graphics option C">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229DADDC-513D-8743-BE08-046E194527F9}"/>
              </a:ext>
            </a:extLst>
          </p:cNvPr>
          <p:cNvSpPr>
            <a:spLocks noGrp="1"/>
          </p:cNvSpPr>
          <p:nvPr>
            <p:ph idx="1" hasCustomPrompt="1"/>
          </p:nvPr>
        </p:nvSpPr>
        <p:spPr>
          <a:xfrm>
            <a:off x="624416"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3" name="Text Placeholder 13">
            <a:extLst>
              <a:ext uri="{FF2B5EF4-FFF2-40B4-BE49-F238E27FC236}">
                <a16:creationId xmlns:a16="http://schemas.microsoft.com/office/drawing/2014/main" id="{A643BBE4-3238-6B4C-913B-ABC66831D911}"/>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5" name="Title Placeholder 1">
            <a:extLst>
              <a:ext uri="{FF2B5EF4-FFF2-40B4-BE49-F238E27FC236}">
                <a16:creationId xmlns:a16="http://schemas.microsoft.com/office/drawing/2014/main" id="{002357F8-BA3F-634A-9F7D-F5D3D45B504D}"/>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EAD79E30-A4D5-5C45-B5F3-949A9E8F9959}"/>
              </a:ext>
            </a:extLst>
          </p:cNvPr>
          <p:cNvSpPr>
            <a:spLocks noGrp="1"/>
          </p:cNvSpPr>
          <p:nvPr>
            <p:ph idx="14" hasCustomPrompt="1"/>
          </p:nvPr>
        </p:nvSpPr>
        <p:spPr>
          <a:xfrm>
            <a:off x="5861047" y="1520825"/>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3" name="Content Placeholder 2">
            <a:extLst>
              <a:ext uri="{FF2B5EF4-FFF2-40B4-BE49-F238E27FC236}">
                <a16:creationId xmlns:a16="http://schemas.microsoft.com/office/drawing/2014/main" id="{5BB463CD-D141-DA43-9AA7-BB2C37137D6F}"/>
              </a:ext>
            </a:extLst>
          </p:cNvPr>
          <p:cNvSpPr>
            <a:spLocks noGrp="1"/>
          </p:cNvSpPr>
          <p:nvPr>
            <p:ph idx="15" hasCustomPrompt="1"/>
          </p:nvPr>
        </p:nvSpPr>
        <p:spPr>
          <a:xfrm>
            <a:off x="5861047" y="3820037"/>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Footer Placeholder 4">
            <a:extLst>
              <a:ext uri="{FF2B5EF4-FFF2-40B4-BE49-F238E27FC236}">
                <a16:creationId xmlns:a16="http://schemas.microsoft.com/office/drawing/2014/main" id="{228C300B-9BCC-A643-9309-A9F50CE71C3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56BAEB64-982F-4648-A4EF-E7654225A990}"/>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168705680"/>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2 Columns text + graphics option D">
    <p:spTree>
      <p:nvGrpSpPr>
        <p:cNvPr id="1" name=""/>
        <p:cNvGrpSpPr/>
        <p:nvPr/>
      </p:nvGrpSpPr>
      <p:grpSpPr>
        <a:xfrm>
          <a:off x="0" y="0"/>
          <a:ext cx="0" cy="0"/>
          <a:chOff x="0" y="0"/>
          <a:chExt cx="0" cy="0"/>
        </a:xfrm>
      </p:grpSpPr>
      <p:sp>
        <p:nvSpPr>
          <p:cNvPr id="13" name="Text Placeholder 13">
            <a:extLst>
              <a:ext uri="{FF2B5EF4-FFF2-40B4-BE49-F238E27FC236}">
                <a16:creationId xmlns:a16="http://schemas.microsoft.com/office/drawing/2014/main" id="{A643BBE4-3238-6B4C-913B-ABC66831D911}"/>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5" name="Title Placeholder 1">
            <a:extLst>
              <a:ext uri="{FF2B5EF4-FFF2-40B4-BE49-F238E27FC236}">
                <a16:creationId xmlns:a16="http://schemas.microsoft.com/office/drawing/2014/main" id="{002357F8-BA3F-634A-9F7D-F5D3D45B504D}"/>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EAD79E30-A4D5-5C45-B5F3-949A9E8F9959}"/>
              </a:ext>
            </a:extLst>
          </p:cNvPr>
          <p:cNvSpPr>
            <a:spLocks noGrp="1"/>
          </p:cNvSpPr>
          <p:nvPr>
            <p:ph idx="14" hasCustomPrompt="1"/>
          </p:nvPr>
        </p:nvSpPr>
        <p:spPr>
          <a:xfrm>
            <a:off x="5861047" y="1520825"/>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3" name="Content Placeholder 2">
            <a:extLst>
              <a:ext uri="{FF2B5EF4-FFF2-40B4-BE49-F238E27FC236}">
                <a16:creationId xmlns:a16="http://schemas.microsoft.com/office/drawing/2014/main" id="{5BB463CD-D141-DA43-9AA7-BB2C37137D6F}"/>
              </a:ext>
            </a:extLst>
          </p:cNvPr>
          <p:cNvSpPr>
            <a:spLocks noGrp="1"/>
          </p:cNvSpPr>
          <p:nvPr>
            <p:ph idx="15" hasCustomPrompt="1"/>
          </p:nvPr>
        </p:nvSpPr>
        <p:spPr>
          <a:xfrm>
            <a:off x="5861047" y="3820037"/>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Footer Placeholder 4">
            <a:extLst>
              <a:ext uri="{FF2B5EF4-FFF2-40B4-BE49-F238E27FC236}">
                <a16:creationId xmlns:a16="http://schemas.microsoft.com/office/drawing/2014/main" id="{228C300B-9BCC-A643-9309-A9F50CE71C3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Content Placeholder 2">
            <a:extLst>
              <a:ext uri="{FF2B5EF4-FFF2-40B4-BE49-F238E27FC236}">
                <a16:creationId xmlns:a16="http://schemas.microsoft.com/office/drawing/2014/main" id="{B0C10119-CCC4-6343-BDC9-56B1D9ACE3D5}"/>
              </a:ext>
            </a:extLst>
          </p:cNvPr>
          <p:cNvSpPr>
            <a:spLocks noGrp="1"/>
          </p:cNvSpPr>
          <p:nvPr>
            <p:ph idx="16" hasCustomPrompt="1"/>
          </p:nvPr>
        </p:nvSpPr>
        <p:spPr>
          <a:xfrm>
            <a:off x="624418" y="1520825"/>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8" name="Content Placeholder 2">
            <a:extLst>
              <a:ext uri="{FF2B5EF4-FFF2-40B4-BE49-F238E27FC236}">
                <a16:creationId xmlns:a16="http://schemas.microsoft.com/office/drawing/2014/main" id="{D1A3CE4B-E315-3447-9723-6DE6AD721455}"/>
              </a:ext>
            </a:extLst>
          </p:cNvPr>
          <p:cNvSpPr>
            <a:spLocks noGrp="1"/>
          </p:cNvSpPr>
          <p:nvPr>
            <p:ph idx="17" hasCustomPrompt="1"/>
          </p:nvPr>
        </p:nvSpPr>
        <p:spPr>
          <a:xfrm>
            <a:off x="624418" y="3820037"/>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0" name="Footer Placeholder 4">
            <a:extLst>
              <a:ext uri="{FF2B5EF4-FFF2-40B4-BE49-F238E27FC236}">
                <a16:creationId xmlns:a16="http://schemas.microsoft.com/office/drawing/2014/main" id="{E7159545-EA84-0645-A86B-5676E7F0B3DE}"/>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981697800"/>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s text only">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B9B9D262-0345-C54F-BB1D-BE635FAD010F}"/>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2" name="Text Placeholder 13">
            <a:extLst>
              <a:ext uri="{FF2B5EF4-FFF2-40B4-BE49-F238E27FC236}">
                <a16:creationId xmlns:a16="http://schemas.microsoft.com/office/drawing/2014/main" id="{67664398-9D4F-E449-A9B3-82174A1B561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6" name="Title Placeholder 1">
            <a:extLst>
              <a:ext uri="{FF2B5EF4-FFF2-40B4-BE49-F238E27FC236}">
                <a16:creationId xmlns:a16="http://schemas.microsoft.com/office/drawing/2014/main" id="{01B51F05-A72A-844E-92BB-3A1955CE0F32}"/>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D55FC377-E138-7144-9960-3DAF94045090}"/>
              </a:ext>
            </a:extLst>
          </p:cNvPr>
          <p:cNvSpPr>
            <a:spLocks noGrp="1"/>
          </p:cNvSpPr>
          <p:nvPr>
            <p:ph idx="14" hasCustomPrompt="1"/>
          </p:nvPr>
        </p:nvSpPr>
        <p:spPr>
          <a:xfrm>
            <a:off x="4118504"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3" name="Content Placeholder 2">
            <a:extLst>
              <a:ext uri="{FF2B5EF4-FFF2-40B4-BE49-F238E27FC236}">
                <a16:creationId xmlns:a16="http://schemas.microsoft.com/office/drawing/2014/main" id="{340EC6ED-92A6-A547-891D-F851FE366BCC}"/>
              </a:ext>
            </a:extLst>
          </p:cNvPr>
          <p:cNvSpPr>
            <a:spLocks noGrp="1"/>
          </p:cNvSpPr>
          <p:nvPr>
            <p:ph idx="15" hasCustomPrompt="1"/>
          </p:nvPr>
        </p:nvSpPr>
        <p:spPr>
          <a:xfrm>
            <a:off x="7608357"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3" name="Footer Placeholder 4">
            <a:extLst>
              <a:ext uri="{FF2B5EF4-FFF2-40B4-BE49-F238E27FC236}">
                <a16:creationId xmlns:a16="http://schemas.microsoft.com/office/drawing/2014/main" id="{EE751A36-3F2B-E649-87EF-086EADE90BD9}"/>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F864834B-F8B3-E145-8ACE-9293900B2506}"/>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440961428"/>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Columns graphics only">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B9B9D262-0345-C54F-BB1D-BE635FAD010F}"/>
              </a:ext>
            </a:extLst>
          </p:cNvPr>
          <p:cNvSpPr>
            <a:spLocks noGrp="1"/>
          </p:cNvSpPr>
          <p:nvPr>
            <p:ph idx="1" hasCustomPrompt="1"/>
          </p:nvPr>
        </p:nvSpPr>
        <p:spPr>
          <a:xfrm>
            <a:off x="624416" y="1520825"/>
            <a:ext cx="3017310" cy="4392613"/>
          </a:xfrm>
          <a:solidFill>
            <a:schemeClr val="accent3"/>
          </a:solidFill>
        </p:spPr>
        <p:txBody>
          <a:bodyPr lIns="108000" tIns="108000" bIns="0"/>
          <a:lstStyle>
            <a:lvl1pPr marL="0" indent="0" algn="l">
              <a:lnSpc>
                <a:spcPts val="1138"/>
              </a:lnSpc>
              <a:spcBef>
                <a:spcPts val="0"/>
              </a:spcBef>
              <a:buFont typeface="Arial" panose="020B0604020202020204" pitchFamily="34" charset="0"/>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2" name="Text Placeholder 13">
            <a:extLst>
              <a:ext uri="{FF2B5EF4-FFF2-40B4-BE49-F238E27FC236}">
                <a16:creationId xmlns:a16="http://schemas.microsoft.com/office/drawing/2014/main" id="{67664398-9D4F-E449-A9B3-82174A1B561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6" name="Title Placeholder 1">
            <a:extLst>
              <a:ext uri="{FF2B5EF4-FFF2-40B4-BE49-F238E27FC236}">
                <a16:creationId xmlns:a16="http://schemas.microsoft.com/office/drawing/2014/main" id="{01B51F05-A72A-844E-92BB-3A1955CE0F32}"/>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D55FC377-E138-7144-9960-3DAF94045090}"/>
              </a:ext>
            </a:extLst>
          </p:cNvPr>
          <p:cNvSpPr>
            <a:spLocks noGrp="1"/>
          </p:cNvSpPr>
          <p:nvPr>
            <p:ph idx="14" hasCustomPrompt="1"/>
          </p:nvPr>
        </p:nvSpPr>
        <p:spPr>
          <a:xfrm>
            <a:off x="4118504"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23" name="Content Placeholder 2">
            <a:extLst>
              <a:ext uri="{FF2B5EF4-FFF2-40B4-BE49-F238E27FC236}">
                <a16:creationId xmlns:a16="http://schemas.microsoft.com/office/drawing/2014/main" id="{340EC6ED-92A6-A547-891D-F851FE366BCC}"/>
              </a:ext>
            </a:extLst>
          </p:cNvPr>
          <p:cNvSpPr>
            <a:spLocks noGrp="1"/>
          </p:cNvSpPr>
          <p:nvPr>
            <p:ph idx="15" hasCustomPrompt="1"/>
          </p:nvPr>
        </p:nvSpPr>
        <p:spPr>
          <a:xfrm>
            <a:off x="7608357"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3" name="Footer Placeholder 4">
            <a:extLst>
              <a:ext uri="{FF2B5EF4-FFF2-40B4-BE49-F238E27FC236}">
                <a16:creationId xmlns:a16="http://schemas.microsoft.com/office/drawing/2014/main" id="{5104D9D9-5407-6D46-9C8D-92376A49602B}"/>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63E1E888-6D9B-BC43-9BA3-15B11D5BA063}"/>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752336348"/>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Columns text + graphics option A">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FAFCA2F8-8D50-6549-84FB-0CC333A3EF9D}"/>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7" name="Text Placeholder 13">
            <a:extLst>
              <a:ext uri="{FF2B5EF4-FFF2-40B4-BE49-F238E27FC236}">
                <a16:creationId xmlns:a16="http://schemas.microsoft.com/office/drawing/2014/main" id="{86162FEE-DCCC-EF4C-AE98-ED5B841C45B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8" name="Title Placeholder 1">
            <a:extLst>
              <a:ext uri="{FF2B5EF4-FFF2-40B4-BE49-F238E27FC236}">
                <a16:creationId xmlns:a16="http://schemas.microsoft.com/office/drawing/2014/main" id="{7F9BCC3E-07ED-314B-B316-7DBE9B937429}"/>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4" name="Content Placeholder 2">
            <a:extLst>
              <a:ext uri="{FF2B5EF4-FFF2-40B4-BE49-F238E27FC236}">
                <a16:creationId xmlns:a16="http://schemas.microsoft.com/office/drawing/2014/main" id="{F5FB026D-3945-054C-8DE7-88368E99507A}"/>
              </a:ext>
            </a:extLst>
          </p:cNvPr>
          <p:cNvSpPr>
            <a:spLocks noGrp="1"/>
          </p:cNvSpPr>
          <p:nvPr>
            <p:ph idx="16" hasCustomPrompt="1"/>
          </p:nvPr>
        </p:nvSpPr>
        <p:spPr>
          <a:xfrm>
            <a:off x="4118504"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5" name="Content Placeholder 2">
            <a:extLst>
              <a:ext uri="{FF2B5EF4-FFF2-40B4-BE49-F238E27FC236}">
                <a16:creationId xmlns:a16="http://schemas.microsoft.com/office/drawing/2014/main" id="{2AC387DF-2AF8-224A-AED1-8D3D04BC31DD}"/>
              </a:ext>
            </a:extLst>
          </p:cNvPr>
          <p:cNvSpPr>
            <a:spLocks noGrp="1"/>
          </p:cNvSpPr>
          <p:nvPr>
            <p:ph idx="15" hasCustomPrompt="1"/>
          </p:nvPr>
        </p:nvSpPr>
        <p:spPr>
          <a:xfrm>
            <a:off x="7608357"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1" name="Footer Placeholder 4">
            <a:extLst>
              <a:ext uri="{FF2B5EF4-FFF2-40B4-BE49-F238E27FC236}">
                <a16:creationId xmlns:a16="http://schemas.microsoft.com/office/drawing/2014/main" id="{A30C0E56-4D0F-E048-A941-575CCFFFBE6A}"/>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5" name="Footer Placeholder 4">
            <a:extLst>
              <a:ext uri="{FF2B5EF4-FFF2-40B4-BE49-F238E27FC236}">
                <a16:creationId xmlns:a16="http://schemas.microsoft.com/office/drawing/2014/main" id="{B1F29CA9-211B-F44A-A8D2-C4516C61D5AE}"/>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488320891"/>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umns text + graphics option B">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FAFCA2F8-8D50-6549-84FB-0CC333A3EF9D}"/>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7" name="Text Placeholder 13">
            <a:extLst>
              <a:ext uri="{FF2B5EF4-FFF2-40B4-BE49-F238E27FC236}">
                <a16:creationId xmlns:a16="http://schemas.microsoft.com/office/drawing/2014/main" id="{86162FEE-DCCC-EF4C-AE98-ED5B841C45B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8" name="Title Placeholder 1">
            <a:extLst>
              <a:ext uri="{FF2B5EF4-FFF2-40B4-BE49-F238E27FC236}">
                <a16:creationId xmlns:a16="http://schemas.microsoft.com/office/drawing/2014/main" id="{7F9BCC3E-07ED-314B-B316-7DBE9B937429}"/>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5" name="Content Placeholder 2">
            <a:extLst>
              <a:ext uri="{FF2B5EF4-FFF2-40B4-BE49-F238E27FC236}">
                <a16:creationId xmlns:a16="http://schemas.microsoft.com/office/drawing/2014/main" id="{2AC387DF-2AF8-224A-AED1-8D3D04BC31DD}"/>
              </a:ext>
            </a:extLst>
          </p:cNvPr>
          <p:cNvSpPr>
            <a:spLocks noGrp="1"/>
          </p:cNvSpPr>
          <p:nvPr>
            <p:ph idx="15" hasCustomPrompt="1"/>
          </p:nvPr>
        </p:nvSpPr>
        <p:spPr>
          <a:xfrm>
            <a:off x="7608357"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3" name="Content Placeholder 2">
            <a:extLst>
              <a:ext uri="{FF2B5EF4-FFF2-40B4-BE49-F238E27FC236}">
                <a16:creationId xmlns:a16="http://schemas.microsoft.com/office/drawing/2014/main" id="{411CAE15-C5EB-3D4B-A338-A8DFD867076D}"/>
              </a:ext>
            </a:extLst>
          </p:cNvPr>
          <p:cNvSpPr>
            <a:spLocks noGrp="1"/>
          </p:cNvSpPr>
          <p:nvPr>
            <p:ph idx="16" hasCustomPrompt="1"/>
          </p:nvPr>
        </p:nvSpPr>
        <p:spPr>
          <a:xfrm>
            <a:off x="4118504"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1" name="Footer Placeholder 4">
            <a:extLst>
              <a:ext uri="{FF2B5EF4-FFF2-40B4-BE49-F238E27FC236}">
                <a16:creationId xmlns:a16="http://schemas.microsoft.com/office/drawing/2014/main" id="{74469F5C-298B-454F-B926-D3E03E23951A}"/>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9" name="Footer Placeholder 4">
            <a:extLst>
              <a:ext uri="{FF2B5EF4-FFF2-40B4-BE49-F238E27FC236}">
                <a16:creationId xmlns:a16="http://schemas.microsoft.com/office/drawing/2014/main" id="{9360CFE9-4D3B-994D-AC24-C63B0EFFDE45}"/>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78241103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 Columns text + graphics option C">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FAFCA2F8-8D50-6549-84FB-0CC333A3EF9D}"/>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7" name="Text Placeholder 13">
            <a:extLst>
              <a:ext uri="{FF2B5EF4-FFF2-40B4-BE49-F238E27FC236}">
                <a16:creationId xmlns:a16="http://schemas.microsoft.com/office/drawing/2014/main" id="{86162FEE-DCCC-EF4C-AE98-ED5B841C45B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8" name="Title Placeholder 1">
            <a:extLst>
              <a:ext uri="{FF2B5EF4-FFF2-40B4-BE49-F238E27FC236}">
                <a16:creationId xmlns:a16="http://schemas.microsoft.com/office/drawing/2014/main" id="{7F9BCC3E-07ED-314B-B316-7DBE9B937429}"/>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4" name="Content Placeholder 2">
            <a:extLst>
              <a:ext uri="{FF2B5EF4-FFF2-40B4-BE49-F238E27FC236}">
                <a16:creationId xmlns:a16="http://schemas.microsoft.com/office/drawing/2014/main" id="{F5FB026D-3945-054C-8DE7-88368E99507A}"/>
              </a:ext>
            </a:extLst>
          </p:cNvPr>
          <p:cNvSpPr>
            <a:spLocks noGrp="1"/>
          </p:cNvSpPr>
          <p:nvPr>
            <p:ph idx="16" hasCustomPrompt="1"/>
          </p:nvPr>
        </p:nvSpPr>
        <p:spPr>
          <a:xfrm>
            <a:off x="4118504"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1" name="Content Placeholder 2">
            <a:extLst>
              <a:ext uri="{FF2B5EF4-FFF2-40B4-BE49-F238E27FC236}">
                <a16:creationId xmlns:a16="http://schemas.microsoft.com/office/drawing/2014/main" id="{F7677667-C063-7945-82A1-A60F6E68E8ED}"/>
              </a:ext>
            </a:extLst>
          </p:cNvPr>
          <p:cNvSpPr>
            <a:spLocks noGrp="1"/>
          </p:cNvSpPr>
          <p:nvPr>
            <p:ph idx="14" hasCustomPrompt="1"/>
          </p:nvPr>
        </p:nvSpPr>
        <p:spPr>
          <a:xfrm>
            <a:off x="7610475" y="1520825"/>
            <a:ext cx="3016972"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2" name="Content Placeholder 2">
            <a:extLst>
              <a:ext uri="{FF2B5EF4-FFF2-40B4-BE49-F238E27FC236}">
                <a16:creationId xmlns:a16="http://schemas.microsoft.com/office/drawing/2014/main" id="{709A5C2C-579D-8745-BE3E-EFB3950341ED}"/>
              </a:ext>
            </a:extLst>
          </p:cNvPr>
          <p:cNvSpPr>
            <a:spLocks noGrp="1"/>
          </p:cNvSpPr>
          <p:nvPr>
            <p:ph idx="15" hasCustomPrompt="1"/>
          </p:nvPr>
        </p:nvSpPr>
        <p:spPr>
          <a:xfrm>
            <a:off x="7610475" y="3820037"/>
            <a:ext cx="3016972"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3" name="Footer Placeholder 4">
            <a:extLst>
              <a:ext uri="{FF2B5EF4-FFF2-40B4-BE49-F238E27FC236}">
                <a16:creationId xmlns:a16="http://schemas.microsoft.com/office/drawing/2014/main" id="{DC658DAF-63FD-5A4E-97DF-015AFD8232BF}"/>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20" name="Footer Placeholder 4">
            <a:extLst>
              <a:ext uri="{FF2B5EF4-FFF2-40B4-BE49-F238E27FC236}">
                <a16:creationId xmlns:a16="http://schemas.microsoft.com/office/drawing/2014/main" id="{18A29FC0-FCF2-9046-9D44-65ECF47F9D74}"/>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46299882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3 Columns text + graphics option D">
    <p:spTree>
      <p:nvGrpSpPr>
        <p:cNvPr id="1" name=""/>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09A948EA-A30E-E049-8C2A-1DE139C05966}"/>
              </a:ext>
            </a:extLst>
          </p:cNvPr>
          <p:cNvSpPr>
            <a:spLocks noGrp="1"/>
          </p:cNvSpPr>
          <p:nvPr>
            <p:ph idx="14" hasCustomPrompt="1"/>
          </p:nvPr>
        </p:nvSpPr>
        <p:spPr>
          <a:xfrm>
            <a:off x="624414" y="3301219"/>
            <a:ext cx="3017312" cy="2611696"/>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9" name="Content Placeholder 2">
            <a:extLst>
              <a:ext uri="{FF2B5EF4-FFF2-40B4-BE49-F238E27FC236}">
                <a16:creationId xmlns:a16="http://schemas.microsoft.com/office/drawing/2014/main" id="{739AE807-1EC5-7F46-B94D-FE942074E1A7}"/>
              </a:ext>
            </a:extLst>
          </p:cNvPr>
          <p:cNvSpPr>
            <a:spLocks noGrp="1"/>
          </p:cNvSpPr>
          <p:nvPr>
            <p:ph idx="1" hasCustomPrompt="1"/>
          </p:nvPr>
        </p:nvSpPr>
        <p:spPr>
          <a:xfrm>
            <a:off x="624416" y="1520827"/>
            <a:ext cx="3016519"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0" name="Text Placeholder 13">
            <a:extLst>
              <a:ext uri="{FF2B5EF4-FFF2-40B4-BE49-F238E27FC236}">
                <a16:creationId xmlns:a16="http://schemas.microsoft.com/office/drawing/2014/main" id="{1D4E2DC7-1584-7D41-AAFA-5AC6B5AEF99F}"/>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21" name="Title Placeholder 1">
            <a:extLst>
              <a:ext uri="{FF2B5EF4-FFF2-40B4-BE49-F238E27FC236}">
                <a16:creationId xmlns:a16="http://schemas.microsoft.com/office/drawing/2014/main" id="{2EFC3306-CB67-C549-B511-A431225DA22B}"/>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7" name="Content Placeholder 2">
            <a:extLst>
              <a:ext uri="{FF2B5EF4-FFF2-40B4-BE49-F238E27FC236}">
                <a16:creationId xmlns:a16="http://schemas.microsoft.com/office/drawing/2014/main" id="{155C0644-875C-3E4B-B85B-530CEDBA2D09}"/>
              </a:ext>
            </a:extLst>
          </p:cNvPr>
          <p:cNvSpPr>
            <a:spLocks noGrp="1"/>
          </p:cNvSpPr>
          <p:nvPr>
            <p:ph idx="15" hasCustomPrompt="1"/>
          </p:nvPr>
        </p:nvSpPr>
        <p:spPr>
          <a:xfrm>
            <a:off x="4116914" y="3301219"/>
            <a:ext cx="3017312" cy="2611696"/>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28" name="Content Placeholder 2">
            <a:extLst>
              <a:ext uri="{FF2B5EF4-FFF2-40B4-BE49-F238E27FC236}">
                <a16:creationId xmlns:a16="http://schemas.microsoft.com/office/drawing/2014/main" id="{439089F5-8A71-0A44-87E4-8BE7BC12CD88}"/>
              </a:ext>
            </a:extLst>
          </p:cNvPr>
          <p:cNvSpPr>
            <a:spLocks noGrp="1"/>
          </p:cNvSpPr>
          <p:nvPr>
            <p:ph idx="16" hasCustomPrompt="1"/>
          </p:nvPr>
        </p:nvSpPr>
        <p:spPr>
          <a:xfrm>
            <a:off x="4116917" y="1520827"/>
            <a:ext cx="3016519"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9" name="Content Placeholder 2">
            <a:extLst>
              <a:ext uri="{FF2B5EF4-FFF2-40B4-BE49-F238E27FC236}">
                <a16:creationId xmlns:a16="http://schemas.microsoft.com/office/drawing/2014/main" id="{0A1EDD8F-D82B-1845-A945-01CE8C2BE1C2}"/>
              </a:ext>
            </a:extLst>
          </p:cNvPr>
          <p:cNvSpPr>
            <a:spLocks noGrp="1"/>
          </p:cNvSpPr>
          <p:nvPr>
            <p:ph idx="17" hasCustomPrompt="1"/>
          </p:nvPr>
        </p:nvSpPr>
        <p:spPr>
          <a:xfrm>
            <a:off x="7608354" y="3301219"/>
            <a:ext cx="3017312" cy="2611696"/>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30" name="Content Placeholder 2">
            <a:extLst>
              <a:ext uri="{FF2B5EF4-FFF2-40B4-BE49-F238E27FC236}">
                <a16:creationId xmlns:a16="http://schemas.microsoft.com/office/drawing/2014/main" id="{5D934342-4A9E-3941-ADB3-8692C36F7E4F}"/>
              </a:ext>
            </a:extLst>
          </p:cNvPr>
          <p:cNvSpPr>
            <a:spLocks noGrp="1"/>
          </p:cNvSpPr>
          <p:nvPr>
            <p:ph idx="18" hasCustomPrompt="1"/>
          </p:nvPr>
        </p:nvSpPr>
        <p:spPr>
          <a:xfrm>
            <a:off x="7608357" y="1520827"/>
            <a:ext cx="3016519"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4" name="Footer Placeholder 4">
            <a:extLst>
              <a:ext uri="{FF2B5EF4-FFF2-40B4-BE49-F238E27FC236}">
                <a16:creationId xmlns:a16="http://schemas.microsoft.com/office/drawing/2014/main" id="{4272F08E-4D2C-D646-B6AE-E9CC7216403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22" name="Footer Placeholder 4">
            <a:extLst>
              <a:ext uri="{FF2B5EF4-FFF2-40B4-BE49-F238E27FC236}">
                <a16:creationId xmlns:a16="http://schemas.microsoft.com/office/drawing/2014/main" id="{D3810460-990D-F549-A1B4-CCDCD6D87FD5}"/>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78920447"/>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umns text + graphics option E">
    <p:spTree>
      <p:nvGrpSpPr>
        <p:cNvPr id="1" name=""/>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09A948EA-A30E-E049-8C2A-1DE139C05966}"/>
              </a:ext>
            </a:extLst>
          </p:cNvPr>
          <p:cNvSpPr>
            <a:spLocks noGrp="1"/>
          </p:cNvSpPr>
          <p:nvPr>
            <p:ph idx="14" hasCustomPrompt="1"/>
          </p:nvPr>
        </p:nvSpPr>
        <p:spPr>
          <a:xfrm>
            <a:off x="624414" y="3870283"/>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20" name="Text Placeholder 13">
            <a:extLst>
              <a:ext uri="{FF2B5EF4-FFF2-40B4-BE49-F238E27FC236}">
                <a16:creationId xmlns:a16="http://schemas.microsoft.com/office/drawing/2014/main" id="{1D4E2DC7-1584-7D41-AAFA-5AC6B5AEF99F}"/>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21" name="Title Placeholder 1">
            <a:extLst>
              <a:ext uri="{FF2B5EF4-FFF2-40B4-BE49-F238E27FC236}">
                <a16:creationId xmlns:a16="http://schemas.microsoft.com/office/drawing/2014/main" id="{2EFC3306-CB67-C549-B511-A431225DA22B}"/>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7" name="Content Placeholder 2">
            <a:extLst>
              <a:ext uri="{FF2B5EF4-FFF2-40B4-BE49-F238E27FC236}">
                <a16:creationId xmlns:a16="http://schemas.microsoft.com/office/drawing/2014/main" id="{155C0644-875C-3E4B-B85B-530CEDBA2D09}"/>
              </a:ext>
            </a:extLst>
          </p:cNvPr>
          <p:cNvSpPr>
            <a:spLocks noGrp="1"/>
          </p:cNvSpPr>
          <p:nvPr>
            <p:ph idx="15" hasCustomPrompt="1"/>
          </p:nvPr>
        </p:nvSpPr>
        <p:spPr>
          <a:xfrm>
            <a:off x="4116914" y="3870283"/>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29" name="Content Placeholder 2">
            <a:extLst>
              <a:ext uri="{FF2B5EF4-FFF2-40B4-BE49-F238E27FC236}">
                <a16:creationId xmlns:a16="http://schemas.microsoft.com/office/drawing/2014/main" id="{0A1EDD8F-D82B-1845-A945-01CE8C2BE1C2}"/>
              </a:ext>
            </a:extLst>
          </p:cNvPr>
          <p:cNvSpPr>
            <a:spLocks noGrp="1"/>
          </p:cNvSpPr>
          <p:nvPr>
            <p:ph idx="17" hasCustomPrompt="1"/>
          </p:nvPr>
        </p:nvSpPr>
        <p:spPr>
          <a:xfrm>
            <a:off x="7608354" y="3870283"/>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4" name="Footer Placeholder 4">
            <a:extLst>
              <a:ext uri="{FF2B5EF4-FFF2-40B4-BE49-F238E27FC236}">
                <a16:creationId xmlns:a16="http://schemas.microsoft.com/office/drawing/2014/main" id="{4272F08E-4D2C-D646-B6AE-E9CC7216403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35" name="Content Placeholder 2">
            <a:extLst>
              <a:ext uri="{FF2B5EF4-FFF2-40B4-BE49-F238E27FC236}">
                <a16:creationId xmlns:a16="http://schemas.microsoft.com/office/drawing/2014/main" id="{213C8055-678A-C047-9519-A46B3AA2F6B1}"/>
              </a:ext>
            </a:extLst>
          </p:cNvPr>
          <p:cNvSpPr>
            <a:spLocks noGrp="1"/>
          </p:cNvSpPr>
          <p:nvPr>
            <p:ph idx="18" hasCustomPrompt="1"/>
          </p:nvPr>
        </p:nvSpPr>
        <p:spPr>
          <a:xfrm>
            <a:off x="624414" y="1534927"/>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36" name="Content Placeholder 2">
            <a:extLst>
              <a:ext uri="{FF2B5EF4-FFF2-40B4-BE49-F238E27FC236}">
                <a16:creationId xmlns:a16="http://schemas.microsoft.com/office/drawing/2014/main" id="{F4253D89-4589-8A42-B26C-6D93A6BDB4CA}"/>
              </a:ext>
            </a:extLst>
          </p:cNvPr>
          <p:cNvSpPr>
            <a:spLocks noGrp="1"/>
          </p:cNvSpPr>
          <p:nvPr>
            <p:ph idx="19" hasCustomPrompt="1"/>
          </p:nvPr>
        </p:nvSpPr>
        <p:spPr>
          <a:xfrm>
            <a:off x="4116914" y="1534927"/>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37" name="Content Placeholder 2">
            <a:extLst>
              <a:ext uri="{FF2B5EF4-FFF2-40B4-BE49-F238E27FC236}">
                <a16:creationId xmlns:a16="http://schemas.microsoft.com/office/drawing/2014/main" id="{2CA35734-DF46-B64B-B153-3C74E7466381}"/>
              </a:ext>
            </a:extLst>
          </p:cNvPr>
          <p:cNvSpPr>
            <a:spLocks noGrp="1"/>
          </p:cNvSpPr>
          <p:nvPr>
            <p:ph idx="20" hasCustomPrompt="1"/>
          </p:nvPr>
        </p:nvSpPr>
        <p:spPr>
          <a:xfrm>
            <a:off x="7608354" y="1534927"/>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5" name="Footer Placeholder 4">
            <a:extLst>
              <a:ext uri="{FF2B5EF4-FFF2-40B4-BE49-F238E27FC236}">
                <a16:creationId xmlns:a16="http://schemas.microsoft.com/office/drawing/2014/main" id="{30A9E66C-ED3C-F542-95D6-9896AAD01F6A}"/>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987992247"/>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3 Column text + half page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F2664F2-35D9-B741-9708-420CFC42C3FA}"/>
              </a:ext>
            </a:extLst>
          </p:cNvPr>
          <p:cNvPicPr>
            <a:picLocks noChangeAspect="1"/>
          </p:cNvPicPr>
          <p:nvPr/>
        </p:nvPicPr>
        <p:blipFill rotWithShape="1">
          <a:blip r:embed="rId2"/>
          <a:srcRect l="76736" t="76736"/>
          <a:stretch/>
        </p:blipFill>
        <p:spPr>
          <a:xfrm>
            <a:off x="9355668" y="5262565"/>
            <a:ext cx="2836334" cy="1595437"/>
          </a:xfrm>
          <a:prstGeom prst="rect">
            <a:avLst/>
          </a:prstGeom>
        </p:spPr>
      </p:pic>
      <p:sp>
        <p:nvSpPr>
          <p:cNvPr id="11" name="Picture Placeholder 6">
            <a:extLst>
              <a:ext uri="{FF2B5EF4-FFF2-40B4-BE49-F238E27FC236}">
                <a16:creationId xmlns:a16="http://schemas.microsoft.com/office/drawing/2014/main" id="{0B470D89-9EFE-7C47-B569-5F0E46D83FA4}"/>
              </a:ext>
            </a:extLst>
          </p:cNvPr>
          <p:cNvSpPr>
            <a:spLocks noGrp="1"/>
          </p:cNvSpPr>
          <p:nvPr>
            <p:ph type="pic" sz="quarter" idx="14" hasCustomPrompt="1"/>
          </p:nvPr>
        </p:nvSpPr>
        <p:spPr>
          <a:xfrm>
            <a:off x="5863169" y="1"/>
            <a:ext cx="6328833" cy="6858000"/>
          </a:xfrm>
          <a:solidFill>
            <a:srgbClr val="CDE3FB"/>
          </a:solidFill>
        </p:spPr>
        <p:txBody>
          <a:bodyPr lIns="180000" tIns="180000" anchor="t" anchorCtr="0"/>
          <a:lstStyle>
            <a:lvl1pPr marL="0" indent="0">
              <a:buNone/>
              <a:defRPr/>
            </a:lvl1pPr>
          </a:lstStyle>
          <a:p>
            <a:r>
              <a:rPr lang="en-US"/>
              <a:t>Half page picture area (click on image icon)</a:t>
            </a:r>
            <a:endParaRPr lang="en-GB"/>
          </a:p>
        </p:txBody>
      </p:sp>
      <p:sp>
        <p:nvSpPr>
          <p:cNvPr id="10" name="Content Placeholder 2">
            <a:extLst>
              <a:ext uri="{FF2B5EF4-FFF2-40B4-BE49-F238E27FC236}">
                <a16:creationId xmlns:a16="http://schemas.microsoft.com/office/drawing/2014/main" id="{B116DD27-C198-B34C-84E2-EA7532967F8E}"/>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2" name="Text Placeholder 13">
            <a:extLst>
              <a:ext uri="{FF2B5EF4-FFF2-40B4-BE49-F238E27FC236}">
                <a16:creationId xmlns:a16="http://schemas.microsoft.com/office/drawing/2014/main" id="{B6C5C33C-5A67-8A45-8CE4-7FAC999AD322}"/>
              </a:ext>
            </a:extLst>
          </p:cNvPr>
          <p:cNvSpPr>
            <a:spLocks noGrp="1"/>
          </p:cNvSpPr>
          <p:nvPr>
            <p:ph type="body" sz="quarter" idx="13" hasCustomPrompt="1"/>
          </p:nvPr>
        </p:nvSpPr>
        <p:spPr>
          <a:xfrm>
            <a:off x="624418" y="764314"/>
            <a:ext cx="4766900"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EE9CB87E-183E-5B4B-9AC5-45E11AF70038}"/>
              </a:ext>
            </a:extLst>
          </p:cNvPr>
          <p:cNvSpPr>
            <a:spLocks noGrp="1"/>
          </p:cNvSpPr>
          <p:nvPr>
            <p:ph type="title" hasCustomPrompt="1"/>
          </p:nvPr>
        </p:nvSpPr>
        <p:spPr>
          <a:xfrm>
            <a:off x="624420" y="408469"/>
            <a:ext cx="4766900" cy="360000"/>
          </a:xfrm>
          <a:prstGeom prst="rect">
            <a:avLst/>
          </a:prstGeom>
        </p:spPr>
        <p:txBody>
          <a:bodyPr vert="horz" lIns="0" tIns="0" rIns="0" bIns="0" rtlCol="0" anchor="t">
            <a:noAutofit/>
          </a:bodyPr>
          <a:lstStyle>
            <a:lvl1pPr>
              <a:defRPr b="1"/>
            </a:lvl1pPr>
          </a:lstStyle>
          <a:p>
            <a:r>
              <a:rPr lang="en-US"/>
              <a:t>Headline</a:t>
            </a:r>
          </a:p>
        </p:txBody>
      </p:sp>
      <p:sp>
        <p:nvSpPr>
          <p:cNvPr id="16" name="Footer Placeholder 4">
            <a:extLst>
              <a:ext uri="{FF2B5EF4-FFF2-40B4-BE49-F238E27FC236}">
                <a16:creationId xmlns:a16="http://schemas.microsoft.com/office/drawing/2014/main" id="{BB30F6EA-F11C-684F-9995-F66AEAF73937}"/>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7" name="Footer Placeholder 4">
            <a:extLst>
              <a:ext uri="{FF2B5EF4-FFF2-40B4-BE49-F238E27FC236}">
                <a16:creationId xmlns:a16="http://schemas.microsoft.com/office/drawing/2014/main" id="{870934E6-1979-4C41-8E4A-F4F7DD308E76}"/>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pic>
        <p:nvPicPr>
          <p:cNvPr id="2" name="Picture 1" descr="A blue and white logo&#10;&#10;Description automatically generated">
            <a:extLst>
              <a:ext uri="{FF2B5EF4-FFF2-40B4-BE49-F238E27FC236}">
                <a16:creationId xmlns:a16="http://schemas.microsoft.com/office/drawing/2014/main" id="{46059C74-DA09-E8FF-24DE-74C259C5DC2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3" name="Picture 2">
            <a:extLst>
              <a:ext uri="{FF2B5EF4-FFF2-40B4-BE49-F238E27FC236}">
                <a16:creationId xmlns:a16="http://schemas.microsoft.com/office/drawing/2014/main" id="{B4A837BD-85AC-D788-602E-4051E4C5B9BD}"/>
              </a:ext>
            </a:extLst>
          </p:cNvPr>
          <p:cNvPicPr>
            <a:picLocks noChangeAspect="1"/>
          </p:cNvPicPr>
          <p:nvPr userDrawn="1"/>
        </p:nvPicPr>
        <p:blipFill rotWithShape="1">
          <a:blip r:embed="rId4"/>
          <a:srcRect l="76748" t="76748"/>
          <a:stretch/>
        </p:blipFill>
        <p:spPr>
          <a:xfrm>
            <a:off x="9357113" y="5263376"/>
            <a:ext cx="2834887" cy="1594624"/>
          </a:xfrm>
          <a:prstGeom prst="rect">
            <a:avLst/>
          </a:prstGeom>
        </p:spPr>
      </p:pic>
    </p:spTree>
    <p:extLst>
      <p:ext uri="{BB962C8B-B14F-4D97-AF65-F5344CB8AC3E}">
        <p14:creationId xmlns:p14="http://schemas.microsoft.com/office/powerpoint/2010/main" val="3483730892"/>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3 Column text + graphics option A">
    <p:spTree>
      <p:nvGrpSpPr>
        <p:cNvPr id="1" name=""/>
        <p:cNvGrpSpPr/>
        <p:nvPr/>
      </p:nvGrpSpPr>
      <p:grpSpPr>
        <a:xfrm>
          <a:off x="0" y="0"/>
          <a:ext cx="0" cy="0"/>
          <a:chOff x="0" y="0"/>
          <a:chExt cx="0" cy="0"/>
        </a:xfrm>
      </p:grpSpPr>
      <p:sp>
        <p:nvSpPr>
          <p:cNvPr id="11" name="Text Placeholder 13">
            <a:extLst>
              <a:ext uri="{FF2B5EF4-FFF2-40B4-BE49-F238E27FC236}">
                <a16:creationId xmlns:a16="http://schemas.microsoft.com/office/drawing/2014/main" id="{F04932EF-9D6D-C44B-B6BB-7024E3FE5B5C}"/>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2" name="Title Placeholder 1">
            <a:extLst>
              <a:ext uri="{FF2B5EF4-FFF2-40B4-BE49-F238E27FC236}">
                <a16:creationId xmlns:a16="http://schemas.microsoft.com/office/drawing/2014/main" id="{7D1E016F-CA61-FB46-ABA4-D552E45BF63E}"/>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0" name="Content Placeholder 2">
            <a:extLst>
              <a:ext uri="{FF2B5EF4-FFF2-40B4-BE49-F238E27FC236}">
                <a16:creationId xmlns:a16="http://schemas.microsoft.com/office/drawing/2014/main" id="{81A47C6A-A518-A449-B879-E00548A31C0B}"/>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A4BDCCE6-EDAE-944F-843F-53C2B7C17047}"/>
              </a:ext>
            </a:extLst>
          </p:cNvPr>
          <p:cNvSpPr>
            <a:spLocks noGrp="1"/>
          </p:cNvSpPr>
          <p:nvPr>
            <p:ph idx="14" hasCustomPrompt="1"/>
          </p:nvPr>
        </p:nvSpPr>
        <p:spPr>
          <a:xfrm>
            <a:off x="5860519" y="1520825"/>
            <a:ext cx="4765147"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10" name="Footer Placeholder 4">
            <a:extLst>
              <a:ext uri="{FF2B5EF4-FFF2-40B4-BE49-F238E27FC236}">
                <a16:creationId xmlns:a16="http://schemas.microsoft.com/office/drawing/2014/main" id="{D460F1B4-EAEF-C948-A0CF-5E9783A1034B}"/>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3" name="Footer Placeholder 4">
            <a:extLst>
              <a:ext uri="{FF2B5EF4-FFF2-40B4-BE49-F238E27FC236}">
                <a16:creationId xmlns:a16="http://schemas.microsoft.com/office/drawing/2014/main" id="{16A42266-C1C2-2449-BABA-DF490DA9119C}"/>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441849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3 Column text + graphics option B">
    <p:spTree>
      <p:nvGrpSpPr>
        <p:cNvPr id="1" name=""/>
        <p:cNvGrpSpPr/>
        <p:nvPr/>
      </p:nvGrpSpPr>
      <p:grpSpPr>
        <a:xfrm>
          <a:off x="0" y="0"/>
          <a:ext cx="0" cy="0"/>
          <a:chOff x="0" y="0"/>
          <a:chExt cx="0" cy="0"/>
        </a:xfrm>
      </p:grpSpPr>
      <p:sp>
        <p:nvSpPr>
          <p:cNvPr id="12" name="Text Placeholder 13">
            <a:extLst>
              <a:ext uri="{FF2B5EF4-FFF2-40B4-BE49-F238E27FC236}">
                <a16:creationId xmlns:a16="http://schemas.microsoft.com/office/drawing/2014/main" id="{D02A3C8C-B682-A541-BB5B-6F47628E6E9F}"/>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12112C66-65E3-994F-91E3-00693003587C}"/>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9" name="Content Placeholder 2">
            <a:extLst>
              <a:ext uri="{FF2B5EF4-FFF2-40B4-BE49-F238E27FC236}">
                <a16:creationId xmlns:a16="http://schemas.microsoft.com/office/drawing/2014/main" id="{ACDBAD1D-063D-E144-827F-987F7180F06A}"/>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25F8C3CB-2A23-5E42-AE10-B8C68A3495DE}"/>
              </a:ext>
            </a:extLst>
          </p:cNvPr>
          <p:cNvSpPr>
            <a:spLocks noGrp="1"/>
          </p:cNvSpPr>
          <p:nvPr>
            <p:ph idx="14" hasCustomPrompt="1"/>
          </p:nvPr>
        </p:nvSpPr>
        <p:spPr>
          <a:xfrm>
            <a:off x="5861047" y="1520825"/>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2" name="Content Placeholder 2">
            <a:extLst>
              <a:ext uri="{FF2B5EF4-FFF2-40B4-BE49-F238E27FC236}">
                <a16:creationId xmlns:a16="http://schemas.microsoft.com/office/drawing/2014/main" id="{02DC6EF5-FCAB-2746-B475-394EA3103E07}"/>
              </a:ext>
            </a:extLst>
          </p:cNvPr>
          <p:cNvSpPr>
            <a:spLocks noGrp="1"/>
          </p:cNvSpPr>
          <p:nvPr>
            <p:ph idx="15" hasCustomPrompt="1"/>
          </p:nvPr>
        </p:nvSpPr>
        <p:spPr>
          <a:xfrm>
            <a:off x="5861047" y="3820037"/>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Footer Placeholder 4">
            <a:extLst>
              <a:ext uri="{FF2B5EF4-FFF2-40B4-BE49-F238E27FC236}">
                <a16:creationId xmlns:a16="http://schemas.microsoft.com/office/drawing/2014/main" id="{DE1F0341-1639-274B-9FB3-75C89BF31EF5}"/>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Footer Placeholder 4">
            <a:extLst>
              <a:ext uri="{FF2B5EF4-FFF2-40B4-BE49-F238E27FC236}">
                <a16:creationId xmlns:a16="http://schemas.microsoft.com/office/drawing/2014/main" id="{72E6F0B1-64EF-B24C-AC55-C3ABC44661BB}"/>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401666726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3 Column text + graphics option A">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8C7C6200-6CDB-CC4F-98FE-B2EECEA9DA2E}"/>
              </a:ext>
            </a:extLst>
          </p:cNvPr>
          <p:cNvSpPr>
            <a:spLocks noGrp="1"/>
          </p:cNvSpPr>
          <p:nvPr>
            <p:ph idx="1" hasCustomPrompt="1"/>
          </p:nvPr>
        </p:nvSpPr>
        <p:spPr>
          <a:xfrm>
            <a:off x="624416" y="1520825"/>
            <a:ext cx="651139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1" name="Text Placeholder 13">
            <a:extLst>
              <a:ext uri="{FF2B5EF4-FFF2-40B4-BE49-F238E27FC236}">
                <a16:creationId xmlns:a16="http://schemas.microsoft.com/office/drawing/2014/main" id="{F5D90D67-17EA-D245-A903-C1B0474D6FF6}"/>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2" name="Title Placeholder 1">
            <a:extLst>
              <a:ext uri="{FF2B5EF4-FFF2-40B4-BE49-F238E27FC236}">
                <a16:creationId xmlns:a16="http://schemas.microsoft.com/office/drawing/2014/main" id="{0FA062B4-A9B7-EB4B-8AEE-CC8CB895C772}"/>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9" name="Content Placeholder 2">
            <a:extLst>
              <a:ext uri="{FF2B5EF4-FFF2-40B4-BE49-F238E27FC236}">
                <a16:creationId xmlns:a16="http://schemas.microsoft.com/office/drawing/2014/main" id="{B0376305-D20B-4448-9673-3294BB773657}"/>
              </a:ext>
            </a:extLst>
          </p:cNvPr>
          <p:cNvSpPr>
            <a:spLocks noGrp="1"/>
          </p:cNvSpPr>
          <p:nvPr>
            <p:ph idx="15" hasCustomPrompt="1"/>
          </p:nvPr>
        </p:nvSpPr>
        <p:spPr>
          <a:xfrm>
            <a:off x="7608357"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3" name="Footer Placeholder 4">
            <a:extLst>
              <a:ext uri="{FF2B5EF4-FFF2-40B4-BE49-F238E27FC236}">
                <a16:creationId xmlns:a16="http://schemas.microsoft.com/office/drawing/2014/main" id="{F4A0ED73-04DD-554B-AFDE-6C9F038CD550}"/>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Footer Placeholder 4">
            <a:extLst>
              <a:ext uri="{FF2B5EF4-FFF2-40B4-BE49-F238E27FC236}">
                <a16:creationId xmlns:a16="http://schemas.microsoft.com/office/drawing/2014/main" id="{90012231-6916-E44C-B325-9DCF08EA7004}"/>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350168641"/>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2/3 Column Text + graphics option B">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87D0811F-BD44-AA43-9894-5B5AB6EE9F46}"/>
              </a:ext>
            </a:extLst>
          </p:cNvPr>
          <p:cNvSpPr>
            <a:spLocks noGrp="1"/>
          </p:cNvSpPr>
          <p:nvPr>
            <p:ph idx="1" hasCustomPrompt="1"/>
          </p:nvPr>
        </p:nvSpPr>
        <p:spPr>
          <a:xfrm>
            <a:off x="624416" y="1520825"/>
            <a:ext cx="6511397" cy="4392613"/>
          </a:xfrm>
        </p:spPr>
        <p:txBody>
          <a:bodyPr bIns="0"/>
          <a:lstStyle>
            <a:lvl1pPr>
              <a:spcBef>
                <a:spcPts val="0"/>
              </a:spcBef>
              <a:defRPr>
                <a:latin typeface="Arial" panose="020B0604020202020204" pitchFamily="34" charset="0"/>
                <a:cs typeface="Arial" panose="020B0604020202020204" pitchFamily="34" charset="0"/>
              </a:defRPr>
            </a:lvl1pPr>
            <a:lvl2pPr>
              <a:spcBef>
                <a:spcPts val="0"/>
              </a:spcBef>
              <a:defRPr>
                <a:latin typeface="Arial" panose="020B0604020202020204" pitchFamily="34" charset="0"/>
                <a:cs typeface="Arial" panose="020B0604020202020204" pitchFamily="34" charset="0"/>
              </a:defRPr>
            </a:lvl2pPr>
            <a:lvl3pPr>
              <a:spcBef>
                <a:spcPts val="0"/>
              </a:spcBef>
              <a:defRPr>
                <a:latin typeface="Arial" panose="020B0604020202020204" pitchFamily="34" charset="0"/>
                <a:cs typeface="Arial" panose="020B0604020202020204" pitchFamily="34" charset="0"/>
              </a:defRPr>
            </a:lvl3pPr>
            <a:lvl4pPr>
              <a:spcBef>
                <a:spcPts val="0"/>
              </a:spcBef>
              <a:defRPr>
                <a:latin typeface="Arial" panose="020B0604020202020204" pitchFamily="34" charset="0"/>
                <a:cs typeface="Arial" panose="020B0604020202020204" pitchFamily="34" charset="0"/>
              </a:defRPr>
            </a:lvl4pPr>
            <a:lvl5pPr>
              <a:spcBef>
                <a:spcPts val="0"/>
              </a:spcBef>
              <a:defRPr>
                <a:latin typeface="Arial" panose="020B0604020202020204" pitchFamily="34" charset="0"/>
                <a:cs typeface="Arial" panose="020B0604020202020204" pitchFamily="34" charset="0"/>
              </a:defRPr>
            </a:lvl5pPr>
          </a:lstStyle>
          <a:p>
            <a:pPr lvl="0"/>
            <a:r>
              <a:rPr lang="en-US" dirty="0"/>
              <a:t>Edit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3">
            <a:extLst>
              <a:ext uri="{FF2B5EF4-FFF2-40B4-BE49-F238E27FC236}">
                <a16:creationId xmlns:a16="http://schemas.microsoft.com/office/drawing/2014/main" id="{080922FD-795A-E24E-9712-03B27298B86E}"/>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atin typeface="Arial" panose="020B0604020202020204" pitchFamily="34" charset="0"/>
                <a:cs typeface="Arial" panose="020B0604020202020204" pitchFamily="34" charset="0"/>
              </a:defRPr>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dirty="0" err="1"/>
              <a:t>Subheadline</a:t>
            </a:r>
            <a:endParaRPr lang="en-US" dirty="0"/>
          </a:p>
        </p:txBody>
      </p:sp>
      <p:sp>
        <p:nvSpPr>
          <p:cNvPr id="15" name="Title Placeholder 1">
            <a:extLst>
              <a:ext uri="{FF2B5EF4-FFF2-40B4-BE49-F238E27FC236}">
                <a16:creationId xmlns:a16="http://schemas.microsoft.com/office/drawing/2014/main" id="{DCC55CAE-01EC-3046-8A3E-6DE5CE1A4B14}"/>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atin typeface="Arial" panose="020B0604020202020204" pitchFamily="34" charset="0"/>
                <a:cs typeface="Arial" panose="020B0604020202020204" pitchFamily="34" charset="0"/>
              </a:defRPr>
            </a:lvl1pPr>
          </a:lstStyle>
          <a:p>
            <a:r>
              <a:rPr lang="en-US" dirty="0"/>
              <a:t>Headline</a:t>
            </a:r>
          </a:p>
        </p:txBody>
      </p:sp>
      <p:sp>
        <p:nvSpPr>
          <p:cNvPr id="21" name="Content Placeholder 2">
            <a:extLst>
              <a:ext uri="{FF2B5EF4-FFF2-40B4-BE49-F238E27FC236}">
                <a16:creationId xmlns:a16="http://schemas.microsoft.com/office/drawing/2014/main" id="{A51F5671-A78A-6549-98FB-DEE60F2187EA}"/>
              </a:ext>
            </a:extLst>
          </p:cNvPr>
          <p:cNvSpPr>
            <a:spLocks noGrp="1"/>
          </p:cNvSpPr>
          <p:nvPr>
            <p:ph idx="14" hasCustomPrompt="1"/>
          </p:nvPr>
        </p:nvSpPr>
        <p:spPr>
          <a:xfrm>
            <a:off x="7610475" y="1520825"/>
            <a:ext cx="3016972"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2" name="Content Placeholder 2">
            <a:extLst>
              <a:ext uri="{FF2B5EF4-FFF2-40B4-BE49-F238E27FC236}">
                <a16:creationId xmlns:a16="http://schemas.microsoft.com/office/drawing/2014/main" id="{5F6C9671-D9C9-B940-87DE-BBFF046984D6}"/>
              </a:ext>
            </a:extLst>
          </p:cNvPr>
          <p:cNvSpPr>
            <a:spLocks noGrp="1"/>
          </p:cNvSpPr>
          <p:nvPr>
            <p:ph idx="15" hasCustomPrompt="1"/>
          </p:nvPr>
        </p:nvSpPr>
        <p:spPr>
          <a:xfrm>
            <a:off x="7610475" y="3820037"/>
            <a:ext cx="3016972"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Footer Placeholder 4">
            <a:extLst>
              <a:ext uri="{FF2B5EF4-FFF2-40B4-BE49-F238E27FC236}">
                <a16:creationId xmlns:a16="http://schemas.microsoft.com/office/drawing/2014/main" id="{64C9AE01-E233-954E-B107-0E3A128AD2C5}"/>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Footer Placeholder 4">
            <a:extLst>
              <a:ext uri="{FF2B5EF4-FFF2-40B4-BE49-F238E27FC236}">
                <a16:creationId xmlns:a16="http://schemas.microsoft.com/office/drawing/2014/main" id="{F82D84C6-C54C-5349-ACB9-FE6932AD9240}"/>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302607430"/>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isclaimer slide">
    <p:bg>
      <p:bgPr>
        <a:solidFill>
          <a:schemeClr val="bg1"/>
        </a:solid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0C3A45E1-3DF2-9F47-B12F-01187B408855}"/>
              </a:ext>
            </a:extLst>
          </p:cNvPr>
          <p:cNvSpPr>
            <a:spLocks noGrp="1"/>
          </p:cNvSpPr>
          <p:nvPr>
            <p:ph idx="1" hasCustomPrompt="1"/>
          </p:nvPr>
        </p:nvSpPr>
        <p:spPr>
          <a:xfrm>
            <a:off x="624417" y="1520827"/>
            <a:ext cx="10001250" cy="4867275"/>
          </a:xfrm>
        </p:spPr>
        <p:txBody>
          <a:bodyPr bIns="0"/>
          <a:lstStyle>
            <a:lvl1pPr marL="0" indent="0">
              <a:lnSpc>
                <a:spcPts val="975"/>
              </a:lnSpc>
              <a:spcBef>
                <a:spcPts val="0"/>
              </a:spcBef>
              <a:buNone/>
              <a:defRPr sz="650"/>
            </a:lvl1pPr>
            <a:lvl2pPr marL="371466" indent="0">
              <a:lnSpc>
                <a:spcPts val="975"/>
              </a:lnSpc>
              <a:spcBef>
                <a:spcPts val="0"/>
              </a:spcBef>
              <a:buNone/>
              <a:defRPr sz="650"/>
            </a:lvl2pPr>
            <a:lvl3pPr marL="742931" indent="0">
              <a:lnSpc>
                <a:spcPts val="975"/>
              </a:lnSpc>
              <a:spcBef>
                <a:spcPts val="0"/>
              </a:spcBef>
              <a:buNone/>
              <a:defRPr sz="650"/>
            </a:lvl3pPr>
            <a:lvl4pPr marL="1114397" indent="0">
              <a:lnSpc>
                <a:spcPts val="975"/>
              </a:lnSpc>
              <a:spcBef>
                <a:spcPts val="0"/>
              </a:spcBef>
              <a:buNone/>
              <a:defRPr sz="650"/>
            </a:lvl4pPr>
            <a:lvl5pPr marL="1485863" indent="0">
              <a:lnSpc>
                <a:spcPts val="975"/>
              </a:lnSpc>
              <a:spcBef>
                <a:spcPts val="0"/>
              </a:spcBef>
              <a:buNone/>
              <a:defRPr sz="650"/>
            </a:lvl5pPr>
          </a:lstStyle>
          <a:p>
            <a:pPr lvl="0"/>
            <a:r>
              <a:rPr lang="en-US"/>
              <a:t>Edit content</a:t>
            </a:r>
          </a:p>
        </p:txBody>
      </p:sp>
      <p:sp>
        <p:nvSpPr>
          <p:cNvPr id="6" name="Title Placeholder 1">
            <a:extLst>
              <a:ext uri="{FF2B5EF4-FFF2-40B4-BE49-F238E27FC236}">
                <a16:creationId xmlns:a16="http://schemas.microsoft.com/office/drawing/2014/main" id="{3878D1AC-92BD-1D41-A92D-FE62D13B7659}"/>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Disclaimer</a:t>
            </a:r>
          </a:p>
        </p:txBody>
      </p:sp>
    </p:spTree>
    <p:extLst>
      <p:ext uri="{BB962C8B-B14F-4D97-AF65-F5344CB8AC3E}">
        <p14:creationId xmlns:p14="http://schemas.microsoft.com/office/powerpoint/2010/main" val="158307202"/>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losing gradient">
    <p:bg>
      <p:bgPr>
        <a:gradFill>
          <a:gsLst>
            <a:gs pos="100000">
              <a:srgbClr val="2C3A87"/>
            </a:gs>
            <a:gs pos="0">
              <a:srgbClr val="0061C7"/>
            </a:gs>
          </a:gsLst>
          <a:lin ang="0" scaled="0"/>
        </a:gradFill>
        <a:effectLst/>
      </p:bgPr>
    </p:bg>
    <p:spTree>
      <p:nvGrpSpPr>
        <p:cNvPr id="1" name=""/>
        <p:cNvGrpSpPr/>
        <p:nvPr/>
      </p:nvGrpSpPr>
      <p:grpSpPr>
        <a:xfrm>
          <a:off x="0" y="0"/>
          <a:ext cx="0" cy="0"/>
          <a:chOff x="0" y="0"/>
          <a:chExt cx="0" cy="0"/>
        </a:xfrm>
      </p:grpSpPr>
      <p:sp>
        <p:nvSpPr>
          <p:cNvPr id="16" name="Text Placeholder 5">
            <a:extLst>
              <a:ext uri="{FF2B5EF4-FFF2-40B4-BE49-F238E27FC236}">
                <a16:creationId xmlns:a16="http://schemas.microsoft.com/office/drawing/2014/main" id="{AE5FB06E-4674-2E46-B9C1-4670A9B05F35}"/>
              </a:ext>
            </a:extLst>
          </p:cNvPr>
          <p:cNvSpPr>
            <a:spLocks noGrp="1"/>
          </p:cNvSpPr>
          <p:nvPr>
            <p:ph type="body" sz="quarter" idx="10" hasCustomPrompt="1"/>
          </p:nvPr>
        </p:nvSpPr>
        <p:spPr>
          <a:xfrm>
            <a:off x="1564636" y="468312"/>
            <a:ext cx="9064800" cy="5040000"/>
          </a:xfrm>
        </p:spPr>
        <p:txBody>
          <a:bodyPr anchor="ctr"/>
          <a:lstStyle>
            <a:lvl1pPr marL="0" indent="0" algn="ctr">
              <a:lnSpc>
                <a:spcPts val="4063"/>
              </a:lnSpc>
              <a:buNone/>
              <a:defRPr sz="3413" b="1">
                <a:solidFill>
                  <a:schemeClr val="bg1"/>
                </a:solidFill>
              </a:defRPr>
            </a:lvl1pPr>
          </a:lstStyle>
          <a:p>
            <a:pPr lvl="0"/>
            <a:r>
              <a:rPr lang="en-US"/>
              <a:t>Thank you</a:t>
            </a:r>
          </a:p>
        </p:txBody>
      </p:sp>
    </p:spTree>
    <p:extLst>
      <p:ext uri="{BB962C8B-B14F-4D97-AF65-F5344CB8AC3E}">
        <p14:creationId xmlns:p14="http://schemas.microsoft.com/office/powerpoint/2010/main" val="1029136761"/>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losing white">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3F849CD-2E5B-D346-8B31-ECC65C71E67D}"/>
              </a:ext>
            </a:extLst>
          </p:cNvPr>
          <p:cNvSpPr>
            <a:spLocks noGrp="1"/>
          </p:cNvSpPr>
          <p:nvPr>
            <p:ph type="body" sz="quarter" idx="10" hasCustomPrompt="1"/>
          </p:nvPr>
        </p:nvSpPr>
        <p:spPr>
          <a:xfrm>
            <a:off x="1563600" y="468312"/>
            <a:ext cx="9064800" cy="5040000"/>
          </a:xfrm>
        </p:spPr>
        <p:txBody>
          <a:bodyPr anchor="ctr"/>
          <a:lstStyle>
            <a:lvl1pPr marL="0" indent="0" algn="ctr">
              <a:lnSpc>
                <a:spcPts val="4063"/>
              </a:lnSpc>
              <a:buNone/>
              <a:defRPr sz="3413" b="1"/>
            </a:lvl1pPr>
          </a:lstStyle>
          <a:p>
            <a:pPr lvl="0"/>
            <a:r>
              <a:rPr lang="en-US"/>
              <a:t>Thank you</a:t>
            </a:r>
          </a:p>
        </p:txBody>
      </p:sp>
    </p:spTree>
    <p:extLst>
      <p:ext uri="{BB962C8B-B14F-4D97-AF65-F5344CB8AC3E}">
        <p14:creationId xmlns:p14="http://schemas.microsoft.com/office/powerpoint/2010/main" val="2805758870"/>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B5A22-F4B1-410C-9B36-5429A4651F03}"/>
              </a:ext>
            </a:extLst>
          </p:cNvPr>
          <p:cNvSpPr>
            <a:spLocks noGrp="1"/>
          </p:cNvSpPr>
          <p:nvPr>
            <p:ph type="title"/>
          </p:nvPr>
        </p:nvSpPr>
        <p:spPr>
          <a:xfrm>
            <a:off x="281250" y="269080"/>
            <a:ext cx="9527164" cy="877981"/>
          </a:xfrm>
        </p:spPr>
        <p:txBody>
          <a:bodyPr>
            <a:normAutofit/>
          </a:bodyPr>
          <a:lstStyle>
            <a:lvl1pPr marR="0" algn="l" rtl="0" eaLnBrk="1" hangingPunct="1">
              <a:lnSpc>
                <a:spcPct val="100000"/>
              </a:lnSpc>
              <a:spcBef>
                <a:spcPts val="0"/>
              </a:spcBef>
              <a:spcAft>
                <a:spcPts val="0"/>
              </a:spcAft>
              <a:buClr>
                <a:schemeClr val="accent6"/>
              </a:buClr>
              <a:buSzPts val="3200"/>
              <a:buFont typeface="Raleway"/>
              <a:buNone/>
              <a:defRPr lang="en-IN" sz="3500" b="1" i="0" u="none" strike="noStrike" cap="none">
                <a:solidFill>
                  <a:srgbClr val="0473EA"/>
                </a:solidFill>
                <a:latin typeface="Arial" panose="020B0604020202020204" pitchFamily="34" charset="0"/>
                <a:ea typeface="Arial" panose="020B0604020202020204" pitchFamily="34" charset="0"/>
                <a:cs typeface="Arial" panose="020B0604020202020204" pitchFamily="34" charset="0"/>
                <a:sym typeface="Raleway"/>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48161810-FAF3-4AB0-9341-6D9BCEEEC715}"/>
              </a:ext>
            </a:extLst>
          </p:cNvPr>
          <p:cNvSpPr>
            <a:spLocks noGrp="1"/>
          </p:cNvSpPr>
          <p:nvPr>
            <p:ph idx="1"/>
          </p:nvPr>
        </p:nvSpPr>
        <p:spPr>
          <a:xfrm>
            <a:off x="281249" y="1431854"/>
            <a:ext cx="10515600" cy="4639705"/>
          </a:xfrm>
        </p:spPr>
        <p:txBody>
          <a:bodyPr>
            <a:normAutofit/>
          </a:bodyPr>
          <a:lstStyle>
            <a:lvl1pPr indent="-185733">
              <a:lnSpc>
                <a:spcPct val="100000"/>
              </a:lnSpc>
              <a:defRPr sz="2000">
                <a:latin typeface="Arial" panose="020B0604020202020204" pitchFamily="34" charset="0"/>
                <a:cs typeface="Arial" panose="020B0604020202020204" pitchFamily="34" charset="0"/>
              </a:defRPr>
            </a:lvl1pPr>
            <a:lvl2pPr marL="468567" indent="-285750">
              <a:lnSpc>
                <a:spcPct val="100000"/>
              </a:lnSpc>
              <a:buFont typeface="Arial" panose="020B0604020202020204" pitchFamily="34" charset="0"/>
              <a:buChar char="•"/>
              <a:defRPr sz="1800">
                <a:latin typeface="Arial" panose="020B0604020202020204" pitchFamily="34" charset="0"/>
                <a:cs typeface="Arial" panose="020B0604020202020204" pitchFamily="34" charset="0"/>
              </a:defRPr>
            </a:lvl2pPr>
            <a:lvl3pPr marL="367092" indent="-185733">
              <a:lnSpc>
                <a:spcPct val="100000"/>
              </a:lnSpc>
              <a:buNone/>
              <a:defRPr/>
            </a:lvl3pPr>
          </a:lstStyle>
          <a:p>
            <a:pPr lvl="0"/>
            <a:r>
              <a:rPr lang="en-US" dirty="0"/>
              <a:t>Click to edit Master text styles</a:t>
            </a:r>
          </a:p>
          <a:p>
            <a:pPr lvl="1"/>
            <a:r>
              <a:rPr lang="en-US" dirty="0"/>
              <a:t>Second level</a:t>
            </a:r>
          </a:p>
          <a:p>
            <a:pPr lvl="2"/>
            <a:r>
              <a:rPr lang="en-US" dirty="0"/>
              <a:t>		</a:t>
            </a:r>
          </a:p>
          <a:p>
            <a:pPr lvl="2"/>
            <a:endParaRPr lang="en-US" dirty="0"/>
          </a:p>
        </p:txBody>
      </p:sp>
      <p:sp>
        <p:nvSpPr>
          <p:cNvPr id="6" name="Slide Number Placeholder 5">
            <a:extLst>
              <a:ext uri="{FF2B5EF4-FFF2-40B4-BE49-F238E27FC236}">
                <a16:creationId xmlns:a16="http://schemas.microsoft.com/office/drawing/2014/main" id="{59FABCC7-A3BE-4EF6-88BE-C562DC8E112D}"/>
              </a:ext>
            </a:extLst>
          </p:cNvPr>
          <p:cNvSpPr>
            <a:spLocks noGrp="1"/>
          </p:cNvSpPr>
          <p:nvPr>
            <p:ph type="sldNum" sz="quarter" idx="12"/>
          </p:nvPr>
        </p:nvSpPr>
        <p:spPr/>
        <p:txBody>
          <a:bodyPr/>
          <a:lstStyle>
            <a:lvl1pPr>
              <a:defRPr>
                <a:latin typeface="+mj-lt"/>
              </a:defRPr>
            </a:lvl1pPr>
          </a:lstStyle>
          <a:p>
            <a:fld id="{13A2779E-23E0-4205-A89F-FE880526E9BB}" type="slidenum">
              <a:rPr lang="en-IN" smtClean="0"/>
              <a:pPr/>
              <a:t>‹#›</a:t>
            </a:fld>
            <a:endParaRPr lang="en-IN"/>
          </a:p>
        </p:txBody>
      </p:sp>
    </p:spTree>
    <p:extLst>
      <p:ext uri="{BB962C8B-B14F-4D97-AF65-F5344CB8AC3E}">
        <p14:creationId xmlns:p14="http://schemas.microsoft.com/office/powerpoint/2010/main" val="337069419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2.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4418" y="755848"/>
            <a:ext cx="10001249" cy="574594"/>
          </a:xfrm>
          <a:prstGeom prst="rect">
            <a:avLst/>
          </a:prstGeom>
        </p:spPr>
        <p:txBody>
          <a:bodyPr vert="horz" lIns="0" tIns="0" rIns="0" bIns="0" rtlCol="0" anchor="t">
            <a:noAutofit/>
          </a:bodyPr>
          <a:lstStyle/>
          <a:p>
            <a:r>
              <a:rPr lang="en-US" dirty="0"/>
              <a:t>Headline</a:t>
            </a:r>
          </a:p>
        </p:txBody>
      </p:sp>
      <p:sp>
        <p:nvSpPr>
          <p:cNvPr id="3" name="Text Placeholder 2"/>
          <p:cNvSpPr>
            <a:spLocks noGrp="1"/>
          </p:cNvSpPr>
          <p:nvPr>
            <p:ph type="body" idx="1"/>
          </p:nvPr>
        </p:nvSpPr>
        <p:spPr>
          <a:xfrm>
            <a:off x="624419" y="1520825"/>
            <a:ext cx="10001249" cy="4391326"/>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A7F0634-457B-3A4E-B043-D075AB57B819}"/>
              </a:ext>
            </a:extLst>
          </p:cNvPr>
          <p:cNvSpPr>
            <a:spLocks noGrp="1"/>
          </p:cNvSpPr>
          <p:nvPr>
            <p:ph type="sldNum" sz="quarter" idx="4"/>
          </p:nvPr>
        </p:nvSpPr>
        <p:spPr>
          <a:xfrm>
            <a:off x="624418" y="6255020"/>
            <a:ext cx="1260000" cy="158400"/>
          </a:xfrm>
          <a:prstGeom prst="rect">
            <a:avLst/>
          </a:prstGeom>
        </p:spPr>
        <p:txBody>
          <a:bodyPr vert="horz" lIns="0" tIns="0" rIns="0" bIns="0" rtlCol="0" anchor="ctr"/>
          <a:lstStyle>
            <a:lvl1pPr algn="l">
              <a:defRPr sz="975">
                <a:solidFill>
                  <a:schemeClr val="tx1">
                    <a:alpha val="0"/>
                  </a:schemeClr>
                </a:solidFill>
              </a:defRPr>
            </a:lvl1pPr>
          </a:lstStyle>
          <a:p>
            <a:fld id="{8BB4F8FE-2BDD-4B3D-B4DA-BA6EEF17F744}" type="slidenum">
              <a:rPr lang="en-GB" smtClean="0"/>
              <a:t>‹#›</a:t>
            </a:fld>
            <a:endParaRPr lang="en-GB"/>
          </a:p>
        </p:txBody>
      </p:sp>
      <p:sp>
        <p:nvSpPr>
          <p:cNvPr id="5" name="MSIPCMContentMarking" descr="{&quot;HashCode&quot;:-767040411,&quot;Placement&quot;:&quot;Header&quot;,&quot;Top&quot;:0.0,&quot;Left&quot;:0.0,&quot;SlideWidth&quot;:960,&quot;SlideHeight&quot;:540}">
            <a:extLst>
              <a:ext uri="{FF2B5EF4-FFF2-40B4-BE49-F238E27FC236}">
                <a16:creationId xmlns:a16="http://schemas.microsoft.com/office/drawing/2014/main" id="{CB1C2E0A-5F15-4293-BF1A-2729BF68A511}"/>
              </a:ext>
            </a:extLst>
          </p:cNvPr>
          <p:cNvSpPr txBox="1"/>
          <p:nvPr userDrawn="1"/>
        </p:nvSpPr>
        <p:spPr>
          <a:xfrm>
            <a:off x="0" y="0"/>
            <a:ext cx="826000" cy="233422"/>
          </a:xfrm>
          <a:prstGeom prst="rect">
            <a:avLst/>
          </a:prstGeom>
          <a:noFill/>
        </p:spPr>
        <p:txBody>
          <a:bodyPr vert="horz" wrap="square" lIns="0" tIns="0" rIns="0" bIns="0" rtlCol="0" anchor="ctr" anchorCtr="1">
            <a:spAutoFit/>
          </a:bodyPr>
          <a:lstStyle/>
          <a:p>
            <a:pPr algn="l">
              <a:spcBef>
                <a:spcPts val="0"/>
              </a:spcBef>
              <a:spcAft>
                <a:spcPts val="0"/>
              </a:spcAft>
            </a:pPr>
            <a:r>
              <a:rPr lang="en-GB" sz="900">
                <a:solidFill>
                  <a:srgbClr val="0078D7"/>
                </a:solidFill>
                <a:latin typeface="Arial" panose="020B0604020202020204" pitchFamily="34" charset="0"/>
              </a:rPr>
              <a:t>INTERNAL</a:t>
            </a:r>
          </a:p>
        </p:txBody>
      </p:sp>
      <p:pic>
        <p:nvPicPr>
          <p:cNvPr id="7" name="Picture 6" descr="A blue and white logo&#10;&#10;Description automatically generated">
            <a:extLst>
              <a:ext uri="{FF2B5EF4-FFF2-40B4-BE49-F238E27FC236}">
                <a16:creationId xmlns:a16="http://schemas.microsoft.com/office/drawing/2014/main" id="{0AC4C645-FE58-F629-D91A-40255EA89D68}"/>
              </a:ext>
            </a:extLst>
          </p:cNvPr>
          <p:cNvPicPr>
            <a:picLocks noChangeAspect="1"/>
          </p:cNvPicPr>
          <p:nvPr userDrawn="1"/>
        </p:nvPicPr>
        <p:blipFill>
          <a:blip r:embed="rId42">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8" name="Picture 7">
            <a:extLst>
              <a:ext uri="{FF2B5EF4-FFF2-40B4-BE49-F238E27FC236}">
                <a16:creationId xmlns:a16="http://schemas.microsoft.com/office/drawing/2014/main" id="{5AD86478-EC80-5E08-4328-1EAF750E09D5}"/>
              </a:ext>
            </a:extLst>
          </p:cNvPr>
          <p:cNvPicPr>
            <a:picLocks noChangeAspect="1"/>
          </p:cNvPicPr>
          <p:nvPr userDrawn="1"/>
        </p:nvPicPr>
        <p:blipFill rotWithShape="1">
          <a:blip r:embed="rId43"/>
          <a:srcRect l="76614" t="76614"/>
          <a:stretch/>
        </p:blipFill>
        <p:spPr>
          <a:xfrm>
            <a:off x="9544030" y="5254172"/>
            <a:ext cx="2507264" cy="1410336"/>
          </a:xfrm>
          <a:prstGeom prst="rect">
            <a:avLst/>
          </a:prstGeom>
        </p:spPr>
      </p:pic>
    </p:spTree>
    <p:extLst>
      <p:ext uri="{BB962C8B-B14F-4D97-AF65-F5344CB8AC3E}">
        <p14:creationId xmlns:p14="http://schemas.microsoft.com/office/powerpoint/2010/main" val="11599904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44" r:id="rId40"/>
  </p:sldLayoutIdLst>
  <p:hf sldNum="0" hdr="0" dt="0"/>
  <p:txStyles>
    <p:titleStyle>
      <a:lvl1pPr algn="l" defTabSz="742931" rtl="0" eaLnBrk="1" latinLnBrk="0" hangingPunct="1">
        <a:lnSpc>
          <a:spcPts val="2275"/>
        </a:lnSpc>
        <a:spcBef>
          <a:spcPct val="0"/>
        </a:spcBef>
        <a:buNone/>
        <a:defRPr sz="4000" b="1" kern="1200">
          <a:solidFill>
            <a:srgbClr val="0473EA"/>
          </a:solidFill>
          <a:latin typeface="Arial" panose="020B0604020202020204" pitchFamily="34" charset="0"/>
          <a:ea typeface="+mj-ea"/>
          <a:cs typeface="Arial" panose="020B0604020202020204" pitchFamily="34" charset="0"/>
        </a:defRPr>
      </a:lvl1pPr>
    </p:titleStyle>
    <p:bodyStyle>
      <a:lvl1pPr marL="185733" indent="-185733" algn="l" defTabSz="742931" rtl="0" eaLnBrk="1" latinLnBrk="0" hangingPunct="1">
        <a:lnSpc>
          <a:spcPts val="1788"/>
        </a:lnSpc>
        <a:spcBef>
          <a:spcPts val="0"/>
        </a:spcBef>
        <a:buClr>
          <a:srgbClr val="74DF4C"/>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368550" indent="-185733" algn="l" defTabSz="742931" rtl="0" eaLnBrk="1" latinLnBrk="0" hangingPunct="1">
        <a:lnSpc>
          <a:spcPts val="1788"/>
        </a:lnSpc>
        <a:spcBef>
          <a:spcPts val="0"/>
        </a:spcBef>
        <a:buClr>
          <a:srgbClr val="74DF4C"/>
        </a:buClr>
        <a:buFont typeface="Arial" panose="020B0604020202020204" pitchFamily="34" charset="0"/>
        <a:buChar char="•"/>
        <a:defRPr sz="2400" kern="1200" baseline="0">
          <a:solidFill>
            <a:schemeClr val="tx1"/>
          </a:solidFill>
          <a:latin typeface="Arial" panose="020B0604020202020204" pitchFamily="34" charset="0"/>
          <a:ea typeface="+mn-ea"/>
          <a:cs typeface="Arial" panose="020B0604020202020204" pitchFamily="34" charset="0"/>
        </a:defRPr>
      </a:lvl2pPr>
      <a:lvl3pPr marL="552825" indent="-185733" algn="l" defTabSz="742931" rtl="0" eaLnBrk="1" latinLnBrk="0" hangingPunct="1">
        <a:lnSpc>
          <a:spcPts val="1788"/>
        </a:lnSpc>
        <a:spcBef>
          <a:spcPts val="0"/>
        </a:spcBef>
        <a:buClr>
          <a:srgbClr val="74DF4C"/>
        </a:buClr>
        <a:buFont typeface="Arial" panose="020B0604020202020204" pitchFamily="34" charset="0"/>
        <a:buChar char="•"/>
        <a:defRPr sz="2000" kern="1200" baseline="0">
          <a:solidFill>
            <a:schemeClr val="tx1"/>
          </a:solidFill>
          <a:latin typeface="Arial" panose="020B0604020202020204" pitchFamily="34" charset="0"/>
          <a:ea typeface="+mn-ea"/>
          <a:cs typeface="Arial" panose="020B0604020202020204" pitchFamily="34" charset="0"/>
        </a:defRPr>
      </a:lvl3pPr>
      <a:lvl4pPr marL="737100" indent="-185733" algn="l" defTabSz="742931" rtl="0" eaLnBrk="1" latinLnBrk="0" hangingPunct="1">
        <a:lnSpc>
          <a:spcPts val="1788"/>
        </a:lnSpc>
        <a:spcBef>
          <a:spcPts val="0"/>
        </a:spcBef>
        <a:buClr>
          <a:srgbClr val="74DF4C"/>
        </a:buClr>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4pPr>
      <a:lvl5pPr marL="921375" indent="-185733" algn="l" defTabSz="742931" rtl="0" eaLnBrk="1" latinLnBrk="0" hangingPunct="1">
        <a:lnSpc>
          <a:spcPts val="1788"/>
        </a:lnSpc>
        <a:spcBef>
          <a:spcPts val="0"/>
        </a:spcBef>
        <a:buClr>
          <a:srgbClr val="74DF4C"/>
        </a:buClr>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5pPr>
      <a:lvl6pPr marL="2043061"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27"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5993"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459"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31" rtl="0" eaLnBrk="1" latinLnBrk="0" hangingPunct="1">
        <a:defRPr sz="1463" kern="1200">
          <a:solidFill>
            <a:schemeClr val="tx1"/>
          </a:solidFill>
          <a:latin typeface="+mn-lt"/>
          <a:ea typeface="+mn-ea"/>
          <a:cs typeface="+mn-cs"/>
        </a:defRPr>
      </a:lvl1pPr>
      <a:lvl2pPr marL="371466" algn="l" defTabSz="742931" rtl="0" eaLnBrk="1" latinLnBrk="0" hangingPunct="1">
        <a:defRPr sz="1463" kern="1200">
          <a:solidFill>
            <a:schemeClr val="tx1"/>
          </a:solidFill>
          <a:latin typeface="+mn-lt"/>
          <a:ea typeface="+mn-ea"/>
          <a:cs typeface="+mn-cs"/>
        </a:defRPr>
      </a:lvl2pPr>
      <a:lvl3pPr marL="742931" algn="l" defTabSz="742931" rtl="0" eaLnBrk="1" latinLnBrk="0" hangingPunct="1">
        <a:defRPr sz="1463" kern="1200">
          <a:solidFill>
            <a:schemeClr val="tx1"/>
          </a:solidFill>
          <a:latin typeface="+mn-lt"/>
          <a:ea typeface="+mn-ea"/>
          <a:cs typeface="+mn-cs"/>
        </a:defRPr>
      </a:lvl3pPr>
      <a:lvl4pPr marL="1114397" algn="l" defTabSz="742931" rtl="0" eaLnBrk="1" latinLnBrk="0" hangingPunct="1">
        <a:defRPr sz="1463" kern="1200">
          <a:solidFill>
            <a:schemeClr val="tx1"/>
          </a:solidFill>
          <a:latin typeface="+mn-lt"/>
          <a:ea typeface="+mn-ea"/>
          <a:cs typeface="+mn-cs"/>
        </a:defRPr>
      </a:lvl4pPr>
      <a:lvl5pPr marL="1485863" algn="l" defTabSz="742931" rtl="0" eaLnBrk="1" latinLnBrk="0" hangingPunct="1">
        <a:defRPr sz="1463" kern="1200">
          <a:solidFill>
            <a:schemeClr val="tx1"/>
          </a:solidFill>
          <a:latin typeface="+mn-lt"/>
          <a:ea typeface="+mn-ea"/>
          <a:cs typeface="+mn-cs"/>
        </a:defRPr>
      </a:lvl5pPr>
      <a:lvl6pPr marL="1857329" algn="l" defTabSz="742931" rtl="0" eaLnBrk="1" latinLnBrk="0" hangingPunct="1">
        <a:defRPr sz="1463" kern="1200">
          <a:solidFill>
            <a:schemeClr val="tx1"/>
          </a:solidFill>
          <a:latin typeface="+mn-lt"/>
          <a:ea typeface="+mn-ea"/>
          <a:cs typeface="+mn-cs"/>
        </a:defRPr>
      </a:lvl6pPr>
      <a:lvl7pPr marL="2228794" algn="l" defTabSz="742931" rtl="0" eaLnBrk="1" latinLnBrk="0" hangingPunct="1">
        <a:defRPr sz="1463" kern="1200">
          <a:solidFill>
            <a:schemeClr val="tx1"/>
          </a:solidFill>
          <a:latin typeface="+mn-lt"/>
          <a:ea typeface="+mn-ea"/>
          <a:cs typeface="+mn-cs"/>
        </a:defRPr>
      </a:lvl7pPr>
      <a:lvl8pPr marL="2600260" algn="l" defTabSz="742931" rtl="0" eaLnBrk="1" latinLnBrk="0" hangingPunct="1">
        <a:defRPr sz="1463" kern="1200">
          <a:solidFill>
            <a:schemeClr val="tx1"/>
          </a:solidFill>
          <a:latin typeface="+mn-lt"/>
          <a:ea typeface="+mn-ea"/>
          <a:cs typeface="+mn-cs"/>
        </a:defRPr>
      </a:lvl8pPr>
      <a:lvl9pPr marL="2971726" algn="l" defTabSz="742931" rtl="0" eaLnBrk="1" latinLnBrk="0" hangingPunct="1">
        <a:defRPr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393">
          <p15:clr>
            <a:srgbClr val="F26B43"/>
          </p15:clr>
        </p15:guide>
        <p15:guide id="4" pos="1194">
          <p15:clr>
            <a:srgbClr val="F26B43"/>
          </p15:clr>
        </p15:guide>
        <p15:guide id="5" pos="1493">
          <p15:clr>
            <a:srgbClr val="F26B43"/>
          </p15:clr>
        </p15:guide>
        <p15:guide id="6" pos="2294">
          <p15:clr>
            <a:srgbClr val="F26B43"/>
          </p15:clr>
        </p15:guide>
        <p15:guide id="7" pos="2594">
          <p15:clr>
            <a:srgbClr val="F26B43"/>
          </p15:clr>
        </p15:guide>
        <p15:guide id="8" pos="3395">
          <p15:clr>
            <a:srgbClr val="F26B43"/>
          </p15:clr>
        </p15:guide>
        <p15:guide id="9" pos="3694">
          <p15:clr>
            <a:srgbClr val="F26B43"/>
          </p15:clr>
        </p15:guide>
        <p15:guide id="10" pos="4495">
          <p15:clr>
            <a:srgbClr val="F26B43"/>
          </p15:clr>
        </p15:guide>
        <p15:guide id="11" pos="4794">
          <p15:clr>
            <a:srgbClr val="F26B43"/>
          </p15:clr>
        </p15:guide>
        <p15:guide id="12" pos="5595">
          <p15:clr>
            <a:srgbClr val="F26B43"/>
          </p15:clr>
        </p15:guide>
        <p15:guide id="13" pos="5894">
          <p15:clr>
            <a:srgbClr val="F26B43"/>
          </p15:clr>
        </p15:guide>
        <p15:guide id="14" pos="6695">
          <p15:clr>
            <a:srgbClr val="F26B43"/>
          </p15:clr>
        </p15:guide>
        <p15:guide id="15" orient="horz">
          <p15:clr>
            <a:srgbClr val="F26B43"/>
          </p15:clr>
        </p15:guide>
        <p15:guide id="16" orient="horz" pos="4320">
          <p15:clr>
            <a:srgbClr val="F26B43"/>
          </p15:clr>
        </p15:guide>
        <p15:guide id="17" orient="horz" pos="295">
          <p15:clr>
            <a:srgbClr val="F26B43"/>
          </p15:clr>
        </p15:guide>
        <p15:guide id="18" orient="horz" pos="4024">
          <p15:clr>
            <a:srgbClr val="F26B43"/>
          </p15:clr>
        </p15:guide>
        <p15:guide id="20" orient="horz" pos="3725">
          <p15:clr>
            <a:srgbClr val="F26B43"/>
          </p15:clr>
        </p15:guide>
        <p15:guide id="21" orient="horz" pos="95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0.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0.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1.wmf"/><Relationship Id="rId1" Type="http://schemas.openxmlformats.org/officeDocument/2006/relationships/slideLayout" Target="../slideLayouts/slideLayout40.xml"/><Relationship Id="rId5" Type="http://schemas.openxmlformats.org/officeDocument/2006/relationships/image" Target="../media/image13.png"/><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4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40.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0000">
              <a:srgbClr val="2C3A87"/>
            </a:gs>
            <a:gs pos="100000">
              <a:srgbClr val="0061C7"/>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BD2F8-16EF-0D42-8801-4E09AFFB8EF7}"/>
              </a:ext>
            </a:extLst>
          </p:cNvPr>
          <p:cNvSpPr>
            <a:spLocks noGrp="1"/>
          </p:cNvSpPr>
          <p:nvPr>
            <p:ph type="title"/>
          </p:nvPr>
        </p:nvSpPr>
        <p:spPr>
          <a:xfrm>
            <a:off x="2513396" y="2658581"/>
            <a:ext cx="6934200" cy="990600"/>
          </a:xfrm>
        </p:spPr>
        <p:txBody>
          <a:bodyPr>
            <a:normAutofit/>
          </a:bodyPr>
          <a:lstStyle/>
          <a:p>
            <a:pPr algn="ctr"/>
            <a:r>
              <a:rPr lang="en-US" sz="4400">
                <a:effectLst>
                  <a:outerShdw blurRad="50800" dist="38100" dir="2700000" algn="tl" rotWithShape="0">
                    <a:prstClr val="black">
                      <a:alpha val="40000"/>
                    </a:prstClr>
                  </a:outerShdw>
                </a:effectLst>
                <a:cs typeface="Arial"/>
              </a:rPr>
              <a:t>Java </a:t>
            </a:r>
            <a:r>
              <a:rPr lang="en-US" sz="4400" dirty="0">
                <a:effectLst>
                  <a:outerShdw blurRad="50800" dist="38100" dir="2700000" algn="tl" rotWithShape="0">
                    <a:prstClr val="black">
                      <a:alpha val="40000"/>
                    </a:prstClr>
                  </a:outerShdw>
                </a:effectLst>
                <a:cs typeface="Arial"/>
              </a:rPr>
              <a:t>with Postgres</a:t>
            </a:r>
          </a:p>
        </p:txBody>
      </p:sp>
    </p:spTree>
    <p:extLst>
      <p:ext uri="{BB962C8B-B14F-4D97-AF65-F5344CB8AC3E}">
        <p14:creationId xmlns:p14="http://schemas.microsoft.com/office/powerpoint/2010/main" val="174171840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7D85EDF5-6758-A098-8DA8-80AD4CEC47C5}"/>
              </a:ext>
            </a:extLst>
          </p:cNvPr>
          <p:cNvGraphicFramePr>
            <a:graphicFrameLocks noGrp="1"/>
          </p:cNvGraphicFramePr>
          <p:nvPr>
            <p:ph idx="1"/>
            <p:extLst>
              <p:ext uri="{D42A27DB-BD31-4B8C-83A1-F6EECF244321}">
                <p14:modId xmlns:p14="http://schemas.microsoft.com/office/powerpoint/2010/main" val="2999604527"/>
              </p:ext>
            </p:extLst>
          </p:nvPr>
        </p:nvGraphicFramePr>
        <p:xfrm>
          <a:off x="1404605" y="1038940"/>
          <a:ext cx="8598191" cy="4639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1023">
            <a:extLst>
              <a:ext uri="{FF2B5EF4-FFF2-40B4-BE49-F238E27FC236}">
                <a16:creationId xmlns:a16="http://schemas.microsoft.com/office/drawing/2014/main" id="{0E3E33D0-39FC-6749-56D9-26F905E21A66}"/>
              </a:ext>
            </a:extLst>
          </p:cNvPr>
          <p:cNvSpPr txBox="1">
            <a:spLocks noGrp="1"/>
          </p:cNvSpPr>
          <p:nvPr>
            <p:ph type="title"/>
          </p:nvPr>
        </p:nvSpPr>
        <p:spPr>
          <a:xfrm>
            <a:off x="50800" y="531137"/>
            <a:ext cx="10515600" cy="8794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b="1" dirty="0">
                <a:solidFill>
                  <a:srgbClr val="00144F"/>
                </a:solidFill>
                <a:latin typeface="Calibri" panose="020F0502020204030204" pitchFamily="34" charset="0"/>
                <a:ea typeface="Segoe UI Black" panose="020B0A02040204020203" pitchFamily="34" charset="0"/>
                <a:cs typeface="Calibri" panose="020F0502020204030204" pitchFamily="34" charset="0"/>
              </a:rPr>
              <a:t>Modules</a:t>
            </a:r>
            <a:endParaRPr lang="en-US" sz="3000" dirty="0">
              <a:solidFill>
                <a:srgbClr val="00144F"/>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E9A7D48-5617-6AF5-DCCF-36117C0252D6}"/>
              </a:ext>
            </a:extLst>
          </p:cNvPr>
          <p:cNvSpPr txBox="1"/>
          <p:nvPr/>
        </p:nvSpPr>
        <p:spPr>
          <a:xfrm>
            <a:off x="1660674" y="1404402"/>
            <a:ext cx="378691" cy="369332"/>
          </a:xfrm>
          <a:prstGeom prst="rect">
            <a:avLst/>
          </a:prstGeom>
          <a:noFill/>
        </p:spPr>
        <p:txBody>
          <a:bodyPr wrap="square" rtlCol="0">
            <a:spAutoFit/>
          </a:bodyPr>
          <a:lstStyle/>
          <a:p>
            <a:r>
              <a:rPr lang="en-US" b="1" dirty="0"/>
              <a:t>1</a:t>
            </a:r>
            <a:endParaRPr lang="en-GB" b="1" dirty="0"/>
          </a:p>
        </p:txBody>
      </p:sp>
      <p:sp>
        <p:nvSpPr>
          <p:cNvPr id="10" name="TextBox 9">
            <a:extLst>
              <a:ext uri="{FF2B5EF4-FFF2-40B4-BE49-F238E27FC236}">
                <a16:creationId xmlns:a16="http://schemas.microsoft.com/office/drawing/2014/main" id="{F27A6E5F-D9B7-D374-7E16-F75AB1BEE44C}"/>
              </a:ext>
            </a:extLst>
          </p:cNvPr>
          <p:cNvSpPr txBox="1"/>
          <p:nvPr/>
        </p:nvSpPr>
        <p:spPr>
          <a:xfrm>
            <a:off x="2019404" y="2141621"/>
            <a:ext cx="378691" cy="369332"/>
          </a:xfrm>
          <a:prstGeom prst="rect">
            <a:avLst/>
          </a:prstGeom>
          <a:noFill/>
        </p:spPr>
        <p:txBody>
          <a:bodyPr wrap="square" rtlCol="0">
            <a:spAutoFit/>
          </a:bodyPr>
          <a:lstStyle/>
          <a:p>
            <a:r>
              <a:rPr lang="en-US" b="1" dirty="0"/>
              <a:t>2</a:t>
            </a:r>
            <a:endParaRPr lang="en-GB" b="1" dirty="0"/>
          </a:p>
        </p:txBody>
      </p:sp>
      <p:sp>
        <p:nvSpPr>
          <p:cNvPr id="11" name="TextBox 10">
            <a:extLst>
              <a:ext uri="{FF2B5EF4-FFF2-40B4-BE49-F238E27FC236}">
                <a16:creationId xmlns:a16="http://schemas.microsoft.com/office/drawing/2014/main" id="{278E98F0-27D8-BE0E-7472-2DBDD3687C1A}"/>
              </a:ext>
            </a:extLst>
          </p:cNvPr>
          <p:cNvSpPr txBox="1"/>
          <p:nvPr/>
        </p:nvSpPr>
        <p:spPr>
          <a:xfrm>
            <a:off x="2279908" y="2828593"/>
            <a:ext cx="371583" cy="369332"/>
          </a:xfrm>
          <a:prstGeom prst="rect">
            <a:avLst/>
          </a:prstGeom>
          <a:noFill/>
        </p:spPr>
        <p:txBody>
          <a:bodyPr wrap="square" rtlCol="0">
            <a:spAutoFit/>
          </a:bodyPr>
          <a:lstStyle/>
          <a:p>
            <a:r>
              <a:rPr lang="en-US" b="1"/>
              <a:t>3</a:t>
            </a:r>
            <a:endParaRPr lang="en-GB" b="1"/>
          </a:p>
        </p:txBody>
      </p:sp>
      <p:sp>
        <p:nvSpPr>
          <p:cNvPr id="12" name="TextBox 11">
            <a:extLst>
              <a:ext uri="{FF2B5EF4-FFF2-40B4-BE49-F238E27FC236}">
                <a16:creationId xmlns:a16="http://schemas.microsoft.com/office/drawing/2014/main" id="{01599A59-AD8E-C997-F390-42FEB8E9D912}"/>
              </a:ext>
            </a:extLst>
          </p:cNvPr>
          <p:cNvSpPr txBox="1"/>
          <p:nvPr/>
        </p:nvSpPr>
        <p:spPr>
          <a:xfrm>
            <a:off x="2232519" y="3561670"/>
            <a:ext cx="378691" cy="369332"/>
          </a:xfrm>
          <a:prstGeom prst="rect">
            <a:avLst/>
          </a:prstGeom>
          <a:noFill/>
        </p:spPr>
        <p:txBody>
          <a:bodyPr wrap="square" rtlCol="0">
            <a:spAutoFit/>
          </a:bodyPr>
          <a:lstStyle/>
          <a:p>
            <a:r>
              <a:rPr lang="en-US" b="1" dirty="0"/>
              <a:t>4</a:t>
            </a:r>
            <a:endParaRPr lang="en-GB" b="1" dirty="0"/>
          </a:p>
        </p:txBody>
      </p:sp>
      <p:sp>
        <p:nvSpPr>
          <p:cNvPr id="13" name="TextBox 12">
            <a:extLst>
              <a:ext uri="{FF2B5EF4-FFF2-40B4-BE49-F238E27FC236}">
                <a16:creationId xmlns:a16="http://schemas.microsoft.com/office/drawing/2014/main" id="{602F36C0-AA0A-CD6C-CD46-1C3D5848E2CE}"/>
              </a:ext>
            </a:extLst>
          </p:cNvPr>
          <p:cNvSpPr txBox="1"/>
          <p:nvPr/>
        </p:nvSpPr>
        <p:spPr>
          <a:xfrm>
            <a:off x="2039365" y="4313229"/>
            <a:ext cx="378691" cy="369332"/>
          </a:xfrm>
          <a:prstGeom prst="rect">
            <a:avLst/>
          </a:prstGeom>
          <a:noFill/>
        </p:spPr>
        <p:txBody>
          <a:bodyPr wrap="square" rtlCol="0">
            <a:spAutoFit/>
          </a:bodyPr>
          <a:lstStyle/>
          <a:p>
            <a:r>
              <a:rPr lang="en-US" b="1" dirty="0"/>
              <a:t>5</a:t>
            </a:r>
            <a:endParaRPr lang="en-GB" b="1" dirty="0"/>
          </a:p>
        </p:txBody>
      </p:sp>
      <p:sp>
        <p:nvSpPr>
          <p:cNvPr id="2" name="TextBox 1">
            <a:extLst>
              <a:ext uri="{FF2B5EF4-FFF2-40B4-BE49-F238E27FC236}">
                <a16:creationId xmlns:a16="http://schemas.microsoft.com/office/drawing/2014/main" id="{0A63CDBC-9720-81B1-63F2-986C0ED91234}"/>
              </a:ext>
            </a:extLst>
          </p:cNvPr>
          <p:cNvSpPr txBox="1"/>
          <p:nvPr/>
        </p:nvSpPr>
        <p:spPr>
          <a:xfrm>
            <a:off x="1654935" y="5008955"/>
            <a:ext cx="378691" cy="369332"/>
          </a:xfrm>
          <a:prstGeom prst="rect">
            <a:avLst/>
          </a:prstGeom>
          <a:noFill/>
        </p:spPr>
        <p:txBody>
          <a:bodyPr wrap="square" rtlCol="0">
            <a:spAutoFit/>
          </a:bodyPr>
          <a:lstStyle/>
          <a:p>
            <a:r>
              <a:rPr lang="en-US" b="1" dirty="0"/>
              <a:t>6</a:t>
            </a:r>
            <a:endParaRPr lang="en-GB" b="1" dirty="0"/>
          </a:p>
        </p:txBody>
      </p:sp>
    </p:spTree>
    <p:extLst>
      <p:ext uri="{BB962C8B-B14F-4D97-AF65-F5344CB8AC3E}">
        <p14:creationId xmlns:p14="http://schemas.microsoft.com/office/powerpoint/2010/main" val="1998583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52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anim calcmode="lin" valueType="num">
                                      <p:cBhvr>
                                        <p:cTn id="10" dur="500" fill="hold"/>
                                        <p:tgtEl>
                                          <p:spTgt spid="8"/>
                                        </p:tgtEl>
                                        <p:attrNameLst>
                                          <p:attrName>ppt_x</p:attrName>
                                        </p:attrNameLst>
                                      </p:cBhvr>
                                      <p:tavLst>
                                        <p:tav tm="0">
                                          <p:val>
                                            <p:fltVal val="0.5"/>
                                          </p:val>
                                        </p:tav>
                                        <p:tav tm="100000">
                                          <p:val>
                                            <p:strVal val="#ppt_x"/>
                                          </p:val>
                                        </p:tav>
                                      </p:tavLst>
                                    </p:anim>
                                    <p:anim calcmode="lin" valueType="num">
                                      <p:cBhvr>
                                        <p:cTn id="11" dur="500" fill="hold"/>
                                        <p:tgtEl>
                                          <p:spTgt spid="8"/>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0178A95-B0B6-F59E-18DD-863891A0285F}"/>
              </a:ext>
            </a:extLst>
          </p:cNvPr>
          <p:cNvSpPr>
            <a:spLocks noGrp="1"/>
          </p:cNvSpPr>
          <p:nvPr>
            <p:ph type="subTitle" idx="1"/>
          </p:nvPr>
        </p:nvSpPr>
        <p:spPr/>
        <p:txBody>
          <a:bodyPr/>
          <a:lstStyle/>
          <a:p>
            <a:endParaRPr lang="en-GB" dirty="0"/>
          </a:p>
        </p:txBody>
      </p:sp>
      <p:sp>
        <p:nvSpPr>
          <p:cNvPr id="3" name="Title 2">
            <a:extLst>
              <a:ext uri="{FF2B5EF4-FFF2-40B4-BE49-F238E27FC236}">
                <a16:creationId xmlns:a16="http://schemas.microsoft.com/office/drawing/2014/main" id="{5A0A4CF8-03D9-B56D-C598-AD6B60E80FCB}"/>
              </a:ext>
            </a:extLst>
          </p:cNvPr>
          <p:cNvSpPr>
            <a:spLocks noGrp="1"/>
          </p:cNvSpPr>
          <p:nvPr>
            <p:ph type="title"/>
          </p:nvPr>
        </p:nvSpPr>
        <p:spPr>
          <a:xfrm>
            <a:off x="1437219" y="2883563"/>
            <a:ext cx="10001249" cy="648000"/>
          </a:xfrm>
        </p:spPr>
        <p:txBody>
          <a:bodyPr/>
          <a:lstStyle/>
          <a:p>
            <a:r>
              <a:rPr lang="en-GB" dirty="0"/>
              <a:t>Introducing the Use Case</a:t>
            </a:r>
          </a:p>
        </p:txBody>
      </p:sp>
    </p:spTree>
    <p:extLst>
      <p:ext uri="{BB962C8B-B14F-4D97-AF65-F5344CB8AC3E}">
        <p14:creationId xmlns:p14="http://schemas.microsoft.com/office/powerpoint/2010/main" val="1520023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9FDC-04F7-4294-BBB5-5B19C2FC3D2B}"/>
              </a:ext>
            </a:extLst>
          </p:cNvPr>
          <p:cNvSpPr>
            <a:spLocks noGrp="1"/>
          </p:cNvSpPr>
          <p:nvPr>
            <p:ph type="title"/>
          </p:nvPr>
        </p:nvSpPr>
        <p:spPr/>
        <p:txBody>
          <a:bodyPr>
            <a:normAutofit/>
          </a:bodyPr>
          <a:lstStyle/>
          <a:p>
            <a:r>
              <a:rPr lang="en-US" dirty="0"/>
              <a:t>Bank Customer Management System.</a:t>
            </a:r>
          </a:p>
        </p:txBody>
      </p:sp>
      <p:sp>
        <p:nvSpPr>
          <p:cNvPr id="4" name="Content Placeholder 5">
            <a:extLst>
              <a:ext uri="{FF2B5EF4-FFF2-40B4-BE49-F238E27FC236}">
                <a16:creationId xmlns:a16="http://schemas.microsoft.com/office/drawing/2014/main" id="{FA31C0CD-1220-4C78-8BBC-FBA814AA8958}"/>
              </a:ext>
            </a:extLst>
          </p:cNvPr>
          <p:cNvSpPr>
            <a:spLocks noGrp="1"/>
          </p:cNvSpPr>
          <p:nvPr>
            <p:ph idx="1"/>
          </p:nvPr>
        </p:nvSpPr>
        <p:spPr>
          <a:xfrm>
            <a:off x="638175" y="990600"/>
            <a:ext cx="9725025" cy="3019425"/>
          </a:xfrm>
        </p:spPr>
        <p:txBody>
          <a:bodyPr>
            <a:normAutofit/>
          </a:bodyPr>
          <a:lstStyle/>
          <a:p>
            <a:r>
              <a:rPr lang="en-US" dirty="0"/>
              <a:t>Persist the customer data into tables using JDBC.</a:t>
            </a:r>
          </a:p>
          <a:p>
            <a:endParaRPr lang="en-US" dirty="0"/>
          </a:p>
          <a:p>
            <a:r>
              <a:rPr lang="en-US" dirty="0"/>
              <a:t>Save the customer details into database as and when new customer gets added.</a:t>
            </a:r>
          </a:p>
          <a:p>
            <a:endParaRPr lang="en-US" dirty="0"/>
          </a:p>
          <a:p>
            <a:r>
              <a:rPr lang="en-US" dirty="0"/>
              <a:t>Delete the customer details from database as and when admin requests to delete any customer.</a:t>
            </a:r>
          </a:p>
          <a:p>
            <a:endParaRPr lang="en-US" dirty="0"/>
          </a:p>
          <a:p>
            <a:pPr marL="0" indent="0">
              <a:buNone/>
            </a:pPr>
            <a:endParaRPr lang="en-US" dirty="0"/>
          </a:p>
          <a:p>
            <a:endParaRPr lang="en-US" dirty="0"/>
          </a:p>
          <a:p>
            <a:pPr marL="0" indent="0">
              <a:buNone/>
            </a:pPr>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4147204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A937-8776-4962-8517-550AE5661DE8}"/>
              </a:ext>
            </a:extLst>
          </p:cNvPr>
          <p:cNvSpPr>
            <a:spLocks noGrp="1"/>
          </p:cNvSpPr>
          <p:nvPr>
            <p:ph type="title"/>
          </p:nvPr>
        </p:nvSpPr>
        <p:spPr/>
        <p:txBody>
          <a:bodyPr>
            <a:normAutofit/>
          </a:bodyPr>
          <a:lstStyle/>
          <a:p>
            <a:r>
              <a:rPr lang="en-US" dirty="0"/>
              <a:t>Bank Customer Management System</a:t>
            </a:r>
          </a:p>
        </p:txBody>
      </p:sp>
      <p:sp>
        <p:nvSpPr>
          <p:cNvPr id="6" name="Content Placeholder 5">
            <a:extLst>
              <a:ext uri="{FF2B5EF4-FFF2-40B4-BE49-F238E27FC236}">
                <a16:creationId xmlns:a16="http://schemas.microsoft.com/office/drawing/2014/main" id="{3D0BC147-D523-4F4A-846F-CB547BE33041}"/>
              </a:ext>
            </a:extLst>
          </p:cNvPr>
          <p:cNvSpPr>
            <a:spLocks noGrp="1"/>
          </p:cNvSpPr>
          <p:nvPr>
            <p:ph idx="1"/>
          </p:nvPr>
        </p:nvSpPr>
        <p:spPr>
          <a:xfrm>
            <a:off x="737518" y="1147061"/>
            <a:ext cx="3857626" cy="5700621"/>
          </a:xfrm>
        </p:spPr>
        <p:txBody>
          <a:bodyPr>
            <a:normAutofit/>
          </a:bodyPr>
          <a:lstStyle/>
          <a:p>
            <a:r>
              <a:rPr lang="en-US" dirty="0"/>
              <a:t>Display the menu to user </a:t>
            </a:r>
          </a:p>
          <a:p>
            <a:endParaRPr lang="en-US" dirty="0"/>
          </a:p>
          <a:p>
            <a:endParaRPr lang="en-US" dirty="0"/>
          </a:p>
          <a:p>
            <a:r>
              <a:rPr lang="en-US" dirty="0"/>
              <a:t>Create the customer class having fields </a:t>
            </a:r>
            <a:r>
              <a:rPr lang="en-US" dirty="0" err="1"/>
              <a:t>cutsomerid</a:t>
            </a:r>
            <a:r>
              <a:rPr lang="en-US" dirty="0"/>
              <a:t> as int, name as string, </a:t>
            </a:r>
            <a:r>
              <a:rPr lang="en-US" dirty="0" err="1"/>
              <a:t>mailid</a:t>
            </a:r>
            <a:r>
              <a:rPr lang="en-US" dirty="0"/>
              <a:t> as string contact as string and account type as string.</a:t>
            </a:r>
          </a:p>
          <a:p>
            <a:r>
              <a:rPr lang="en-US" dirty="0"/>
              <a:t>If user enters 1 , please provide the details. On valid entries these details should be added into the database with auto generated </a:t>
            </a:r>
            <a:r>
              <a:rPr lang="en-US" dirty="0" err="1"/>
              <a:t>customerid</a:t>
            </a:r>
            <a:r>
              <a:rPr lang="en-US" dirty="0"/>
              <a:t>.</a:t>
            </a:r>
          </a:p>
          <a:p>
            <a:pPr marL="0" indent="0">
              <a:buNone/>
            </a:pPr>
            <a:r>
              <a:rPr lang="en-US" dirty="0"/>
              <a:t>	</a:t>
            </a:r>
          </a:p>
        </p:txBody>
      </p:sp>
      <p:pic>
        <p:nvPicPr>
          <p:cNvPr id="4" name="Picture 3">
            <a:extLst>
              <a:ext uri="{FF2B5EF4-FFF2-40B4-BE49-F238E27FC236}">
                <a16:creationId xmlns:a16="http://schemas.microsoft.com/office/drawing/2014/main" id="{DFFE0486-C1EF-4AD8-A0A7-FBD734DF6232}"/>
              </a:ext>
            </a:extLst>
          </p:cNvPr>
          <p:cNvPicPr>
            <a:picLocks noChangeAspect="1"/>
          </p:cNvPicPr>
          <p:nvPr/>
        </p:nvPicPr>
        <p:blipFill>
          <a:blip r:embed="rId3"/>
          <a:stretch>
            <a:fillRect/>
          </a:stretch>
        </p:blipFill>
        <p:spPr>
          <a:xfrm>
            <a:off x="4735335" y="1147061"/>
            <a:ext cx="5286375" cy="1992468"/>
          </a:xfrm>
          <a:prstGeom prst="rect">
            <a:avLst/>
          </a:prstGeom>
          <a:ln>
            <a:solidFill>
              <a:schemeClr val="tx1"/>
            </a:solidFill>
          </a:ln>
        </p:spPr>
      </p:pic>
      <p:pic>
        <p:nvPicPr>
          <p:cNvPr id="11" name="Picture 10">
            <a:extLst>
              <a:ext uri="{FF2B5EF4-FFF2-40B4-BE49-F238E27FC236}">
                <a16:creationId xmlns:a16="http://schemas.microsoft.com/office/drawing/2014/main" id="{407D1715-C255-463F-A594-C59F953C6640}"/>
              </a:ext>
            </a:extLst>
          </p:cNvPr>
          <p:cNvPicPr>
            <a:picLocks noChangeAspect="1"/>
          </p:cNvPicPr>
          <p:nvPr/>
        </p:nvPicPr>
        <p:blipFill>
          <a:blip r:embed="rId4"/>
          <a:stretch>
            <a:fillRect/>
          </a:stretch>
        </p:blipFill>
        <p:spPr>
          <a:xfrm>
            <a:off x="4735335" y="3317632"/>
            <a:ext cx="6300434" cy="2316196"/>
          </a:xfrm>
          <a:prstGeom prst="rect">
            <a:avLst/>
          </a:prstGeom>
          <a:ln>
            <a:solidFill>
              <a:schemeClr val="tx1"/>
            </a:solidFill>
          </a:ln>
        </p:spPr>
      </p:pic>
    </p:spTree>
    <p:extLst>
      <p:ext uri="{BB962C8B-B14F-4D97-AF65-F5344CB8AC3E}">
        <p14:creationId xmlns:p14="http://schemas.microsoft.com/office/powerpoint/2010/main" val="3410297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9FDC-04F7-4294-BBB5-5B19C2FC3D2B}"/>
              </a:ext>
            </a:extLst>
          </p:cNvPr>
          <p:cNvSpPr>
            <a:spLocks noGrp="1"/>
          </p:cNvSpPr>
          <p:nvPr>
            <p:ph type="title"/>
          </p:nvPr>
        </p:nvSpPr>
        <p:spPr/>
        <p:txBody>
          <a:bodyPr>
            <a:normAutofit/>
          </a:bodyPr>
          <a:lstStyle/>
          <a:p>
            <a:r>
              <a:rPr lang="en-US" dirty="0"/>
              <a:t>Bank Customer Management System …</a:t>
            </a:r>
          </a:p>
        </p:txBody>
      </p:sp>
      <p:sp>
        <p:nvSpPr>
          <p:cNvPr id="4" name="Content Placeholder 5">
            <a:extLst>
              <a:ext uri="{FF2B5EF4-FFF2-40B4-BE49-F238E27FC236}">
                <a16:creationId xmlns:a16="http://schemas.microsoft.com/office/drawing/2014/main" id="{FA31C0CD-1220-4C78-8BBC-FBA814AA8958}"/>
              </a:ext>
            </a:extLst>
          </p:cNvPr>
          <p:cNvSpPr>
            <a:spLocks noGrp="1"/>
          </p:cNvSpPr>
          <p:nvPr>
            <p:ph idx="1"/>
          </p:nvPr>
        </p:nvSpPr>
        <p:spPr>
          <a:xfrm>
            <a:off x="942975" y="952500"/>
            <a:ext cx="10325099" cy="5362800"/>
          </a:xfrm>
        </p:spPr>
        <p:txBody>
          <a:bodyPr>
            <a:normAutofit/>
          </a:bodyPr>
          <a:lstStyle/>
          <a:p>
            <a:r>
              <a:rPr lang="en-US" dirty="0"/>
              <a:t>While adding the customer, make sure admin provides valid entries like name can only have alphabets, email should be valid one , contact no should have 10 digits and account type can be either Savings or current. If any one of the condition fails, the customer should not be added in the database and display the appropriate error message.</a:t>
            </a:r>
          </a:p>
          <a:p>
            <a:r>
              <a:rPr lang="en-US" dirty="0"/>
              <a:t>If user enters 2 , display all existing customer details using collection.</a:t>
            </a:r>
          </a:p>
          <a:p>
            <a:pPr marL="0" indent="0">
              <a:buNone/>
            </a:pPr>
            <a:r>
              <a:rPr lang="en-US" dirty="0"/>
              <a:t>	</a:t>
            </a:r>
          </a:p>
          <a:p>
            <a:pPr marL="0" indent="0">
              <a:buNone/>
            </a:pPr>
            <a:endParaRPr lang="en-US" dirty="0"/>
          </a:p>
          <a:p>
            <a:r>
              <a:rPr lang="en-US" dirty="0"/>
              <a:t>If user enters 3 , display the matched customer details.</a:t>
            </a:r>
          </a:p>
          <a:p>
            <a:endParaRPr lang="en-US" dirty="0"/>
          </a:p>
          <a:p>
            <a:endParaRPr lang="en-US" dirty="0"/>
          </a:p>
          <a:p>
            <a:endParaRPr lang="en-US" dirty="0"/>
          </a:p>
          <a:p>
            <a:r>
              <a:rPr lang="en-US" dirty="0"/>
              <a:t>If user enters 4 , delete the matched customer details.</a:t>
            </a:r>
          </a:p>
          <a:p>
            <a:endParaRPr lang="en-US" dirty="0"/>
          </a:p>
          <a:p>
            <a:endParaRPr lang="en-US" dirty="0"/>
          </a:p>
          <a:p>
            <a:endParaRPr lang="en-US" dirty="0"/>
          </a:p>
          <a:p>
            <a:endParaRPr lang="en-US" dirty="0"/>
          </a:p>
          <a:p>
            <a:r>
              <a:rPr lang="en-US" dirty="0"/>
              <a:t>If user enters 5, exit the application.</a:t>
            </a:r>
          </a:p>
          <a:p>
            <a:endParaRPr lang="en-US" dirty="0"/>
          </a:p>
          <a:p>
            <a:endParaRPr lang="en-US" dirty="0"/>
          </a:p>
          <a:p>
            <a:endParaRPr lang="en-US" dirty="0"/>
          </a:p>
          <a:p>
            <a:pPr marL="0" indent="0">
              <a:buNone/>
            </a:pPr>
            <a:endParaRPr lang="en-US" dirty="0"/>
          </a:p>
        </p:txBody>
      </p:sp>
      <p:pic>
        <p:nvPicPr>
          <p:cNvPr id="5" name="Picture 4">
            <a:extLst>
              <a:ext uri="{FF2B5EF4-FFF2-40B4-BE49-F238E27FC236}">
                <a16:creationId xmlns:a16="http://schemas.microsoft.com/office/drawing/2014/main" id="{0C5C43AA-A132-4890-8747-CCC7F9ACDDF4}"/>
              </a:ext>
            </a:extLst>
          </p:cNvPr>
          <p:cNvPicPr>
            <a:picLocks noChangeAspect="1"/>
          </p:cNvPicPr>
          <p:nvPr/>
        </p:nvPicPr>
        <p:blipFill>
          <a:blip r:embed="rId2"/>
          <a:stretch>
            <a:fillRect/>
          </a:stretch>
        </p:blipFill>
        <p:spPr>
          <a:xfrm>
            <a:off x="1437843" y="2526908"/>
            <a:ext cx="9000758" cy="553203"/>
          </a:xfrm>
          <a:prstGeom prst="rect">
            <a:avLst/>
          </a:prstGeom>
          <a:ln>
            <a:solidFill>
              <a:schemeClr val="tx1"/>
            </a:solidFill>
          </a:ln>
        </p:spPr>
      </p:pic>
      <p:pic>
        <p:nvPicPr>
          <p:cNvPr id="6" name="Picture 5">
            <a:extLst>
              <a:ext uri="{FF2B5EF4-FFF2-40B4-BE49-F238E27FC236}">
                <a16:creationId xmlns:a16="http://schemas.microsoft.com/office/drawing/2014/main" id="{83D7DC31-6D78-48F3-B384-C44C0C11D28B}"/>
              </a:ext>
            </a:extLst>
          </p:cNvPr>
          <p:cNvPicPr>
            <a:picLocks noChangeAspect="1"/>
          </p:cNvPicPr>
          <p:nvPr/>
        </p:nvPicPr>
        <p:blipFill>
          <a:blip r:embed="rId3"/>
          <a:stretch>
            <a:fillRect/>
          </a:stretch>
        </p:blipFill>
        <p:spPr>
          <a:xfrm>
            <a:off x="1437842" y="3499999"/>
            <a:ext cx="9000759" cy="734632"/>
          </a:xfrm>
          <a:prstGeom prst="rect">
            <a:avLst/>
          </a:prstGeom>
          <a:ln>
            <a:solidFill>
              <a:schemeClr val="tx1"/>
            </a:solidFill>
          </a:ln>
        </p:spPr>
      </p:pic>
      <p:pic>
        <p:nvPicPr>
          <p:cNvPr id="7" name="Picture 6">
            <a:extLst>
              <a:ext uri="{FF2B5EF4-FFF2-40B4-BE49-F238E27FC236}">
                <a16:creationId xmlns:a16="http://schemas.microsoft.com/office/drawing/2014/main" id="{50BB55C3-2359-4FC5-A72C-D0129F3C881A}"/>
              </a:ext>
            </a:extLst>
          </p:cNvPr>
          <p:cNvPicPr>
            <a:picLocks noChangeAspect="1"/>
          </p:cNvPicPr>
          <p:nvPr/>
        </p:nvPicPr>
        <p:blipFill>
          <a:blip r:embed="rId4"/>
          <a:stretch>
            <a:fillRect/>
          </a:stretch>
        </p:blipFill>
        <p:spPr>
          <a:xfrm>
            <a:off x="1437843" y="4654519"/>
            <a:ext cx="6220663" cy="1021008"/>
          </a:xfrm>
          <a:prstGeom prst="rect">
            <a:avLst/>
          </a:prstGeom>
          <a:ln>
            <a:solidFill>
              <a:schemeClr val="tx1"/>
            </a:solidFill>
          </a:ln>
        </p:spPr>
      </p:pic>
    </p:spTree>
    <p:extLst>
      <p:ext uri="{BB962C8B-B14F-4D97-AF65-F5344CB8AC3E}">
        <p14:creationId xmlns:p14="http://schemas.microsoft.com/office/powerpoint/2010/main" val="451952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6C42541-175A-4B58-8EE9-2045081F3A3E}"/>
              </a:ext>
            </a:extLst>
          </p:cNvPr>
          <p:cNvSpPr>
            <a:spLocks noGrp="1"/>
          </p:cNvSpPr>
          <p:nvPr>
            <p:ph type="ftr" sz="quarter" idx="4294967295"/>
          </p:nvPr>
        </p:nvSpPr>
        <p:spPr>
          <a:xfrm>
            <a:off x="2370132" y="6255020"/>
            <a:ext cx="3024000" cy="158400"/>
          </a:xfrm>
          <a:prstGeom prst="rect">
            <a:avLst/>
          </a:prstGeom>
        </p:spPr>
        <p:txBody>
          <a:bodyPr/>
          <a:lstStyle/>
          <a:p>
            <a:endParaRPr lang="en-GB" dirty="0"/>
          </a:p>
        </p:txBody>
      </p:sp>
      <p:sp>
        <p:nvSpPr>
          <p:cNvPr id="4" name="Title 3">
            <a:extLst>
              <a:ext uri="{FF2B5EF4-FFF2-40B4-BE49-F238E27FC236}">
                <a16:creationId xmlns:a16="http://schemas.microsoft.com/office/drawing/2014/main" id="{B912E75F-5BD8-8149-0F8B-E78F81016790}"/>
              </a:ext>
            </a:extLst>
          </p:cNvPr>
          <p:cNvSpPr>
            <a:spLocks noGrp="1"/>
          </p:cNvSpPr>
          <p:nvPr>
            <p:ph type="title"/>
          </p:nvPr>
        </p:nvSpPr>
        <p:spPr>
          <a:xfrm>
            <a:off x="1891244" y="2903883"/>
            <a:ext cx="10001249" cy="648000"/>
          </a:xfrm>
        </p:spPr>
        <p:txBody>
          <a:bodyPr/>
          <a:lstStyle/>
          <a:p>
            <a:r>
              <a:rPr lang="en-US" dirty="0"/>
              <a:t>JDBC (Java Data Base Connectivity)</a:t>
            </a:r>
            <a:endParaRPr lang="en-GB" dirty="0"/>
          </a:p>
        </p:txBody>
      </p:sp>
    </p:spTree>
    <p:extLst>
      <p:ext uri="{BB962C8B-B14F-4D97-AF65-F5344CB8AC3E}">
        <p14:creationId xmlns:p14="http://schemas.microsoft.com/office/powerpoint/2010/main" val="3368299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FE3DC-3B71-4828-B6FE-8F0533855565}"/>
              </a:ext>
            </a:extLst>
          </p:cNvPr>
          <p:cNvSpPr>
            <a:spLocks noGrp="1"/>
          </p:cNvSpPr>
          <p:nvPr>
            <p:ph type="title"/>
          </p:nvPr>
        </p:nvSpPr>
        <p:spPr>
          <a:xfrm>
            <a:off x="1467092" y="199800"/>
            <a:ext cx="9259747" cy="702000"/>
          </a:xfrm>
        </p:spPr>
        <p:txBody>
          <a:bodyPr/>
          <a:lstStyle/>
          <a:p>
            <a:r>
              <a:rPr lang="en-US" dirty="0"/>
              <a:t>Module 5 : JDBC</a:t>
            </a:r>
          </a:p>
        </p:txBody>
      </p:sp>
      <p:sp>
        <p:nvSpPr>
          <p:cNvPr id="5" name="Rectangle: Rounded Corners 4">
            <a:extLst>
              <a:ext uri="{FF2B5EF4-FFF2-40B4-BE49-F238E27FC236}">
                <a16:creationId xmlns:a16="http://schemas.microsoft.com/office/drawing/2014/main" id="{7B052245-514A-4C31-B4F3-73F83A17CD71}"/>
              </a:ext>
            </a:extLst>
          </p:cNvPr>
          <p:cNvSpPr/>
          <p:nvPr/>
        </p:nvSpPr>
        <p:spPr>
          <a:xfrm>
            <a:off x="5318094" y="1838071"/>
            <a:ext cx="1812756" cy="702000"/>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What is JDBC</a:t>
            </a:r>
          </a:p>
        </p:txBody>
      </p:sp>
      <p:sp>
        <p:nvSpPr>
          <p:cNvPr id="6" name="Rectangle: Rounded Corners 5">
            <a:extLst>
              <a:ext uri="{FF2B5EF4-FFF2-40B4-BE49-F238E27FC236}">
                <a16:creationId xmlns:a16="http://schemas.microsoft.com/office/drawing/2014/main" id="{DF47FEA2-01AD-4816-9FA0-FCA8DFBBE98B}"/>
              </a:ext>
            </a:extLst>
          </p:cNvPr>
          <p:cNvSpPr/>
          <p:nvPr/>
        </p:nvSpPr>
        <p:spPr>
          <a:xfrm>
            <a:off x="8174474" y="3476343"/>
            <a:ext cx="2686654" cy="798235"/>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JDBC Driver and Type of JDBC Drivers</a:t>
            </a:r>
          </a:p>
        </p:txBody>
      </p:sp>
      <p:sp>
        <p:nvSpPr>
          <p:cNvPr id="7" name="Rectangle: Rounded Corners 6">
            <a:extLst>
              <a:ext uri="{FF2B5EF4-FFF2-40B4-BE49-F238E27FC236}">
                <a16:creationId xmlns:a16="http://schemas.microsoft.com/office/drawing/2014/main" id="{CD93C923-896B-4AED-9CF1-C2411CFA8E21}"/>
              </a:ext>
            </a:extLst>
          </p:cNvPr>
          <p:cNvSpPr/>
          <p:nvPr/>
        </p:nvSpPr>
        <p:spPr>
          <a:xfrm>
            <a:off x="1564367" y="3575327"/>
            <a:ext cx="2466745" cy="600265"/>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Connection</a:t>
            </a:r>
          </a:p>
        </p:txBody>
      </p:sp>
      <p:sp>
        <p:nvSpPr>
          <p:cNvPr id="8" name="Rectangle: Rounded Corners 7">
            <a:extLst>
              <a:ext uri="{FF2B5EF4-FFF2-40B4-BE49-F238E27FC236}">
                <a16:creationId xmlns:a16="http://schemas.microsoft.com/office/drawing/2014/main" id="{50795AE4-A55E-4173-8355-7A9B71E96AB9}"/>
              </a:ext>
            </a:extLst>
          </p:cNvPr>
          <p:cNvSpPr/>
          <p:nvPr/>
        </p:nvSpPr>
        <p:spPr>
          <a:xfrm>
            <a:off x="4881966" y="3544005"/>
            <a:ext cx="2466745" cy="704905"/>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Steps for JDBC program </a:t>
            </a:r>
          </a:p>
        </p:txBody>
      </p:sp>
      <p:sp>
        <p:nvSpPr>
          <p:cNvPr id="10" name="Rectangle: Rounded Corners 9">
            <a:extLst>
              <a:ext uri="{FF2B5EF4-FFF2-40B4-BE49-F238E27FC236}">
                <a16:creationId xmlns:a16="http://schemas.microsoft.com/office/drawing/2014/main" id="{AF9683D6-AA01-4675-AFA7-570E6AFCE998}"/>
              </a:ext>
            </a:extLst>
          </p:cNvPr>
          <p:cNvSpPr/>
          <p:nvPr/>
        </p:nvSpPr>
        <p:spPr>
          <a:xfrm>
            <a:off x="8077200" y="1852813"/>
            <a:ext cx="2362200" cy="672516"/>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Core JDBC Components</a:t>
            </a:r>
          </a:p>
        </p:txBody>
      </p:sp>
      <p:sp>
        <p:nvSpPr>
          <p:cNvPr id="9" name="Rectangle: Rounded Corners 8">
            <a:extLst>
              <a:ext uri="{FF2B5EF4-FFF2-40B4-BE49-F238E27FC236}">
                <a16:creationId xmlns:a16="http://schemas.microsoft.com/office/drawing/2014/main" id="{1C9F1BE6-FDD2-4A7E-8350-B0322BB562B3}"/>
              </a:ext>
            </a:extLst>
          </p:cNvPr>
          <p:cNvSpPr/>
          <p:nvPr/>
        </p:nvSpPr>
        <p:spPr>
          <a:xfrm>
            <a:off x="1905001" y="1823329"/>
            <a:ext cx="2466745" cy="702001"/>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Introduce the Use case</a:t>
            </a:r>
          </a:p>
        </p:txBody>
      </p:sp>
      <p:sp>
        <p:nvSpPr>
          <p:cNvPr id="3" name="Arrow: Right 2">
            <a:extLst>
              <a:ext uri="{FF2B5EF4-FFF2-40B4-BE49-F238E27FC236}">
                <a16:creationId xmlns:a16="http://schemas.microsoft.com/office/drawing/2014/main" id="{9F10F957-34F2-4618-887D-2D8047E3926D}"/>
              </a:ext>
            </a:extLst>
          </p:cNvPr>
          <p:cNvSpPr/>
          <p:nvPr/>
        </p:nvSpPr>
        <p:spPr>
          <a:xfrm>
            <a:off x="4371746" y="2028331"/>
            <a:ext cx="946349" cy="3510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BE5357E5-66ED-4107-B34B-EE6E36681EA3}"/>
              </a:ext>
            </a:extLst>
          </p:cNvPr>
          <p:cNvSpPr/>
          <p:nvPr/>
        </p:nvSpPr>
        <p:spPr>
          <a:xfrm>
            <a:off x="7130851" y="2028331"/>
            <a:ext cx="946349" cy="3510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D2C8BF93-04F3-442E-AF9D-A544BB8D4AEF}"/>
              </a:ext>
            </a:extLst>
          </p:cNvPr>
          <p:cNvSpPr/>
          <p:nvPr/>
        </p:nvSpPr>
        <p:spPr>
          <a:xfrm flipH="1">
            <a:off x="7348710" y="3712974"/>
            <a:ext cx="840008" cy="3510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Arrow: Down 3">
            <a:extLst>
              <a:ext uri="{FF2B5EF4-FFF2-40B4-BE49-F238E27FC236}">
                <a16:creationId xmlns:a16="http://schemas.microsoft.com/office/drawing/2014/main" id="{C8DD048B-4683-4995-B6C9-DB4B9C415669}"/>
              </a:ext>
            </a:extLst>
          </p:cNvPr>
          <p:cNvSpPr/>
          <p:nvPr/>
        </p:nvSpPr>
        <p:spPr>
          <a:xfrm>
            <a:off x="9223303" y="2540072"/>
            <a:ext cx="294498" cy="93627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Down 12">
            <a:extLst>
              <a:ext uri="{FF2B5EF4-FFF2-40B4-BE49-F238E27FC236}">
                <a16:creationId xmlns:a16="http://schemas.microsoft.com/office/drawing/2014/main" id="{0220F56F-59AA-41ED-8069-BEB42074339E}"/>
              </a:ext>
            </a:extLst>
          </p:cNvPr>
          <p:cNvSpPr/>
          <p:nvPr/>
        </p:nvSpPr>
        <p:spPr>
          <a:xfrm>
            <a:off x="2557890" y="4303348"/>
            <a:ext cx="337711" cy="9222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CF946761-850A-4A4D-A371-EC4B0E8322C2}"/>
              </a:ext>
            </a:extLst>
          </p:cNvPr>
          <p:cNvSpPr/>
          <p:nvPr/>
        </p:nvSpPr>
        <p:spPr>
          <a:xfrm>
            <a:off x="1564367" y="5225589"/>
            <a:ext cx="2466745" cy="600265"/>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Statement</a:t>
            </a:r>
          </a:p>
        </p:txBody>
      </p:sp>
      <p:sp>
        <p:nvSpPr>
          <p:cNvPr id="15" name="Rectangle: Rounded Corners 14">
            <a:extLst>
              <a:ext uri="{FF2B5EF4-FFF2-40B4-BE49-F238E27FC236}">
                <a16:creationId xmlns:a16="http://schemas.microsoft.com/office/drawing/2014/main" id="{4726C32D-0A61-482C-8609-748BD1D0D653}"/>
              </a:ext>
            </a:extLst>
          </p:cNvPr>
          <p:cNvSpPr/>
          <p:nvPr/>
        </p:nvSpPr>
        <p:spPr>
          <a:xfrm>
            <a:off x="4970605" y="5190505"/>
            <a:ext cx="2466745" cy="600265"/>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solidFill>
                <a:latin typeface="Body Level 1"/>
              </a:rPr>
              <a:t>PreparedStatement</a:t>
            </a:r>
            <a:endParaRPr lang="en-US" dirty="0">
              <a:solidFill>
                <a:schemeClr val="bg1"/>
              </a:solidFill>
              <a:latin typeface="Body Level 1"/>
            </a:endParaRPr>
          </a:p>
        </p:txBody>
      </p:sp>
      <p:sp>
        <p:nvSpPr>
          <p:cNvPr id="16" name="Rectangle: Rounded Corners 15">
            <a:extLst>
              <a:ext uri="{FF2B5EF4-FFF2-40B4-BE49-F238E27FC236}">
                <a16:creationId xmlns:a16="http://schemas.microsoft.com/office/drawing/2014/main" id="{E6002729-19B5-4B60-8606-F248728B8698}"/>
              </a:ext>
            </a:extLst>
          </p:cNvPr>
          <p:cNvSpPr/>
          <p:nvPr/>
        </p:nvSpPr>
        <p:spPr>
          <a:xfrm>
            <a:off x="8394384" y="5169732"/>
            <a:ext cx="2466745" cy="600265"/>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ResultSet</a:t>
            </a:r>
          </a:p>
        </p:txBody>
      </p:sp>
      <p:sp>
        <p:nvSpPr>
          <p:cNvPr id="17" name="Arrow: Right 16">
            <a:extLst>
              <a:ext uri="{FF2B5EF4-FFF2-40B4-BE49-F238E27FC236}">
                <a16:creationId xmlns:a16="http://schemas.microsoft.com/office/drawing/2014/main" id="{5A14A858-C9AF-4914-9A22-93FFCACCCDB5}"/>
              </a:ext>
            </a:extLst>
          </p:cNvPr>
          <p:cNvSpPr/>
          <p:nvPr/>
        </p:nvSpPr>
        <p:spPr>
          <a:xfrm>
            <a:off x="4017024" y="5371588"/>
            <a:ext cx="946349" cy="3510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132CC042-F5A3-4B76-B621-74F980238416}"/>
              </a:ext>
            </a:extLst>
          </p:cNvPr>
          <p:cNvSpPr/>
          <p:nvPr/>
        </p:nvSpPr>
        <p:spPr>
          <a:xfrm>
            <a:off x="7424009" y="5315136"/>
            <a:ext cx="946349" cy="3510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B3507D6D-8EB8-4538-A635-1CB0EE8C660B}"/>
              </a:ext>
            </a:extLst>
          </p:cNvPr>
          <p:cNvSpPr/>
          <p:nvPr/>
        </p:nvSpPr>
        <p:spPr>
          <a:xfrm flipH="1">
            <a:off x="4016867" y="3726416"/>
            <a:ext cx="840008" cy="3510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4311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15354-2957-4412-BAD4-D6BF48CDBE0B}"/>
              </a:ext>
            </a:extLst>
          </p:cNvPr>
          <p:cNvSpPr>
            <a:spLocks noGrp="1"/>
          </p:cNvSpPr>
          <p:nvPr>
            <p:ph type="title"/>
          </p:nvPr>
        </p:nvSpPr>
        <p:spPr/>
        <p:txBody>
          <a:bodyPr/>
          <a:lstStyle/>
          <a:p>
            <a:r>
              <a:rPr lang="en-US" dirty="0"/>
              <a:t>JDBC</a:t>
            </a:r>
          </a:p>
        </p:txBody>
      </p:sp>
      <p:sp>
        <p:nvSpPr>
          <p:cNvPr id="3" name="Content Placeholder 2">
            <a:extLst>
              <a:ext uri="{FF2B5EF4-FFF2-40B4-BE49-F238E27FC236}">
                <a16:creationId xmlns:a16="http://schemas.microsoft.com/office/drawing/2014/main" id="{90E68894-9018-42C7-A4E2-576013FB6384}"/>
              </a:ext>
            </a:extLst>
          </p:cNvPr>
          <p:cNvSpPr>
            <a:spLocks noGrp="1"/>
          </p:cNvSpPr>
          <p:nvPr>
            <p:ph idx="1"/>
          </p:nvPr>
        </p:nvSpPr>
        <p:spPr>
          <a:xfrm>
            <a:off x="418630" y="956050"/>
            <a:ext cx="5400002" cy="5377185"/>
          </a:xfrm>
        </p:spPr>
        <p:txBody>
          <a:bodyPr>
            <a:normAutofit/>
          </a:bodyPr>
          <a:lstStyle/>
          <a:p>
            <a:r>
              <a:rPr lang="en-US" sz="1800" dirty="0"/>
              <a:t>The Java </a:t>
            </a:r>
            <a:r>
              <a:rPr lang="en-US" sz="1800" i="1" dirty="0"/>
              <a:t>JDBC</a:t>
            </a:r>
            <a:r>
              <a:rPr lang="en-US" sz="1800" dirty="0"/>
              <a:t> API (Java Database Connectivity) enables Java applications to connect to relational databases like MySQL, PostgreSQL, MS SQL Server, Oracle, H2 Database etc.</a:t>
            </a:r>
          </a:p>
          <a:p>
            <a:endParaRPr lang="en-US" sz="1800" dirty="0"/>
          </a:p>
          <a:p>
            <a:r>
              <a:rPr lang="en-US" sz="1800" dirty="0"/>
              <a:t>The JDBC API makes it possible to query and update relational databases, as well as call stored procedures, and obtain meta data about the database.</a:t>
            </a:r>
          </a:p>
          <a:p>
            <a:endParaRPr lang="en-US" sz="1800" dirty="0"/>
          </a:p>
          <a:p>
            <a:r>
              <a:rPr lang="en-US" sz="1800" dirty="0"/>
              <a:t>The Java JDBC API is part of the core Java SE SDK, making JDBC available to all Java applications that want to use it. </a:t>
            </a:r>
          </a:p>
          <a:p>
            <a:endParaRPr lang="en-US" dirty="0"/>
          </a:p>
          <a:p>
            <a:endParaRPr lang="en-US" dirty="0"/>
          </a:p>
        </p:txBody>
      </p:sp>
      <p:pic>
        <p:nvPicPr>
          <p:cNvPr id="5" name="Picture 25">
            <a:extLst>
              <a:ext uri="{FF2B5EF4-FFF2-40B4-BE49-F238E27FC236}">
                <a16:creationId xmlns:a16="http://schemas.microsoft.com/office/drawing/2014/main" id="{438D43ED-0EB2-4132-B87C-FBEFBB2FAC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89599" y="4621492"/>
            <a:ext cx="603457" cy="48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pic>
      <p:graphicFrame>
        <p:nvGraphicFramePr>
          <p:cNvPr id="6" name="Object 5">
            <a:hlinkClick r:id="" action="ppaction://ole?verb=0"/>
            <a:extLst>
              <a:ext uri="{FF2B5EF4-FFF2-40B4-BE49-F238E27FC236}">
                <a16:creationId xmlns:a16="http://schemas.microsoft.com/office/drawing/2014/main" id="{73B8FA76-4CE6-4AB3-ACDC-DEA165D65009}"/>
              </a:ext>
            </a:extLst>
          </p:cNvPr>
          <p:cNvGraphicFramePr>
            <a:graphicFrameLocks/>
          </p:cNvGraphicFramePr>
          <p:nvPr>
            <p:extLst>
              <p:ext uri="{D42A27DB-BD31-4B8C-83A1-F6EECF244321}">
                <p14:modId xmlns:p14="http://schemas.microsoft.com/office/powerpoint/2010/main" val="2650675303"/>
              </p:ext>
            </p:extLst>
          </p:nvPr>
        </p:nvGraphicFramePr>
        <p:xfrm>
          <a:off x="9466134" y="3595919"/>
          <a:ext cx="295275" cy="474662"/>
        </p:xfrm>
        <a:graphic>
          <a:graphicData uri="http://schemas.openxmlformats.org/presentationml/2006/ole">
            <mc:AlternateContent xmlns:mc="http://schemas.openxmlformats.org/markup-compatibility/2006">
              <mc:Choice xmlns:v="urn:schemas-microsoft-com:vml" Requires="v">
                <p:oleObj name="Clip" r:id="rId3" imgW="688769" imgH="1360181" progId="">
                  <p:embed/>
                </p:oleObj>
              </mc:Choice>
              <mc:Fallback>
                <p:oleObj name="Clip" r:id="rId3" imgW="688769" imgH="1360181" progId="">
                  <p:embed/>
                  <p:pic>
                    <p:nvPicPr>
                      <p:cNvPr id="6" name="Object 5">
                        <a:hlinkClick r:id="" action="ppaction://ole?verb=0"/>
                        <a:extLst>
                          <a:ext uri="{FF2B5EF4-FFF2-40B4-BE49-F238E27FC236}">
                            <a16:creationId xmlns:a16="http://schemas.microsoft.com/office/drawing/2014/main" id="{73B8FA76-4CE6-4AB3-ACDC-DEA165D6500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66134" y="3595919"/>
                        <a:ext cx="295275" cy="47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 name="Picture 25">
            <a:extLst>
              <a:ext uri="{FF2B5EF4-FFF2-40B4-BE49-F238E27FC236}">
                <a16:creationId xmlns:a16="http://schemas.microsoft.com/office/drawing/2014/main" id="{B46184A4-33C3-41DD-A17C-5E759B26BA93}"/>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416245" y="5660625"/>
            <a:ext cx="611819" cy="456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lg" len="lg"/>
                <a:tailEnd type="none" w="lg" len="lg"/>
              </a14:hiddenLine>
            </a:ext>
          </a:extLst>
        </p:spPr>
      </p:pic>
      <p:sp>
        <p:nvSpPr>
          <p:cNvPr id="8" name="Rounded Rectangle 26">
            <a:extLst>
              <a:ext uri="{FF2B5EF4-FFF2-40B4-BE49-F238E27FC236}">
                <a16:creationId xmlns:a16="http://schemas.microsoft.com/office/drawing/2014/main" id="{C227171C-2ECA-48FE-9A5F-94EBE8314579}"/>
              </a:ext>
            </a:extLst>
          </p:cNvPr>
          <p:cNvSpPr/>
          <p:nvPr/>
        </p:nvSpPr>
        <p:spPr>
          <a:xfrm>
            <a:off x="4819651" y="4405799"/>
            <a:ext cx="804245" cy="1036089"/>
          </a:xfrm>
          <a:prstGeom prst="roundRect">
            <a:avLst/>
          </a:prstGeom>
          <a:solidFill>
            <a:srgbClr val="92D050"/>
          </a:solidFill>
        </p:spPr>
        <p:style>
          <a:lnRef idx="1">
            <a:schemeClr val="accent4"/>
          </a:lnRef>
          <a:fillRef idx="2">
            <a:schemeClr val="accent4"/>
          </a:fillRef>
          <a:effectRef idx="1">
            <a:schemeClr val="accent4"/>
          </a:effectRef>
          <a:fontRef idx="minor">
            <a:schemeClr val="dk1"/>
          </a:fontRef>
        </p:style>
        <p:txBody>
          <a:bodyPr lIns="64329" tIns="32165" rIns="64329" bIns="32165" rtlCol="0" anchor="ctr"/>
          <a:lstStyle/>
          <a:p>
            <a:pPr algn="ctr"/>
            <a:r>
              <a:rPr lang="en-US" dirty="0">
                <a:latin typeface="Body Level 1"/>
              </a:rPr>
              <a:t>Java Application</a:t>
            </a:r>
          </a:p>
        </p:txBody>
      </p:sp>
      <p:sp>
        <p:nvSpPr>
          <p:cNvPr id="9" name="Rectangle 8">
            <a:extLst>
              <a:ext uri="{FF2B5EF4-FFF2-40B4-BE49-F238E27FC236}">
                <a16:creationId xmlns:a16="http://schemas.microsoft.com/office/drawing/2014/main" id="{179D2439-E449-42F2-867B-CBEC88155165}"/>
              </a:ext>
            </a:extLst>
          </p:cNvPr>
          <p:cNvSpPr/>
          <p:nvPr/>
        </p:nvSpPr>
        <p:spPr>
          <a:xfrm>
            <a:off x="7920302" y="3429000"/>
            <a:ext cx="897344" cy="773057"/>
          </a:xfrm>
          <a:prstGeom prst="rect">
            <a:avLst/>
          </a:prstGeom>
          <a:solidFill>
            <a:srgbClr val="F9FC8E"/>
          </a:solidFill>
        </p:spPr>
        <p:style>
          <a:lnRef idx="2">
            <a:schemeClr val="accent3">
              <a:shade val="50000"/>
            </a:schemeClr>
          </a:lnRef>
          <a:fillRef idx="1">
            <a:schemeClr val="accent3"/>
          </a:fillRef>
          <a:effectRef idx="0">
            <a:schemeClr val="accent3"/>
          </a:effectRef>
          <a:fontRef idx="minor">
            <a:schemeClr val="lt1"/>
          </a:fontRef>
        </p:style>
        <p:txBody>
          <a:bodyPr lIns="64329" tIns="32165" rIns="64329" bIns="32165" rtlCol="0" anchor="ctr"/>
          <a:lstStyle/>
          <a:p>
            <a:pPr algn="ctr"/>
            <a:r>
              <a:rPr lang="en-US" dirty="0">
                <a:solidFill>
                  <a:schemeClr val="tx1"/>
                </a:solidFill>
                <a:latin typeface="Body Level 1"/>
              </a:rPr>
              <a:t>PostgreSQL driver</a:t>
            </a:r>
          </a:p>
        </p:txBody>
      </p:sp>
      <p:sp>
        <p:nvSpPr>
          <p:cNvPr id="12" name="Right Arrow 35">
            <a:extLst>
              <a:ext uri="{FF2B5EF4-FFF2-40B4-BE49-F238E27FC236}">
                <a16:creationId xmlns:a16="http://schemas.microsoft.com/office/drawing/2014/main" id="{C651D081-8FC4-4C20-8173-6A209C3C117E}"/>
              </a:ext>
            </a:extLst>
          </p:cNvPr>
          <p:cNvSpPr/>
          <p:nvPr/>
        </p:nvSpPr>
        <p:spPr>
          <a:xfrm flipV="1">
            <a:off x="5690791" y="4803054"/>
            <a:ext cx="529026" cy="2056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lIns="64329" tIns="32165" rIns="64329" bIns="32165" rtlCol="0" anchor="ctr"/>
          <a:lstStyle/>
          <a:p>
            <a:pPr algn="ctr"/>
            <a:endParaRPr lang="en-US" sz="1950"/>
          </a:p>
        </p:txBody>
      </p:sp>
      <p:cxnSp>
        <p:nvCxnSpPr>
          <p:cNvPr id="13" name="Straight Arrow Connector 12">
            <a:extLst>
              <a:ext uri="{FF2B5EF4-FFF2-40B4-BE49-F238E27FC236}">
                <a16:creationId xmlns:a16="http://schemas.microsoft.com/office/drawing/2014/main" id="{5E9DD817-AE72-44DC-A308-6A7315CF6A31}"/>
              </a:ext>
            </a:extLst>
          </p:cNvPr>
          <p:cNvCxnSpPr>
            <a:cxnSpLocks/>
            <a:endCxn id="9" idx="1"/>
          </p:cNvCxnSpPr>
          <p:nvPr/>
        </p:nvCxnSpPr>
        <p:spPr>
          <a:xfrm flipV="1">
            <a:off x="7085854" y="3815528"/>
            <a:ext cx="834449" cy="970942"/>
          </a:xfrm>
          <a:prstGeom prst="straightConnector1">
            <a:avLst/>
          </a:prstGeom>
          <a:ln w="79375">
            <a:solidFill>
              <a:schemeClr val="accent1"/>
            </a:solidFill>
            <a:tailEnd type="arrow"/>
          </a:ln>
        </p:spPr>
        <p:style>
          <a:lnRef idx="2">
            <a:schemeClr val="accent2"/>
          </a:lnRef>
          <a:fillRef idx="0">
            <a:schemeClr val="accent2"/>
          </a:fillRef>
          <a:effectRef idx="1">
            <a:schemeClr val="accent2"/>
          </a:effectRef>
          <a:fontRef idx="minor">
            <a:schemeClr val="tx1"/>
          </a:fontRef>
        </p:style>
      </p:cxnSp>
      <p:sp>
        <p:nvSpPr>
          <p:cNvPr id="16" name="Right Arrow 52">
            <a:extLst>
              <a:ext uri="{FF2B5EF4-FFF2-40B4-BE49-F238E27FC236}">
                <a16:creationId xmlns:a16="http://schemas.microsoft.com/office/drawing/2014/main" id="{07E1EDA8-CF4E-4948-8AFF-CB111899A2DC}"/>
              </a:ext>
            </a:extLst>
          </p:cNvPr>
          <p:cNvSpPr/>
          <p:nvPr/>
        </p:nvSpPr>
        <p:spPr>
          <a:xfrm flipV="1">
            <a:off x="8817646" y="3678669"/>
            <a:ext cx="671648" cy="2263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lIns="64329" tIns="32165" rIns="64329" bIns="32165" rtlCol="0" anchor="ctr"/>
          <a:lstStyle/>
          <a:p>
            <a:pPr algn="ctr"/>
            <a:endParaRPr lang="en-US" sz="1950"/>
          </a:p>
        </p:txBody>
      </p:sp>
      <p:sp>
        <p:nvSpPr>
          <p:cNvPr id="19" name="Rounded Rectangle 27">
            <a:extLst>
              <a:ext uri="{FF2B5EF4-FFF2-40B4-BE49-F238E27FC236}">
                <a16:creationId xmlns:a16="http://schemas.microsoft.com/office/drawing/2014/main" id="{7BC75676-D6E3-4E49-B428-523DC263E97C}"/>
              </a:ext>
            </a:extLst>
          </p:cNvPr>
          <p:cNvSpPr/>
          <p:nvPr/>
        </p:nvSpPr>
        <p:spPr>
          <a:xfrm>
            <a:off x="6243759" y="4534662"/>
            <a:ext cx="842095" cy="823474"/>
          </a:xfrm>
          <a:prstGeom prst="roundRect">
            <a:avLst/>
          </a:prstGeom>
          <a:solidFill>
            <a:srgbClr val="FFC000"/>
          </a:solidFill>
        </p:spPr>
        <p:style>
          <a:lnRef idx="1">
            <a:schemeClr val="accent6"/>
          </a:lnRef>
          <a:fillRef idx="2">
            <a:schemeClr val="accent6"/>
          </a:fillRef>
          <a:effectRef idx="1">
            <a:schemeClr val="accent6"/>
          </a:effectRef>
          <a:fontRef idx="minor">
            <a:schemeClr val="dk1"/>
          </a:fontRef>
        </p:style>
        <p:txBody>
          <a:bodyPr lIns="64329" tIns="32165" rIns="64329" bIns="32165" rtlCol="0" anchor="ctr"/>
          <a:lstStyle/>
          <a:p>
            <a:pPr algn="ctr"/>
            <a:r>
              <a:rPr lang="en-US" dirty="0">
                <a:latin typeface="Body Level 1"/>
              </a:rPr>
              <a:t>JDBC</a:t>
            </a:r>
          </a:p>
          <a:p>
            <a:pPr algn="ctr"/>
            <a:r>
              <a:rPr lang="en-US" dirty="0">
                <a:latin typeface="Body Level 1"/>
              </a:rPr>
              <a:t>API</a:t>
            </a:r>
          </a:p>
        </p:txBody>
      </p:sp>
      <p:sp>
        <p:nvSpPr>
          <p:cNvPr id="20" name="Rectangle 19">
            <a:extLst>
              <a:ext uri="{FF2B5EF4-FFF2-40B4-BE49-F238E27FC236}">
                <a16:creationId xmlns:a16="http://schemas.microsoft.com/office/drawing/2014/main" id="{0D720DA7-DD22-4EE0-9C25-B4BDAFFE5C40}"/>
              </a:ext>
            </a:extLst>
          </p:cNvPr>
          <p:cNvSpPr/>
          <p:nvPr/>
        </p:nvSpPr>
        <p:spPr>
          <a:xfrm>
            <a:off x="7917501" y="4413063"/>
            <a:ext cx="827462" cy="773057"/>
          </a:xfrm>
          <a:prstGeom prst="rect">
            <a:avLst/>
          </a:prstGeom>
          <a:solidFill>
            <a:schemeClr val="accent1">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lIns="64329" tIns="32165" rIns="64329" bIns="32165" rtlCol="0" anchor="ctr"/>
          <a:lstStyle/>
          <a:p>
            <a:pPr algn="ctr"/>
            <a:r>
              <a:rPr lang="en-US" dirty="0">
                <a:latin typeface="Body Level 1"/>
              </a:rPr>
              <a:t>Oracle driver</a:t>
            </a:r>
          </a:p>
        </p:txBody>
      </p:sp>
      <p:sp>
        <p:nvSpPr>
          <p:cNvPr id="21" name="Rectangle 20">
            <a:extLst>
              <a:ext uri="{FF2B5EF4-FFF2-40B4-BE49-F238E27FC236}">
                <a16:creationId xmlns:a16="http://schemas.microsoft.com/office/drawing/2014/main" id="{587B9527-7058-44EF-AEEC-816AE2D37D91}"/>
              </a:ext>
            </a:extLst>
          </p:cNvPr>
          <p:cNvSpPr/>
          <p:nvPr/>
        </p:nvSpPr>
        <p:spPr>
          <a:xfrm>
            <a:off x="7888585" y="5396721"/>
            <a:ext cx="831648" cy="773057"/>
          </a:xfrm>
          <a:prstGeom prst="rect">
            <a:avLst/>
          </a:prstGeom>
          <a:solidFill>
            <a:srgbClr val="99FFCC"/>
          </a:solidFill>
        </p:spPr>
        <p:style>
          <a:lnRef idx="2">
            <a:schemeClr val="accent3">
              <a:shade val="50000"/>
            </a:schemeClr>
          </a:lnRef>
          <a:fillRef idx="1">
            <a:schemeClr val="accent3"/>
          </a:fillRef>
          <a:effectRef idx="0">
            <a:schemeClr val="accent3"/>
          </a:effectRef>
          <a:fontRef idx="minor">
            <a:schemeClr val="lt1"/>
          </a:fontRef>
        </p:style>
        <p:txBody>
          <a:bodyPr lIns="64329" tIns="32165" rIns="64329" bIns="32165" rtlCol="0" anchor="ctr"/>
          <a:lstStyle/>
          <a:p>
            <a:pPr algn="ctr"/>
            <a:r>
              <a:rPr lang="en-US" dirty="0">
                <a:solidFill>
                  <a:schemeClr val="tx1"/>
                </a:solidFill>
                <a:latin typeface="Body Level 1"/>
              </a:rPr>
              <a:t>Sybase driver</a:t>
            </a:r>
          </a:p>
        </p:txBody>
      </p:sp>
      <p:sp>
        <p:nvSpPr>
          <p:cNvPr id="22" name="Right Arrow 52">
            <a:extLst>
              <a:ext uri="{FF2B5EF4-FFF2-40B4-BE49-F238E27FC236}">
                <a16:creationId xmlns:a16="http://schemas.microsoft.com/office/drawing/2014/main" id="{534BE99A-B1ED-4150-A20C-C3F91E916FE4}"/>
              </a:ext>
            </a:extLst>
          </p:cNvPr>
          <p:cNvSpPr/>
          <p:nvPr/>
        </p:nvSpPr>
        <p:spPr>
          <a:xfrm flipV="1">
            <a:off x="8768977" y="4752434"/>
            <a:ext cx="671648" cy="2263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lIns="64329" tIns="32165" rIns="64329" bIns="32165" rtlCol="0" anchor="ctr"/>
          <a:lstStyle/>
          <a:p>
            <a:pPr algn="ctr"/>
            <a:endParaRPr lang="en-US" sz="1950"/>
          </a:p>
        </p:txBody>
      </p:sp>
      <p:sp>
        <p:nvSpPr>
          <p:cNvPr id="23" name="Right Arrow 52">
            <a:extLst>
              <a:ext uri="{FF2B5EF4-FFF2-40B4-BE49-F238E27FC236}">
                <a16:creationId xmlns:a16="http://schemas.microsoft.com/office/drawing/2014/main" id="{017FFB24-68A6-4059-85B5-D93F546FC953}"/>
              </a:ext>
            </a:extLst>
          </p:cNvPr>
          <p:cNvSpPr/>
          <p:nvPr/>
        </p:nvSpPr>
        <p:spPr>
          <a:xfrm flipV="1">
            <a:off x="8744963" y="5755418"/>
            <a:ext cx="671648" cy="2263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lIns="64329" tIns="32165" rIns="64329" bIns="32165" rtlCol="0" anchor="ctr"/>
          <a:lstStyle/>
          <a:p>
            <a:pPr algn="ctr"/>
            <a:endParaRPr lang="en-US" sz="1950"/>
          </a:p>
        </p:txBody>
      </p:sp>
      <p:cxnSp>
        <p:nvCxnSpPr>
          <p:cNvPr id="28" name="Straight Arrow Connector 27">
            <a:extLst>
              <a:ext uri="{FF2B5EF4-FFF2-40B4-BE49-F238E27FC236}">
                <a16:creationId xmlns:a16="http://schemas.microsoft.com/office/drawing/2014/main" id="{740AE793-1401-430F-9E61-FA507C9AFDF8}"/>
              </a:ext>
            </a:extLst>
          </p:cNvPr>
          <p:cNvCxnSpPr>
            <a:cxnSpLocks/>
          </p:cNvCxnSpPr>
          <p:nvPr/>
        </p:nvCxnSpPr>
        <p:spPr>
          <a:xfrm>
            <a:off x="7085853" y="5109714"/>
            <a:ext cx="831648" cy="779236"/>
          </a:xfrm>
          <a:prstGeom prst="straightConnector1">
            <a:avLst/>
          </a:prstGeom>
          <a:ln w="79375">
            <a:solidFill>
              <a:schemeClr val="accent1"/>
            </a:solidFill>
            <a:tailEnd type="arrow"/>
          </a:ln>
        </p:spPr>
        <p:style>
          <a:lnRef idx="2">
            <a:schemeClr val="accent2"/>
          </a:lnRef>
          <a:fillRef idx="0">
            <a:schemeClr val="accent2"/>
          </a:fillRef>
          <a:effectRef idx="1">
            <a:schemeClr val="accent2"/>
          </a:effectRef>
          <a:fontRef idx="minor">
            <a:schemeClr val="tx1"/>
          </a:fontRef>
        </p:style>
      </p:cxnSp>
      <p:cxnSp>
        <p:nvCxnSpPr>
          <p:cNvPr id="32" name="Straight Arrow Connector 31">
            <a:extLst>
              <a:ext uri="{FF2B5EF4-FFF2-40B4-BE49-F238E27FC236}">
                <a16:creationId xmlns:a16="http://schemas.microsoft.com/office/drawing/2014/main" id="{28DDDB12-31BE-47D3-8362-3E587D8B31AA}"/>
              </a:ext>
            </a:extLst>
          </p:cNvPr>
          <p:cNvCxnSpPr>
            <a:cxnSpLocks/>
          </p:cNvCxnSpPr>
          <p:nvPr/>
        </p:nvCxnSpPr>
        <p:spPr>
          <a:xfrm>
            <a:off x="7107368" y="4905878"/>
            <a:ext cx="855111" cy="17964"/>
          </a:xfrm>
          <a:prstGeom prst="straightConnector1">
            <a:avLst/>
          </a:prstGeom>
          <a:ln w="79375">
            <a:solidFill>
              <a:schemeClr val="accent1"/>
            </a:solidFill>
            <a:tailEnd type="arrow"/>
          </a:ln>
        </p:spPr>
        <p:style>
          <a:lnRef idx="2">
            <a:schemeClr val="accent2"/>
          </a:lnRef>
          <a:fillRef idx="0">
            <a:schemeClr val="accent2"/>
          </a:fillRef>
          <a:effectRef idx="1">
            <a:schemeClr val="accent2"/>
          </a:effectRef>
          <a:fontRef idx="minor">
            <a:schemeClr val="tx1"/>
          </a:fontRef>
        </p:style>
      </p:cxnSp>
      <p:sp>
        <p:nvSpPr>
          <p:cNvPr id="4" name="Content Placeholder 2">
            <a:extLst>
              <a:ext uri="{FF2B5EF4-FFF2-40B4-BE49-F238E27FC236}">
                <a16:creationId xmlns:a16="http://schemas.microsoft.com/office/drawing/2014/main" id="{FFE82622-4667-1D85-A3E2-4DA4CC21CA08}"/>
              </a:ext>
            </a:extLst>
          </p:cNvPr>
          <p:cNvSpPr txBox="1">
            <a:spLocks/>
          </p:cNvSpPr>
          <p:nvPr/>
        </p:nvSpPr>
        <p:spPr>
          <a:xfrm>
            <a:off x="6137891" y="763705"/>
            <a:ext cx="5182329" cy="3264024"/>
          </a:xfrm>
          <a:prstGeom prst="rect">
            <a:avLst/>
          </a:prstGeom>
        </p:spPr>
        <p:txBody>
          <a:bodyPr vert="horz" lIns="0" tIns="0" rIns="0" bIns="0" rtlCol="0">
            <a:normAutofit lnSpcReduction="10000"/>
          </a:bodyPr>
          <a:lstStyle>
            <a:lvl1pPr marL="185733" indent="-185733" algn="l" defTabSz="742931" rtl="0" eaLnBrk="1" latinLnBrk="0" hangingPunct="1">
              <a:lnSpc>
                <a:spcPct val="100000"/>
              </a:lnSpc>
              <a:spcBef>
                <a:spcPts val="0"/>
              </a:spcBef>
              <a:buClr>
                <a:srgbClr val="74DF4C"/>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468567" indent="-285750" algn="l" defTabSz="742931" rtl="0" eaLnBrk="1" latinLnBrk="0" hangingPunct="1">
              <a:lnSpc>
                <a:spcPct val="100000"/>
              </a:lnSpc>
              <a:spcBef>
                <a:spcPts val="0"/>
              </a:spcBef>
              <a:buClr>
                <a:srgbClr val="74DF4C"/>
              </a:buClr>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2pPr>
            <a:lvl3pPr marL="367092" indent="-185733" algn="l" defTabSz="742931" rtl="0" eaLnBrk="1" latinLnBrk="0" hangingPunct="1">
              <a:lnSpc>
                <a:spcPct val="100000"/>
              </a:lnSpc>
              <a:spcBef>
                <a:spcPts val="0"/>
              </a:spcBef>
              <a:buClr>
                <a:srgbClr val="74DF4C"/>
              </a:buClr>
              <a:buFont typeface="Arial" panose="020B0604020202020204" pitchFamily="34" charset="0"/>
              <a:buNone/>
              <a:defRPr sz="2000" kern="1200" baseline="0">
                <a:solidFill>
                  <a:schemeClr val="tx1"/>
                </a:solidFill>
                <a:latin typeface="Arial" panose="020B0604020202020204" pitchFamily="34" charset="0"/>
                <a:ea typeface="+mn-ea"/>
                <a:cs typeface="Arial" panose="020B0604020202020204" pitchFamily="34" charset="0"/>
              </a:defRPr>
            </a:lvl3pPr>
            <a:lvl4pPr marL="737100" indent="-185733" algn="l" defTabSz="742931" rtl="0" eaLnBrk="1" latinLnBrk="0" hangingPunct="1">
              <a:lnSpc>
                <a:spcPts val="1788"/>
              </a:lnSpc>
              <a:spcBef>
                <a:spcPts val="0"/>
              </a:spcBef>
              <a:buClr>
                <a:srgbClr val="74DF4C"/>
              </a:buClr>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4pPr>
            <a:lvl5pPr marL="921375" indent="-185733" algn="l" defTabSz="742931" rtl="0" eaLnBrk="1" latinLnBrk="0" hangingPunct="1">
              <a:lnSpc>
                <a:spcPts val="1788"/>
              </a:lnSpc>
              <a:spcBef>
                <a:spcPts val="0"/>
              </a:spcBef>
              <a:buClr>
                <a:srgbClr val="74DF4C"/>
              </a:buClr>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5pPr>
            <a:lvl6pPr marL="2043061"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27"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5993"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459"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endParaRPr lang="en-US" dirty="0"/>
          </a:p>
          <a:p>
            <a:r>
              <a:rPr lang="en-US" dirty="0"/>
              <a:t>Here is a list of popular open source and commercial relational databases which have JDBC drivers so you can use them from Java:</a:t>
            </a:r>
          </a:p>
          <a:p>
            <a:pPr lvl="1"/>
            <a:r>
              <a:rPr lang="en-US" dirty="0"/>
              <a:t>Microsoft SQL Server</a:t>
            </a:r>
          </a:p>
          <a:p>
            <a:pPr lvl="1"/>
            <a:r>
              <a:rPr lang="en-US" dirty="0"/>
              <a:t>H2Database</a:t>
            </a:r>
          </a:p>
          <a:p>
            <a:pPr lvl="1"/>
            <a:r>
              <a:rPr lang="en-US" dirty="0"/>
              <a:t>MariaDB</a:t>
            </a:r>
          </a:p>
          <a:p>
            <a:pPr lvl="1"/>
            <a:r>
              <a:rPr lang="en-US" dirty="0"/>
              <a:t>PostgreSQL</a:t>
            </a:r>
          </a:p>
          <a:p>
            <a:pPr lvl="1"/>
            <a:r>
              <a:rPr lang="en-US" dirty="0"/>
              <a:t>My SQL</a:t>
            </a:r>
          </a:p>
          <a:p>
            <a:pPr lvl="1"/>
            <a:r>
              <a:rPr lang="en-US" dirty="0"/>
              <a:t>Derby</a:t>
            </a:r>
          </a:p>
          <a:p>
            <a:pPr lvl="1"/>
            <a:r>
              <a:rPr lang="en-US" dirty="0"/>
              <a:t>Oracle</a:t>
            </a:r>
            <a:endParaRPr lang="en-US" b="1" dirty="0"/>
          </a:p>
          <a:p>
            <a:endParaRPr lang="en-US" dirty="0"/>
          </a:p>
        </p:txBody>
      </p:sp>
    </p:spTree>
    <p:extLst>
      <p:ext uri="{BB962C8B-B14F-4D97-AF65-F5344CB8AC3E}">
        <p14:creationId xmlns:p14="http://schemas.microsoft.com/office/powerpoint/2010/main" val="4067879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90026-6AE5-4F4F-9BEF-98DE75349D26}"/>
              </a:ext>
            </a:extLst>
          </p:cNvPr>
          <p:cNvSpPr>
            <a:spLocks noGrp="1"/>
          </p:cNvSpPr>
          <p:nvPr>
            <p:ph type="title"/>
          </p:nvPr>
        </p:nvSpPr>
        <p:spPr/>
        <p:txBody>
          <a:bodyPr/>
          <a:lstStyle/>
          <a:p>
            <a:r>
              <a:rPr lang="en-US" dirty="0"/>
              <a:t>Core JDBC Components</a:t>
            </a:r>
          </a:p>
        </p:txBody>
      </p:sp>
      <p:sp>
        <p:nvSpPr>
          <p:cNvPr id="3" name="Content Placeholder 2">
            <a:extLst>
              <a:ext uri="{FF2B5EF4-FFF2-40B4-BE49-F238E27FC236}">
                <a16:creationId xmlns:a16="http://schemas.microsoft.com/office/drawing/2014/main" id="{76FEE49C-A20B-4982-96AB-021A631EBD72}"/>
              </a:ext>
            </a:extLst>
          </p:cNvPr>
          <p:cNvSpPr>
            <a:spLocks noGrp="1"/>
          </p:cNvSpPr>
          <p:nvPr>
            <p:ph idx="1"/>
          </p:nvPr>
        </p:nvSpPr>
        <p:spPr>
          <a:xfrm>
            <a:off x="433649" y="993704"/>
            <a:ext cx="10515600" cy="4987996"/>
          </a:xfrm>
        </p:spPr>
        <p:txBody>
          <a:bodyPr>
            <a:normAutofit/>
          </a:bodyPr>
          <a:lstStyle/>
          <a:p>
            <a:r>
              <a:rPr lang="en-US" dirty="0"/>
              <a:t>The JDBC API consists of the following core parts:</a:t>
            </a:r>
          </a:p>
          <a:p>
            <a:pPr lvl="1"/>
            <a:r>
              <a:rPr lang="en-US" b="1" dirty="0"/>
              <a:t>JDBC Drivers</a:t>
            </a:r>
            <a:r>
              <a:rPr lang="en-US" dirty="0"/>
              <a:t>:  A JDBC driver is a collection of Java classes that enables you to connect to a certain database. For instance, MySQL will have its own JDBC driver. A JDBC driver implements a lot of the JDBC interfaces. When your code uses a given JDBC driver, it actually uses the standard JDBC interfaces. The concrete JDBC driver used is hidden behind the JDBC interfaces. Thus you can plugin a new JDBC driver without your code noticing it.</a:t>
            </a:r>
          </a:p>
          <a:p>
            <a:pPr lvl="1"/>
            <a:endParaRPr lang="en-US" dirty="0"/>
          </a:p>
          <a:p>
            <a:pPr lvl="1"/>
            <a:r>
              <a:rPr lang="en-US" b="1" dirty="0"/>
              <a:t>Connections</a:t>
            </a:r>
            <a:r>
              <a:rPr lang="en-US" dirty="0"/>
              <a:t>: Once</a:t>
            </a:r>
            <a:r>
              <a:rPr lang="en-US" altLang="en-US" dirty="0"/>
              <a:t> a JDBC driver is loaded and initialized, you need to connect to the database. You do so by obtaining a connection to the database via the JDBC API and the loaded driver. All communication with the database happens via a connection. An application can have more than one connection open to a database at a time. This is actually very common. </a:t>
            </a:r>
          </a:p>
          <a:p>
            <a:pPr lvl="1"/>
            <a:endParaRPr lang="en-US" dirty="0"/>
          </a:p>
          <a:p>
            <a:pPr lvl="1"/>
            <a:r>
              <a:rPr lang="en-US" b="1" dirty="0"/>
              <a:t>Statements</a:t>
            </a:r>
            <a:r>
              <a:rPr lang="en-US" dirty="0"/>
              <a:t>: A statement </a:t>
            </a:r>
            <a:r>
              <a:rPr lang="en-US" altLang="en-US" dirty="0"/>
              <a:t>is what you use to execute queries and updates against the database. There are a few different types of statements like PreparedStatement, CallableStatement you can use. Each statement corresponds to a single query or update. </a:t>
            </a:r>
          </a:p>
          <a:p>
            <a:pPr lvl="1"/>
            <a:endParaRPr lang="en-US" dirty="0"/>
          </a:p>
          <a:p>
            <a:pPr lvl="1"/>
            <a:r>
              <a:rPr lang="en-US" b="1" dirty="0"/>
              <a:t>Result Sets </a:t>
            </a:r>
            <a:r>
              <a:rPr lang="en-US" dirty="0"/>
              <a:t>: </a:t>
            </a:r>
            <a:r>
              <a:rPr lang="en-US" altLang="en-US" dirty="0"/>
              <a:t>When you perform a query against the database you get back a ResultSet . You can then traverse this ResultSet to read the result of the query. </a:t>
            </a:r>
          </a:p>
          <a:p>
            <a:pPr marL="457200" lvl="1" indent="0">
              <a:buNone/>
            </a:pPr>
            <a:endParaRPr lang="en-US" dirty="0"/>
          </a:p>
          <a:p>
            <a:endParaRPr lang="en-US" dirty="0"/>
          </a:p>
          <a:p>
            <a:pPr marL="0" indent="0">
              <a:buNone/>
            </a:pPr>
            <a:endParaRPr lang="en-US" dirty="0"/>
          </a:p>
        </p:txBody>
      </p:sp>
      <p:sp>
        <p:nvSpPr>
          <p:cNvPr id="5" name="Rectangle 2">
            <a:extLst>
              <a:ext uri="{FF2B5EF4-FFF2-40B4-BE49-F238E27FC236}">
                <a16:creationId xmlns:a16="http://schemas.microsoft.com/office/drawing/2014/main" id="{D706D23C-45E0-4040-B40D-8B363D18DD74}"/>
              </a:ext>
            </a:extLst>
          </p:cNvPr>
          <p:cNvSpPr>
            <a:spLocks noChangeArrowheads="1"/>
          </p:cNvSpPr>
          <p:nvPr/>
        </p:nvSpPr>
        <p:spPr bwMode="auto">
          <a:xfrm>
            <a:off x="1143001"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en-US" altLang="en-US" dirty="0"/>
          </a:p>
        </p:txBody>
      </p:sp>
      <p:sp>
        <p:nvSpPr>
          <p:cNvPr id="6" name="Rectangle 3">
            <a:extLst>
              <a:ext uri="{FF2B5EF4-FFF2-40B4-BE49-F238E27FC236}">
                <a16:creationId xmlns:a16="http://schemas.microsoft.com/office/drawing/2014/main" id="{93222958-5B8E-456D-A775-5F46C6C597F6}"/>
              </a:ext>
            </a:extLst>
          </p:cNvPr>
          <p:cNvSpPr>
            <a:spLocks noChangeArrowheads="1"/>
          </p:cNvSpPr>
          <p:nvPr/>
        </p:nvSpPr>
        <p:spPr bwMode="auto">
          <a:xfrm>
            <a:off x="1143001"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en-US" altLang="en-US" dirty="0"/>
          </a:p>
        </p:txBody>
      </p:sp>
      <p:sp>
        <p:nvSpPr>
          <p:cNvPr id="7" name="Rectangle 4">
            <a:extLst>
              <a:ext uri="{FF2B5EF4-FFF2-40B4-BE49-F238E27FC236}">
                <a16:creationId xmlns:a16="http://schemas.microsoft.com/office/drawing/2014/main" id="{CE6AF58A-0EA4-40A0-AF49-6B688EC44EE9}"/>
              </a:ext>
            </a:extLst>
          </p:cNvPr>
          <p:cNvSpPr>
            <a:spLocks noChangeArrowheads="1"/>
          </p:cNvSpPr>
          <p:nvPr/>
        </p:nvSpPr>
        <p:spPr bwMode="auto">
          <a:xfrm>
            <a:off x="1143001"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en-US" altLang="en-US" dirty="0"/>
          </a:p>
        </p:txBody>
      </p:sp>
    </p:spTree>
    <p:extLst>
      <p:ext uri="{BB962C8B-B14F-4D97-AF65-F5344CB8AC3E}">
        <p14:creationId xmlns:p14="http://schemas.microsoft.com/office/powerpoint/2010/main" val="2179028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30644-F074-42F1-BB26-B14F85CD4047}"/>
              </a:ext>
            </a:extLst>
          </p:cNvPr>
          <p:cNvSpPr>
            <a:spLocks noGrp="1"/>
          </p:cNvSpPr>
          <p:nvPr>
            <p:ph type="title"/>
          </p:nvPr>
        </p:nvSpPr>
        <p:spPr/>
        <p:txBody>
          <a:bodyPr/>
          <a:lstStyle/>
          <a:p>
            <a:r>
              <a:rPr lang="en-US" dirty="0"/>
              <a:t>JDBC Steps</a:t>
            </a:r>
          </a:p>
        </p:txBody>
      </p:sp>
      <p:pic>
        <p:nvPicPr>
          <p:cNvPr id="6" name="Picture 5">
            <a:extLst>
              <a:ext uri="{FF2B5EF4-FFF2-40B4-BE49-F238E27FC236}">
                <a16:creationId xmlns:a16="http://schemas.microsoft.com/office/drawing/2014/main" id="{A9C36CE0-959D-4F72-813C-755D17F995EE}"/>
              </a:ext>
            </a:extLst>
          </p:cNvPr>
          <p:cNvPicPr>
            <a:picLocks noChangeAspect="1"/>
          </p:cNvPicPr>
          <p:nvPr/>
        </p:nvPicPr>
        <p:blipFill>
          <a:blip r:embed="rId2"/>
          <a:stretch>
            <a:fillRect/>
          </a:stretch>
        </p:blipFill>
        <p:spPr>
          <a:xfrm>
            <a:off x="2756684" y="1005479"/>
            <a:ext cx="6172200" cy="514350"/>
          </a:xfrm>
          <a:prstGeom prst="rect">
            <a:avLst/>
          </a:prstGeom>
          <a:ln>
            <a:solidFill>
              <a:schemeClr val="tx1"/>
            </a:solidFill>
          </a:ln>
        </p:spPr>
      </p:pic>
      <p:pic>
        <p:nvPicPr>
          <p:cNvPr id="7" name="Picture 6">
            <a:extLst>
              <a:ext uri="{FF2B5EF4-FFF2-40B4-BE49-F238E27FC236}">
                <a16:creationId xmlns:a16="http://schemas.microsoft.com/office/drawing/2014/main" id="{6D00C0C6-98D7-4A58-8005-B3DF621F2A17}"/>
              </a:ext>
            </a:extLst>
          </p:cNvPr>
          <p:cNvPicPr>
            <a:picLocks noChangeAspect="1"/>
          </p:cNvPicPr>
          <p:nvPr/>
        </p:nvPicPr>
        <p:blipFill>
          <a:blip r:embed="rId3"/>
          <a:stretch>
            <a:fillRect/>
          </a:stretch>
        </p:blipFill>
        <p:spPr>
          <a:xfrm>
            <a:off x="2756683" y="1661411"/>
            <a:ext cx="7387391" cy="672002"/>
          </a:xfrm>
          <a:prstGeom prst="rect">
            <a:avLst/>
          </a:prstGeom>
          <a:ln>
            <a:solidFill>
              <a:schemeClr val="tx1"/>
            </a:solidFill>
          </a:ln>
        </p:spPr>
      </p:pic>
      <p:pic>
        <p:nvPicPr>
          <p:cNvPr id="8" name="Picture 7">
            <a:extLst>
              <a:ext uri="{FF2B5EF4-FFF2-40B4-BE49-F238E27FC236}">
                <a16:creationId xmlns:a16="http://schemas.microsoft.com/office/drawing/2014/main" id="{15D59E2F-C481-405F-AD79-CC842E25493F}"/>
              </a:ext>
            </a:extLst>
          </p:cNvPr>
          <p:cNvPicPr>
            <a:picLocks noChangeAspect="1"/>
          </p:cNvPicPr>
          <p:nvPr/>
        </p:nvPicPr>
        <p:blipFill>
          <a:blip r:embed="rId4"/>
          <a:stretch>
            <a:fillRect/>
          </a:stretch>
        </p:blipFill>
        <p:spPr>
          <a:xfrm>
            <a:off x="2756682" y="2453212"/>
            <a:ext cx="7387391" cy="235320"/>
          </a:xfrm>
          <a:prstGeom prst="rect">
            <a:avLst/>
          </a:prstGeom>
          <a:ln>
            <a:solidFill>
              <a:schemeClr val="tx1"/>
            </a:solidFill>
          </a:ln>
        </p:spPr>
      </p:pic>
      <p:pic>
        <p:nvPicPr>
          <p:cNvPr id="9" name="Picture 8">
            <a:extLst>
              <a:ext uri="{FF2B5EF4-FFF2-40B4-BE49-F238E27FC236}">
                <a16:creationId xmlns:a16="http://schemas.microsoft.com/office/drawing/2014/main" id="{2469C113-6384-434A-8FF7-A7CF647A586F}"/>
              </a:ext>
            </a:extLst>
          </p:cNvPr>
          <p:cNvPicPr>
            <a:picLocks noChangeAspect="1"/>
          </p:cNvPicPr>
          <p:nvPr/>
        </p:nvPicPr>
        <p:blipFill>
          <a:blip r:embed="rId5"/>
          <a:stretch>
            <a:fillRect/>
          </a:stretch>
        </p:blipFill>
        <p:spPr>
          <a:xfrm>
            <a:off x="2756682" y="2900281"/>
            <a:ext cx="5038725" cy="333375"/>
          </a:xfrm>
          <a:prstGeom prst="rect">
            <a:avLst/>
          </a:prstGeom>
          <a:ln>
            <a:solidFill>
              <a:schemeClr val="tx1"/>
            </a:solidFill>
          </a:ln>
        </p:spPr>
      </p:pic>
      <p:pic>
        <p:nvPicPr>
          <p:cNvPr id="10" name="Picture 9">
            <a:extLst>
              <a:ext uri="{FF2B5EF4-FFF2-40B4-BE49-F238E27FC236}">
                <a16:creationId xmlns:a16="http://schemas.microsoft.com/office/drawing/2014/main" id="{E43AAB1C-8929-4B91-A297-BECB2648F264}"/>
              </a:ext>
            </a:extLst>
          </p:cNvPr>
          <p:cNvPicPr>
            <a:picLocks noChangeAspect="1"/>
          </p:cNvPicPr>
          <p:nvPr/>
        </p:nvPicPr>
        <p:blipFill>
          <a:blip r:embed="rId6"/>
          <a:stretch>
            <a:fillRect/>
          </a:stretch>
        </p:blipFill>
        <p:spPr>
          <a:xfrm>
            <a:off x="2756682" y="3407155"/>
            <a:ext cx="7539791" cy="1920784"/>
          </a:xfrm>
          <a:prstGeom prst="rect">
            <a:avLst/>
          </a:prstGeom>
          <a:ln>
            <a:solidFill>
              <a:schemeClr val="tx1"/>
            </a:solidFill>
          </a:ln>
        </p:spPr>
      </p:pic>
      <p:sp>
        <p:nvSpPr>
          <p:cNvPr id="14" name="Content Placeholder 2">
            <a:extLst>
              <a:ext uri="{FF2B5EF4-FFF2-40B4-BE49-F238E27FC236}">
                <a16:creationId xmlns:a16="http://schemas.microsoft.com/office/drawing/2014/main" id="{B2CE48A5-7A02-4707-84B2-F3E6A689CE7C}"/>
              </a:ext>
            </a:extLst>
          </p:cNvPr>
          <p:cNvSpPr>
            <a:spLocks noGrp="1"/>
          </p:cNvSpPr>
          <p:nvPr>
            <p:ph idx="1"/>
          </p:nvPr>
        </p:nvSpPr>
        <p:spPr>
          <a:xfrm>
            <a:off x="419100" y="1000015"/>
            <a:ext cx="2257425" cy="4829801"/>
          </a:xfrm>
        </p:spPr>
        <p:txBody>
          <a:bodyPr>
            <a:normAutofit/>
          </a:bodyPr>
          <a:lstStyle/>
          <a:p>
            <a:r>
              <a:rPr lang="en-US" dirty="0"/>
              <a:t>Register Driver</a:t>
            </a:r>
          </a:p>
          <a:p>
            <a:endParaRPr lang="en-US" dirty="0"/>
          </a:p>
          <a:p>
            <a:r>
              <a:rPr lang="en-US" dirty="0"/>
              <a:t>Get Connection</a:t>
            </a:r>
          </a:p>
          <a:p>
            <a:endParaRPr lang="en-US" dirty="0"/>
          </a:p>
          <a:p>
            <a:endParaRPr lang="en-US" dirty="0"/>
          </a:p>
          <a:p>
            <a:endParaRPr lang="en-US" dirty="0"/>
          </a:p>
          <a:p>
            <a:r>
              <a:rPr lang="en-US" dirty="0"/>
              <a:t>Create Statement</a:t>
            </a:r>
          </a:p>
          <a:p>
            <a:endParaRPr lang="en-US" dirty="0"/>
          </a:p>
          <a:p>
            <a:r>
              <a:rPr lang="en-US" dirty="0"/>
              <a:t>Execute Query</a:t>
            </a:r>
          </a:p>
          <a:p>
            <a:endParaRPr lang="en-US" dirty="0"/>
          </a:p>
          <a:p>
            <a:endParaRPr lang="en-US" dirty="0"/>
          </a:p>
          <a:p>
            <a:pPr marL="0" indent="0">
              <a:buNone/>
            </a:pPr>
            <a:endParaRPr lang="en-US" dirty="0"/>
          </a:p>
          <a:p>
            <a:endParaRPr lang="en-US" dirty="0"/>
          </a:p>
          <a:p>
            <a:endParaRPr lang="en-US" dirty="0"/>
          </a:p>
          <a:p>
            <a:r>
              <a:rPr lang="en-US" dirty="0"/>
              <a:t>Close connection</a:t>
            </a:r>
          </a:p>
        </p:txBody>
      </p:sp>
      <p:pic>
        <p:nvPicPr>
          <p:cNvPr id="15" name="Picture 14">
            <a:extLst>
              <a:ext uri="{FF2B5EF4-FFF2-40B4-BE49-F238E27FC236}">
                <a16:creationId xmlns:a16="http://schemas.microsoft.com/office/drawing/2014/main" id="{36F609E7-7B0B-407D-9DB7-88A9E667C2E1}"/>
              </a:ext>
            </a:extLst>
          </p:cNvPr>
          <p:cNvPicPr>
            <a:picLocks noChangeAspect="1"/>
          </p:cNvPicPr>
          <p:nvPr/>
        </p:nvPicPr>
        <p:blipFill>
          <a:blip r:embed="rId7"/>
          <a:stretch>
            <a:fillRect/>
          </a:stretch>
        </p:blipFill>
        <p:spPr>
          <a:xfrm>
            <a:off x="2756682" y="5408131"/>
            <a:ext cx="2042308" cy="843369"/>
          </a:xfrm>
          <a:prstGeom prst="rect">
            <a:avLst/>
          </a:prstGeom>
          <a:ln>
            <a:solidFill>
              <a:schemeClr val="tx1"/>
            </a:solidFill>
          </a:ln>
        </p:spPr>
      </p:pic>
    </p:spTree>
    <p:extLst>
      <p:ext uri="{BB962C8B-B14F-4D97-AF65-F5344CB8AC3E}">
        <p14:creationId xmlns:p14="http://schemas.microsoft.com/office/powerpoint/2010/main" val="3657781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98F78-3F71-43F3-9B33-F33B44C95EE7}"/>
              </a:ext>
            </a:extLst>
          </p:cNvPr>
          <p:cNvSpPr>
            <a:spLocks noGrp="1"/>
          </p:cNvSpPr>
          <p:nvPr>
            <p:ph type="title"/>
          </p:nvPr>
        </p:nvSpPr>
        <p:spPr/>
        <p:txBody>
          <a:bodyPr/>
          <a:lstStyle/>
          <a:p>
            <a:r>
              <a:rPr lang="en-US" dirty="0"/>
              <a:t>Connection</a:t>
            </a:r>
          </a:p>
        </p:txBody>
      </p:sp>
      <p:sp>
        <p:nvSpPr>
          <p:cNvPr id="3" name="Content Placeholder 2">
            <a:extLst>
              <a:ext uri="{FF2B5EF4-FFF2-40B4-BE49-F238E27FC236}">
                <a16:creationId xmlns:a16="http://schemas.microsoft.com/office/drawing/2014/main" id="{4369386D-8F5E-418F-8813-61D58D5E1BF5}"/>
              </a:ext>
            </a:extLst>
          </p:cNvPr>
          <p:cNvSpPr>
            <a:spLocks noGrp="1"/>
          </p:cNvSpPr>
          <p:nvPr>
            <p:ph idx="1"/>
          </p:nvPr>
        </p:nvSpPr>
        <p:spPr>
          <a:xfrm>
            <a:off x="724142" y="970690"/>
            <a:ext cx="10477258" cy="5153999"/>
          </a:xfrm>
        </p:spPr>
        <p:txBody>
          <a:bodyPr>
            <a:normAutofit/>
          </a:bodyPr>
          <a:lstStyle/>
          <a:p>
            <a:r>
              <a:rPr lang="en-US" dirty="0"/>
              <a:t>A Connection is the session between java application and database. The Connection interface is a factory of Statement, </a:t>
            </a:r>
            <a:r>
              <a:rPr lang="en-US" dirty="0" err="1"/>
              <a:t>PreparedStatement</a:t>
            </a:r>
            <a:r>
              <a:rPr lang="en-US" dirty="0"/>
              <a:t>.</a:t>
            </a:r>
          </a:p>
          <a:p>
            <a:endParaRPr lang="en-US" dirty="0"/>
          </a:p>
          <a:p>
            <a:r>
              <a:rPr lang="en-US" dirty="0"/>
              <a:t>Commonly Used methods are:</a:t>
            </a:r>
          </a:p>
          <a:p>
            <a:pPr marL="625734" lvl="1" indent="-342900" fontAlgn="ctr">
              <a:buFont typeface="+mj-lt"/>
              <a:buAutoNum type="arabicPeriod"/>
            </a:pPr>
            <a:r>
              <a:rPr lang="en-US" b="1" dirty="0"/>
              <a:t>public Statement </a:t>
            </a:r>
            <a:r>
              <a:rPr lang="en-US" b="1" dirty="0" err="1"/>
              <a:t>createStatement</a:t>
            </a:r>
            <a:r>
              <a:rPr lang="en-US" b="1" dirty="0"/>
              <a:t>():</a:t>
            </a:r>
            <a:r>
              <a:rPr lang="en-US" dirty="0"/>
              <a:t> creates a statement object that can be used to execute SQL queries.</a:t>
            </a:r>
          </a:p>
          <a:p>
            <a:pPr marL="625734" lvl="1" indent="-342900" fontAlgn="ctr">
              <a:buFont typeface="+mj-lt"/>
              <a:buAutoNum type="arabicPeriod"/>
            </a:pPr>
            <a:r>
              <a:rPr lang="en-US" b="1" dirty="0"/>
              <a:t>public </a:t>
            </a:r>
            <a:r>
              <a:rPr lang="en-US" b="1" dirty="0" err="1"/>
              <a:t>PrepareStatement</a:t>
            </a:r>
            <a:r>
              <a:rPr lang="en-US" b="1" dirty="0"/>
              <a:t> </a:t>
            </a:r>
            <a:r>
              <a:rPr lang="en-US" b="1" dirty="0" err="1"/>
              <a:t>prepareSatement</a:t>
            </a:r>
            <a:r>
              <a:rPr lang="en-US" b="1" dirty="0"/>
              <a:t>(String </a:t>
            </a:r>
            <a:r>
              <a:rPr lang="en-US" b="1" dirty="0" err="1"/>
              <a:t>sql</a:t>
            </a:r>
            <a:r>
              <a:rPr lang="en-US" b="1" dirty="0"/>
              <a:t>):</a:t>
            </a:r>
            <a:r>
              <a:rPr lang="en-US" dirty="0"/>
              <a:t> creates a prepare statement object that can be used to execute SQL queries.</a:t>
            </a:r>
          </a:p>
          <a:p>
            <a:pPr marL="625734" lvl="1" indent="-342900" fontAlgn="ctr">
              <a:buFont typeface="+mj-lt"/>
              <a:buAutoNum type="arabicPeriod"/>
            </a:pPr>
            <a:r>
              <a:rPr lang="en-US" b="1" dirty="0"/>
              <a:t>public void </a:t>
            </a:r>
            <a:r>
              <a:rPr lang="en-US" b="1" dirty="0" err="1"/>
              <a:t>setAutoCommit</a:t>
            </a:r>
            <a:r>
              <a:rPr lang="en-US" b="1" dirty="0"/>
              <a:t>(</a:t>
            </a:r>
            <a:r>
              <a:rPr lang="en-US" b="1" dirty="0" err="1"/>
              <a:t>boolean</a:t>
            </a:r>
            <a:r>
              <a:rPr lang="en-US" b="1" dirty="0"/>
              <a:t> status):</a:t>
            </a:r>
            <a:r>
              <a:rPr lang="en-US" dirty="0"/>
              <a:t> is used to set the commit </a:t>
            </a:r>
            <a:r>
              <a:rPr lang="en-US" dirty="0" err="1"/>
              <a:t>status.By</a:t>
            </a:r>
            <a:r>
              <a:rPr lang="en-US" dirty="0"/>
              <a:t> default it is true.</a:t>
            </a:r>
          </a:p>
          <a:p>
            <a:pPr marL="625734" lvl="1" indent="-342900" fontAlgn="ctr">
              <a:buFont typeface="+mj-lt"/>
              <a:buAutoNum type="arabicPeriod"/>
            </a:pPr>
            <a:r>
              <a:rPr lang="en-US" b="1" dirty="0"/>
              <a:t>public void commit():</a:t>
            </a:r>
            <a:r>
              <a:rPr lang="en-US" dirty="0"/>
              <a:t> saves the changes made since the previous commit/rollback permanent.</a:t>
            </a:r>
          </a:p>
          <a:p>
            <a:pPr marL="625734" lvl="1" indent="-342900" fontAlgn="ctr">
              <a:buFont typeface="+mj-lt"/>
              <a:buAutoNum type="arabicPeriod"/>
            </a:pPr>
            <a:r>
              <a:rPr lang="en-US" b="1" dirty="0"/>
              <a:t>public void rollback():</a:t>
            </a:r>
            <a:r>
              <a:rPr lang="en-US" dirty="0"/>
              <a:t> Drops all changes made since the previous commit/rollback.</a:t>
            </a:r>
          </a:p>
          <a:p>
            <a:pPr marL="625734" lvl="1" indent="-342900" fontAlgn="ctr">
              <a:buFont typeface="+mj-lt"/>
              <a:buAutoNum type="arabicPeriod"/>
            </a:pPr>
            <a:r>
              <a:rPr lang="en-US" b="1" dirty="0"/>
              <a:t>public void close():</a:t>
            </a:r>
            <a:r>
              <a:rPr lang="en-US" dirty="0"/>
              <a:t> closes the connection and Releases a JDBC resources immediately.</a:t>
            </a:r>
          </a:p>
          <a:p>
            <a:endParaRPr lang="en-US" dirty="0"/>
          </a:p>
          <a:p>
            <a:endParaRPr lang="en-US" dirty="0"/>
          </a:p>
          <a:p>
            <a:endParaRPr lang="en-US" dirty="0"/>
          </a:p>
          <a:p>
            <a:pPr marL="218556" indent="0">
              <a:buNone/>
            </a:pPr>
            <a:r>
              <a:rPr lang="en-US" dirty="0"/>
              <a:t>               </a:t>
            </a:r>
          </a:p>
          <a:p>
            <a:pPr marL="0" indent="0">
              <a:buNone/>
            </a:pPr>
            <a:endParaRPr lang="en-US" dirty="0"/>
          </a:p>
        </p:txBody>
      </p:sp>
      <p:pic>
        <p:nvPicPr>
          <p:cNvPr id="6" name="Picture 5">
            <a:extLst>
              <a:ext uri="{FF2B5EF4-FFF2-40B4-BE49-F238E27FC236}">
                <a16:creationId xmlns:a16="http://schemas.microsoft.com/office/drawing/2014/main" id="{7076CF46-DE76-4352-92EC-2F236343C226}"/>
              </a:ext>
            </a:extLst>
          </p:cNvPr>
          <p:cNvPicPr>
            <a:picLocks noChangeAspect="1"/>
          </p:cNvPicPr>
          <p:nvPr/>
        </p:nvPicPr>
        <p:blipFill>
          <a:blip r:embed="rId2"/>
          <a:stretch>
            <a:fillRect/>
          </a:stretch>
        </p:blipFill>
        <p:spPr>
          <a:xfrm>
            <a:off x="1592065" y="4808991"/>
            <a:ext cx="9244550" cy="840940"/>
          </a:xfrm>
          <a:prstGeom prst="rect">
            <a:avLst/>
          </a:prstGeom>
          <a:ln>
            <a:solidFill>
              <a:schemeClr val="tx1"/>
            </a:solidFill>
          </a:ln>
        </p:spPr>
      </p:pic>
      <p:pic>
        <p:nvPicPr>
          <p:cNvPr id="7" name="Picture 6">
            <a:extLst>
              <a:ext uri="{FF2B5EF4-FFF2-40B4-BE49-F238E27FC236}">
                <a16:creationId xmlns:a16="http://schemas.microsoft.com/office/drawing/2014/main" id="{692B1E87-2905-4B86-846B-2953224149C2}"/>
              </a:ext>
            </a:extLst>
          </p:cNvPr>
          <p:cNvPicPr>
            <a:picLocks noChangeAspect="1"/>
          </p:cNvPicPr>
          <p:nvPr/>
        </p:nvPicPr>
        <p:blipFill>
          <a:blip r:embed="rId3"/>
          <a:stretch>
            <a:fillRect/>
          </a:stretch>
        </p:blipFill>
        <p:spPr>
          <a:xfrm>
            <a:off x="1592065" y="5739245"/>
            <a:ext cx="9296400" cy="296130"/>
          </a:xfrm>
          <a:prstGeom prst="rect">
            <a:avLst/>
          </a:prstGeom>
          <a:ln>
            <a:solidFill>
              <a:schemeClr val="tx1"/>
            </a:solidFill>
          </a:ln>
        </p:spPr>
      </p:pic>
    </p:spTree>
    <p:extLst>
      <p:ext uri="{BB962C8B-B14F-4D97-AF65-F5344CB8AC3E}">
        <p14:creationId xmlns:p14="http://schemas.microsoft.com/office/powerpoint/2010/main" val="4100242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98F78-3F71-43F3-9B33-F33B44C95EE7}"/>
              </a:ext>
            </a:extLst>
          </p:cNvPr>
          <p:cNvSpPr>
            <a:spLocks noGrp="1"/>
          </p:cNvSpPr>
          <p:nvPr>
            <p:ph type="title"/>
          </p:nvPr>
        </p:nvSpPr>
        <p:spPr/>
        <p:txBody>
          <a:bodyPr/>
          <a:lstStyle/>
          <a:p>
            <a:r>
              <a:rPr lang="en-US" dirty="0"/>
              <a:t>Statement</a:t>
            </a:r>
          </a:p>
        </p:txBody>
      </p:sp>
      <p:sp>
        <p:nvSpPr>
          <p:cNvPr id="3" name="Content Placeholder 2">
            <a:extLst>
              <a:ext uri="{FF2B5EF4-FFF2-40B4-BE49-F238E27FC236}">
                <a16:creationId xmlns:a16="http://schemas.microsoft.com/office/drawing/2014/main" id="{4369386D-8F5E-418F-8813-61D58D5E1BF5}"/>
              </a:ext>
            </a:extLst>
          </p:cNvPr>
          <p:cNvSpPr>
            <a:spLocks noGrp="1"/>
          </p:cNvSpPr>
          <p:nvPr>
            <p:ph idx="1"/>
          </p:nvPr>
        </p:nvSpPr>
        <p:spPr>
          <a:xfrm>
            <a:off x="528899" y="879404"/>
            <a:ext cx="10515600" cy="4639705"/>
          </a:xfrm>
        </p:spPr>
        <p:txBody>
          <a:bodyPr>
            <a:normAutofit/>
          </a:bodyPr>
          <a:lstStyle/>
          <a:p>
            <a:r>
              <a:rPr lang="en-US" dirty="0"/>
              <a:t>The </a:t>
            </a:r>
            <a:r>
              <a:rPr lang="en-US" b="1" dirty="0"/>
              <a:t>Statement interface</a:t>
            </a:r>
            <a:r>
              <a:rPr lang="en-US" dirty="0"/>
              <a:t> provides methods to execute queries with the database. The statement interface is a factory of ResultSet i.e. it provides factory method to get the object of ResultSet.</a:t>
            </a:r>
          </a:p>
          <a:p>
            <a:r>
              <a:rPr lang="en-US" dirty="0"/>
              <a:t>The commonly used methods are:</a:t>
            </a:r>
          </a:p>
          <a:p>
            <a:pPr marL="625734" lvl="1" indent="-342900" fontAlgn="ctr">
              <a:buFont typeface="+mj-lt"/>
              <a:buAutoNum type="arabicPeriod"/>
            </a:pPr>
            <a:r>
              <a:rPr lang="en-US" b="1" dirty="0"/>
              <a:t>public ResultSet </a:t>
            </a:r>
            <a:r>
              <a:rPr lang="en-US" b="1" dirty="0" err="1"/>
              <a:t>executeQuery</a:t>
            </a:r>
            <a:r>
              <a:rPr lang="en-US" b="1" dirty="0"/>
              <a:t>(String </a:t>
            </a:r>
            <a:r>
              <a:rPr lang="en-US" b="1" dirty="0" err="1"/>
              <a:t>sql</a:t>
            </a:r>
            <a:r>
              <a:rPr lang="en-US" b="1" dirty="0"/>
              <a:t>):</a:t>
            </a:r>
            <a:r>
              <a:rPr lang="en-US" dirty="0"/>
              <a:t> is used to execute SELECT query. It returns the object of ResultSet.</a:t>
            </a:r>
          </a:p>
          <a:p>
            <a:pPr marL="625734" lvl="1" indent="-342900" fontAlgn="ctr">
              <a:buFont typeface="+mj-lt"/>
              <a:buAutoNum type="arabicPeriod"/>
            </a:pPr>
            <a:r>
              <a:rPr lang="en-US" b="1" dirty="0"/>
              <a:t>public int </a:t>
            </a:r>
            <a:r>
              <a:rPr lang="en-US" b="1" dirty="0" err="1"/>
              <a:t>executeUpdate</a:t>
            </a:r>
            <a:r>
              <a:rPr lang="en-US" b="1" dirty="0"/>
              <a:t>(String </a:t>
            </a:r>
            <a:r>
              <a:rPr lang="en-US" b="1" dirty="0" err="1"/>
              <a:t>sql</a:t>
            </a:r>
            <a:r>
              <a:rPr lang="en-US" b="1" dirty="0"/>
              <a:t>):</a:t>
            </a:r>
            <a:r>
              <a:rPr lang="en-US" dirty="0"/>
              <a:t> is used to execute specified query, it may be insert, update, delete etc.</a:t>
            </a:r>
          </a:p>
          <a:p>
            <a:pPr marL="625734" lvl="1" indent="-342900" fontAlgn="ctr">
              <a:buFont typeface="+mj-lt"/>
              <a:buAutoNum type="arabicPeriod"/>
            </a:pPr>
            <a:r>
              <a:rPr lang="en-US" b="1" dirty="0"/>
              <a:t>public </a:t>
            </a:r>
            <a:r>
              <a:rPr lang="en-US" b="1" dirty="0" err="1"/>
              <a:t>boolean</a:t>
            </a:r>
            <a:r>
              <a:rPr lang="en-US" b="1" dirty="0"/>
              <a:t> execute(String </a:t>
            </a:r>
            <a:r>
              <a:rPr lang="en-US" b="1" dirty="0" err="1"/>
              <a:t>sql</a:t>
            </a:r>
            <a:r>
              <a:rPr lang="en-US" b="1" dirty="0"/>
              <a:t>):</a:t>
            </a:r>
            <a:r>
              <a:rPr lang="en-US" dirty="0"/>
              <a:t> is used to execute queries that may return multiple results.</a:t>
            </a:r>
          </a:p>
          <a:p>
            <a:endParaRPr lang="en-US" dirty="0"/>
          </a:p>
          <a:p>
            <a:endParaRPr lang="en-US" dirty="0"/>
          </a:p>
          <a:p>
            <a:endParaRPr lang="en-US" dirty="0"/>
          </a:p>
          <a:p>
            <a:pPr marL="0" indent="0">
              <a:buNone/>
            </a:pPr>
            <a:endParaRPr lang="en-US" dirty="0"/>
          </a:p>
        </p:txBody>
      </p:sp>
      <p:pic>
        <p:nvPicPr>
          <p:cNvPr id="7" name="Picture 6">
            <a:extLst>
              <a:ext uri="{FF2B5EF4-FFF2-40B4-BE49-F238E27FC236}">
                <a16:creationId xmlns:a16="http://schemas.microsoft.com/office/drawing/2014/main" id="{3D737FA6-4FA3-40E6-AADF-D16643F59F26}"/>
              </a:ext>
            </a:extLst>
          </p:cNvPr>
          <p:cNvPicPr>
            <a:picLocks noChangeAspect="1"/>
          </p:cNvPicPr>
          <p:nvPr/>
        </p:nvPicPr>
        <p:blipFill>
          <a:blip r:embed="rId2"/>
          <a:stretch>
            <a:fillRect/>
          </a:stretch>
        </p:blipFill>
        <p:spPr>
          <a:xfrm>
            <a:off x="1414462" y="3762375"/>
            <a:ext cx="9363075" cy="1409700"/>
          </a:xfrm>
          <a:prstGeom prst="rect">
            <a:avLst/>
          </a:prstGeom>
          <a:ln>
            <a:solidFill>
              <a:schemeClr val="tx1"/>
            </a:solidFill>
          </a:ln>
        </p:spPr>
      </p:pic>
    </p:spTree>
    <p:extLst>
      <p:ext uri="{BB962C8B-B14F-4D97-AF65-F5344CB8AC3E}">
        <p14:creationId xmlns:p14="http://schemas.microsoft.com/office/powerpoint/2010/main" val="720811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70475-C1D0-481D-A8EB-644D530A6C95}"/>
              </a:ext>
            </a:extLst>
          </p:cNvPr>
          <p:cNvSpPr>
            <a:spLocks noGrp="1"/>
          </p:cNvSpPr>
          <p:nvPr>
            <p:ph type="title"/>
          </p:nvPr>
        </p:nvSpPr>
        <p:spPr/>
        <p:txBody>
          <a:bodyPr/>
          <a:lstStyle/>
          <a:p>
            <a:r>
              <a:rPr lang="en-US" dirty="0" err="1"/>
              <a:t>PreparedStatement</a:t>
            </a:r>
            <a:endParaRPr lang="en-US" dirty="0"/>
          </a:p>
        </p:txBody>
      </p:sp>
      <p:sp>
        <p:nvSpPr>
          <p:cNvPr id="3" name="Content Placeholder 2">
            <a:extLst>
              <a:ext uri="{FF2B5EF4-FFF2-40B4-BE49-F238E27FC236}">
                <a16:creationId xmlns:a16="http://schemas.microsoft.com/office/drawing/2014/main" id="{B170980C-8312-424C-8EBD-3C589A0A7494}"/>
              </a:ext>
            </a:extLst>
          </p:cNvPr>
          <p:cNvSpPr>
            <a:spLocks noGrp="1"/>
          </p:cNvSpPr>
          <p:nvPr>
            <p:ph idx="1"/>
          </p:nvPr>
        </p:nvSpPr>
        <p:spPr>
          <a:xfrm>
            <a:off x="671633" y="967334"/>
            <a:ext cx="10848733" cy="2852192"/>
          </a:xfrm>
        </p:spPr>
        <p:txBody>
          <a:bodyPr>
            <a:normAutofit/>
          </a:bodyPr>
          <a:lstStyle/>
          <a:p>
            <a:r>
              <a:rPr lang="en-US" dirty="0"/>
              <a:t>The </a:t>
            </a:r>
            <a:r>
              <a:rPr lang="en-US" dirty="0" err="1"/>
              <a:t>PreparedStatement</a:t>
            </a:r>
            <a:r>
              <a:rPr lang="en-US" dirty="0"/>
              <a:t> interface is a </a:t>
            </a:r>
            <a:r>
              <a:rPr lang="en-US" dirty="0" err="1"/>
              <a:t>subinterface</a:t>
            </a:r>
            <a:r>
              <a:rPr lang="en-US" dirty="0"/>
              <a:t> of Statement. It is used to execute parameterized query.</a:t>
            </a:r>
          </a:p>
          <a:p>
            <a:r>
              <a:rPr lang="en-US" dirty="0"/>
              <a:t>The performance of the application will be faster if you use </a:t>
            </a:r>
            <a:r>
              <a:rPr lang="en-US" dirty="0" err="1"/>
              <a:t>PreparedStatement</a:t>
            </a:r>
            <a:r>
              <a:rPr lang="en-US" dirty="0"/>
              <a:t> interface because query is compiled only once.</a:t>
            </a:r>
          </a:p>
          <a:p>
            <a:r>
              <a:rPr lang="en-US" dirty="0"/>
              <a:t>The commonly used methods are:</a:t>
            </a:r>
          </a:p>
          <a:p>
            <a:pPr marL="625734" lvl="1" indent="-342900" fontAlgn="ctr">
              <a:buFont typeface="+mj-lt"/>
              <a:buAutoNum type="arabicPeriod"/>
            </a:pPr>
            <a:r>
              <a:rPr lang="en-US" b="1" dirty="0"/>
              <a:t>public ResultSet </a:t>
            </a:r>
            <a:r>
              <a:rPr lang="en-US" b="1" dirty="0" err="1"/>
              <a:t>executeQuery</a:t>
            </a:r>
            <a:r>
              <a:rPr lang="en-US" b="1" dirty="0"/>
              <a:t>():</a:t>
            </a:r>
            <a:r>
              <a:rPr lang="en-US" dirty="0"/>
              <a:t> is used to execute SELECT query. It returns the object of ResultSet.</a:t>
            </a:r>
          </a:p>
          <a:p>
            <a:pPr marL="625734" lvl="1" indent="-342900" fontAlgn="ctr">
              <a:buFont typeface="+mj-lt"/>
              <a:buAutoNum type="arabicPeriod"/>
            </a:pPr>
            <a:r>
              <a:rPr lang="en-US" b="1" dirty="0"/>
              <a:t>public int </a:t>
            </a:r>
            <a:r>
              <a:rPr lang="en-US" b="1" dirty="0" err="1"/>
              <a:t>executeUpdate</a:t>
            </a:r>
            <a:r>
              <a:rPr lang="en-US" b="1" dirty="0"/>
              <a:t>():</a:t>
            </a:r>
            <a:r>
              <a:rPr lang="en-US" dirty="0"/>
              <a:t> is used to execute specified query, it may be insert, update, delete etc.</a:t>
            </a:r>
          </a:p>
          <a:p>
            <a:pPr marL="625734" lvl="1" indent="-342900" fontAlgn="ctr">
              <a:buFont typeface="+mj-lt"/>
              <a:buAutoNum type="arabicPeriod"/>
            </a:pPr>
            <a:r>
              <a:rPr lang="en-US" b="1" dirty="0"/>
              <a:t>public </a:t>
            </a:r>
            <a:r>
              <a:rPr lang="en-US" b="1" dirty="0" err="1"/>
              <a:t>boolean</a:t>
            </a:r>
            <a:r>
              <a:rPr lang="en-US" b="1" dirty="0"/>
              <a:t> execute():</a:t>
            </a:r>
            <a:r>
              <a:rPr lang="en-US" dirty="0"/>
              <a:t> is used to execute queries that may return multiple results.</a:t>
            </a:r>
          </a:p>
        </p:txBody>
      </p:sp>
      <p:pic>
        <p:nvPicPr>
          <p:cNvPr id="4" name="Picture 3">
            <a:extLst>
              <a:ext uri="{FF2B5EF4-FFF2-40B4-BE49-F238E27FC236}">
                <a16:creationId xmlns:a16="http://schemas.microsoft.com/office/drawing/2014/main" id="{2E507BCA-CE79-425E-8792-DE410725BC95}"/>
              </a:ext>
            </a:extLst>
          </p:cNvPr>
          <p:cNvPicPr>
            <a:picLocks noChangeAspect="1"/>
          </p:cNvPicPr>
          <p:nvPr/>
        </p:nvPicPr>
        <p:blipFill>
          <a:blip r:embed="rId2"/>
          <a:stretch>
            <a:fillRect/>
          </a:stretch>
        </p:blipFill>
        <p:spPr>
          <a:xfrm>
            <a:off x="1724026" y="3979443"/>
            <a:ext cx="7799079" cy="2042364"/>
          </a:xfrm>
          <a:prstGeom prst="rect">
            <a:avLst/>
          </a:prstGeom>
          <a:ln>
            <a:solidFill>
              <a:schemeClr val="tx1"/>
            </a:solidFill>
          </a:ln>
        </p:spPr>
      </p:pic>
      <p:pic>
        <p:nvPicPr>
          <p:cNvPr id="5" name="Picture 4">
            <a:extLst>
              <a:ext uri="{FF2B5EF4-FFF2-40B4-BE49-F238E27FC236}">
                <a16:creationId xmlns:a16="http://schemas.microsoft.com/office/drawing/2014/main" id="{490A76F2-5D61-436E-9754-8E572AD13C19}"/>
              </a:ext>
            </a:extLst>
          </p:cNvPr>
          <p:cNvPicPr>
            <a:picLocks noChangeAspect="1"/>
          </p:cNvPicPr>
          <p:nvPr/>
        </p:nvPicPr>
        <p:blipFill>
          <a:blip r:embed="rId3"/>
          <a:stretch>
            <a:fillRect/>
          </a:stretch>
        </p:blipFill>
        <p:spPr>
          <a:xfrm>
            <a:off x="3819285" y="1600201"/>
            <a:ext cx="6905625" cy="257175"/>
          </a:xfrm>
          <a:prstGeom prst="rect">
            <a:avLst/>
          </a:prstGeom>
          <a:ln>
            <a:solidFill>
              <a:schemeClr val="tx1"/>
            </a:solidFill>
          </a:ln>
        </p:spPr>
      </p:pic>
    </p:spTree>
    <p:extLst>
      <p:ext uri="{BB962C8B-B14F-4D97-AF65-F5344CB8AC3E}">
        <p14:creationId xmlns:p14="http://schemas.microsoft.com/office/powerpoint/2010/main" val="2201516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3DDF7-2733-499D-8C59-7D7D1D608BFF}"/>
              </a:ext>
            </a:extLst>
          </p:cNvPr>
          <p:cNvSpPr>
            <a:spLocks noGrp="1"/>
          </p:cNvSpPr>
          <p:nvPr>
            <p:ph type="title"/>
          </p:nvPr>
        </p:nvSpPr>
        <p:spPr/>
        <p:txBody>
          <a:bodyPr/>
          <a:lstStyle/>
          <a:p>
            <a:r>
              <a:rPr lang="en-US" dirty="0"/>
              <a:t>ResultSet</a:t>
            </a:r>
          </a:p>
        </p:txBody>
      </p:sp>
      <p:sp>
        <p:nvSpPr>
          <p:cNvPr id="3" name="Content Placeholder 2">
            <a:extLst>
              <a:ext uri="{FF2B5EF4-FFF2-40B4-BE49-F238E27FC236}">
                <a16:creationId xmlns:a16="http://schemas.microsoft.com/office/drawing/2014/main" id="{A55BC11C-F3A1-4174-BD05-788641425D62}"/>
              </a:ext>
            </a:extLst>
          </p:cNvPr>
          <p:cNvSpPr>
            <a:spLocks noGrp="1"/>
          </p:cNvSpPr>
          <p:nvPr>
            <p:ph idx="1"/>
          </p:nvPr>
        </p:nvSpPr>
        <p:spPr>
          <a:xfrm>
            <a:off x="600076" y="991694"/>
            <a:ext cx="10429874" cy="3056431"/>
          </a:xfrm>
        </p:spPr>
        <p:txBody>
          <a:bodyPr>
            <a:normAutofit/>
          </a:bodyPr>
          <a:lstStyle/>
          <a:p>
            <a:r>
              <a:rPr lang="en-US" dirty="0"/>
              <a:t>The object of ResultSet maintains a cursor pointing to a row of a table. Initially, cursor points to before the first row.</a:t>
            </a:r>
          </a:p>
          <a:p>
            <a:r>
              <a:rPr lang="en-US" dirty="0"/>
              <a:t>The commonly used methods are:</a:t>
            </a:r>
          </a:p>
          <a:p>
            <a:pPr marL="625734" lvl="1" indent="-342900" fontAlgn="ctr">
              <a:buFont typeface="+mj-lt"/>
              <a:buAutoNum type="arabicPeriod"/>
            </a:pPr>
            <a:r>
              <a:rPr lang="en-US" b="1" dirty="0"/>
              <a:t>public </a:t>
            </a:r>
            <a:r>
              <a:rPr lang="en-US" b="1" dirty="0" err="1"/>
              <a:t>boolean</a:t>
            </a:r>
            <a:r>
              <a:rPr lang="en-US" b="1" dirty="0"/>
              <a:t> next(): </a:t>
            </a:r>
            <a:r>
              <a:rPr lang="en-US" dirty="0"/>
              <a:t>is used to move the cursor to the one row next from the current position.</a:t>
            </a:r>
          </a:p>
          <a:p>
            <a:pPr marL="625734" lvl="1" indent="-342900" fontAlgn="ctr">
              <a:buFont typeface="+mj-lt"/>
              <a:buAutoNum type="arabicPeriod"/>
            </a:pPr>
            <a:r>
              <a:rPr lang="en-US" b="1" dirty="0"/>
              <a:t>public </a:t>
            </a:r>
            <a:r>
              <a:rPr lang="en-US" b="1" dirty="0" err="1"/>
              <a:t>boolean</a:t>
            </a:r>
            <a:r>
              <a:rPr lang="en-US" b="1" dirty="0"/>
              <a:t> previous(): </a:t>
            </a:r>
            <a:r>
              <a:rPr lang="en-US" dirty="0"/>
              <a:t>is used to move the cursor to the one row previous from the current position.</a:t>
            </a:r>
          </a:p>
          <a:p>
            <a:pPr marL="625734" lvl="1" indent="-342900">
              <a:buFont typeface="+mj-lt"/>
              <a:buAutoNum type="arabicPeriod"/>
            </a:pPr>
            <a:r>
              <a:rPr lang="en-US" b="1" dirty="0"/>
              <a:t> public int </a:t>
            </a:r>
            <a:r>
              <a:rPr lang="en-US" b="1" dirty="0" err="1"/>
              <a:t>getInt</a:t>
            </a:r>
            <a:r>
              <a:rPr lang="en-US" b="1" dirty="0"/>
              <a:t>(int </a:t>
            </a:r>
            <a:r>
              <a:rPr lang="en-US" b="1" dirty="0" err="1"/>
              <a:t>columnIndex</a:t>
            </a:r>
            <a:r>
              <a:rPr lang="en-US" b="1" dirty="0"/>
              <a:t>):</a:t>
            </a:r>
            <a:r>
              <a:rPr lang="en-US" dirty="0"/>
              <a:t> is used to return the data of specified column index of the current row as int.</a:t>
            </a:r>
          </a:p>
          <a:p>
            <a:pPr marL="625734" lvl="1" indent="-342900">
              <a:buFont typeface="+mj-lt"/>
              <a:buAutoNum type="arabicPeriod"/>
            </a:pPr>
            <a:r>
              <a:rPr lang="en-US" b="1" dirty="0"/>
              <a:t>public int </a:t>
            </a:r>
            <a:r>
              <a:rPr lang="en-US" b="1" dirty="0" err="1"/>
              <a:t>getInt</a:t>
            </a:r>
            <a:r>
              <a:rPr lang="en-US" b="1" dirty="0"/>
              <a:t>(String </a:t>
            </a:r>
            <a:r>
              <a:rPr lang="en-US" b="1" dirty="0" err="1"/>
              <a:t>columnName</a:t>
            </a:r>
            <a:r>
              <a:rPr lang="en-US" b="1" dirty="0"/>
              <a:t>):</a:t>
            </a:r>
            <a:r>
              <a:rPr lang="en-US" dirty="0"/>
              <a:t> is used to return the data of specified column name of the current row as int.</a:t>
            </a:r>
          </a:p>
          <a:p>
            <a:endParaRPr lang="en-US" dirty="0"/>
          </a:p>
          <a:p>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22BD1B27-CB7E-442C-8DE8-E43DE772812E}"/>
              </a:ext>
            </a:extLst>
          </p:cNvPr>
          <p:cNvPicPr>
            <a:picLocks noChangeAspect="1"/>
          </p:cNvPicPr>
          <p:nvPr/>
        </p:nvPicPr>
        <p:blipFill>
          <a:blip r:embed="rId2"/>
          <a:stretch>
            <a:fillRect/>
          </a:stretch>
        </p:blipFill>
        <p:spPr>
          <a:xfrm>
            <a:off x="2744045" y="4048125"/>
            <a:ext cx="6534150" cy="2295525"/>
          </a:xfrm>
          <a:prstGeom prst="rect">
            <a:avLst/>
          </a:prstGeom>
          <a:ln>
            <a:solidFill>
              <a:schemeClr val="tx1"/>
            </a:solidFill>
          </a:ln>
        </p:spPr>
      </p:pic>
    </p:spTree>
    <p:extLst>
      <p:ext uri="{BB962C8B-B14F-4D97-AF65-F5344CB8AC3E}">
        <p14:creationId xmlns:p14="http://schemas.microsoft.com/office/powerpoint/2010/main" val="211415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60D37-F63C-4AB5-8C46-B971E2C7D8F1}"/>
              </a:ext>
            </a:extLst>
          </p:cNvPr>
          <p:cNvSpPr>
            <a:spLocks noGrp="1"/>
          </p:cNvSpPr>
          <p:nvPr>
            <p:ph type="title"/>
          </p:nvPr>
        </p:nvSpPr>
        <p:spPr/>
        <p:txBody>
          <a:bodyPr/>
          <a:lstStyle/>
          <a:p>
            <a:r>
              <a:rPr lang="en-US" dirty="0"/>
              <a:t>Types of JDBC Driver</a:t>
            </a:r>
          </a:p>
        </p:txBody>
      </p:sp>
      <p:sp>
        <p:nvSpPr>
          <p:cNvPr id="3" name="Content Placeholder 2">
            <a:extLst>
              <a:ext uri="{FF2B5EF4-FFF2-40B4-BE49-F238E27FC236}">
                <a16:creationId xmlns:a16="http://schemas.microsoft.com/office/drawing/2014/main" id="{7A24B2B2-1D88-4902-BE19-101C6403C290}"/>
              </a:ext>
            </a:extLst>
          </p:cNvPr>
          <p:cNvSpPr>
            <a:spLocks noGrp="1"/>
          </p:cNvSpPr>
          <p:nvPr>
            <p:ph idx="1"/>
          </p:nvPr>
        </p:nvSpPr>
        <p:spPr>
          <a:xfrm>
            <a:off x="771525" y="1332809"/>
            <a:ext cx="4509825" cy="5362800"/>
          </a:xfrm>
        </p:spPr>
        <p:txBody>
          <a:bodyPr>
            <a:normAutofit/>
          </a:bodyPr>
          <a:lstStyle/>
          <a:p>
            <a:r>
              <a:rPr lang="en-US" dirty="0"/>
              <a:t>These driver types are:</a:t>
            </a:r>
          </a:p>
          <a:p>
            <a:pPr marL="625734" lvl="1" indent="-342900">
              <a:buFont typeface="+mj-lt"/>
              <a:buAutoNum type="arabicPeriod"/>
            </a:pPr>
            <a:r>
              <a:rPr lang="en-US" dirty="0"/>
              <a:t>Type 1: JDBC-ODBC bridge JDBC driver</a:t>
            </a:r>
          </a:p>
          <a:p>
            <a:pPr marL="625734" lvl="1" indent="-342900">
              <a:buFont typeface="+mj-lt"/>
              <a:buAutoNum type="arabicPeriod"/>
            </a:pPr>
            <a:endParaRPr lang="en-US" dirty="0"/>
          </a:p>
          <a:p>
            <a:pPr marL="625734" lvl="1" indent="-342900">
              <a:buFont typeface="+mj-lt"/>
              <a:buAutoNum type="arabicPeriod"/>
            </a:pPr>
            <a:endParaRPr lang="en-US" dirty="0"/>
          </a:p>
          <a:p>
            <a:pPr marL="625734" lvl="1" indent="-342900">
              <a:buFont typeface="+mj-lt"/>
              <a:buAutoNum type="arabicPeriod"/>
            </a:pPr>
            <a:r>
              <a:rPr lang="en-US" dirty="0"/>
              <a:t>Type 2: Java + Native code JDBC driver</a:t>
            </a:r>
          </a:p>
          <a:p>
            <a:pPr marL="625734" lvl="1" indent="-342900">
              <a:buFont typeface="+mj-lt"/>
              <a:buAutoNum type="arabicPeriod"/>
            </a:pPr>
            <a:endParaRPr lang="en-US" dirty="0"/>
          </a:p>
          <a:p>
            <a:pPr marL="625734" lvl="1" indent="-342900">
              <a:buFont typeface="+mj-lt"/>
              <a:buAutoNum type="arabicPeriod"/>
            </a:pPr>
            <a:endParaRPr lang="en-US" dirty="0"/>
          </a:p>
          <a:p>
            <a:pPr marL="625734" lvl="1" indent="-342900">
              <a:buFont typeface="+mj-lt"/>
              <a:buAutoNum type="arabicPeriod"/>
            </a:pPr>
            <a:r>
              <a:rPr lang="en-US" dirty="0"/>
              <a:t>Type 3: All Java + Middleware translation JDBC driver</a:t>
            </a:r>
          </a:p>
          <a:p>
            <a:pPr marL="625734" lvl="1" indent="-342900">
              <a:buFont typeface="+mj-lt"/>
              <a:buAutoNum type="arabicPeriod"/>
            </a:pPr>
            <a:endParaRPr lang="en-US" dirty="0"/>
          </a:p>
          <a:p>
            <a:pPr marL="625734" lvl="1" indent="-342900">
              <a:buFont typeface="+mj-lt"/>
              <a:buAutoNum type="arabicPeriod"/>
            </a:pPr>
            <a:endParaRPr lang="en-US" dirty="0"/>
          </a:p>
          <a:p>
            <a:pPr marL="625734" lvl="1" indent="-342900">
              <a:buFont typeface="+mj-lt"/>
              <a:buAutoNum type="arabicPeriod"/>
            </a:pPr>
            <a:r>
              <a:rPr lang="en-US" dirty="0"/>
              <a:t>Type 4: All Java JDBC driver.</a:t>
            </a:r>
          </a:p>
          <a:p>
            <a:endParaRPr lang="en-US" dirty="0"/>
          </a:p>
        </p:txBody>
      </p:sp>
      <p:pic>
        <p:nvPicPr>
          <p:cNvPr id="4" name="Picture 3">
            <a:extLst>
              <a:ext uri="{FF2B5EF4-FFF2-40B4-BE49-F238E27FC236}">
                <a16:creationId xmlns:a16="http://schemas.microsoft.com/office/drawing/2014/main" id="{71347198-2BBA-4855-AC97-762FB68AE78C}"/>
              </a:ext>
            </a:extLst>
          </p:cNvPr>
          <p:cNvPicPr>
            <a:picLocks noChangeAspect="1"/>
          </p:cNvPicPr>
          <p:nvPr/>
        </p:nvPicPr>
        <p:blipFill>
          <a:blip r:embed="rId3"/>
          <a:stretch>
            <a:fillRect/>
          </a:stretch>
        </p:blipFill>
        <p:spPr>
          <a:xfrm>
            <a:off x="5044832" y="1485209"/>
            <a:ext cx="4886325" cy="990600"/>
          </a:xfrm>
          <a:prstGeom prst="rect">
            <a:avLst/>
          </a:prstGeom>
        </p:spPr>
      </p:pic>
      <p:pic>
        <p:nvPicPr>
          <p:cNvPr id="5" name="Picture 4">
            <a:extLst>
              <a:ext uri="{FF2B5EF4-FFF2-40B4-BE49-F238E27FC236}">
                <a16:creationId xmlns:a16="http://schemas.microsoft.com/office/drawing/2014/main" id="{3A5F5DDA-C519-4334-8CCD-E64F806A48FD}"/>
              </a:ext>
            </a:extLst>
          </p:cNvPr>
          <p:cNvPicPr>
            <a:picLocks noChangeAspect="1"/>
          </p:cNvPicPr>
          <p:nvPr/>
        </p:nvPicPr>
        <p:blipFill>
          <a:blip r:embed="rId4"/>
          <a:stretch>
            <a:fillRect/>
          </a:stretch>
        </p:blipFill>
        <p:spPr>
          <a:xfrm>
            <a:off x="5078169" y="2615191"/>
            <a:ext cx="4819650" cy="990600"/>
          </a:xfrm>
          <a:prstGeom prst="rect">
            <a:avLst/>
          </a:prstGeom>
        </p:spPr>
      </p:pic>
      <p:pic>
        <p:nvPicPr>
          <p:cNvPr id="6" name="Picture 5">
            <a:extLst>
              <a:ext uri="{FF2B5EF4-FFF2-40B4-BE49-F238E27FC236}">
                <a16:creationId xmlns:a16="http://schemas.microsoft.com/office/drawing/2014/main" id="{2998764E-7080-4AE2-A1C8-73C90F5505BE}"/>
              </a:ext>
            </a:extLst>
          </p:cNvPr>
          <p:cNvPicPr>
            <a:picLocks noChangeAspect="1"/>
          </p:cNvPicPr>
          <p:nvPr/>
        </p:nvPicPr>
        <p:blipFill>
          <a:blip r:embed="rId5"/>
          <a:stretch>
            <a:fillRect/>
          </a:stretch>
        </p:blipFill>
        <p:spPr>
          <a:xfrm>
            <a:off x="5044832" y="3697548"/>
            <a:ext cx="4819650" cy="1181100"/>
          </a:xfrm>
          <a:prstGeom prst="rect">
            <a:avLst/>
          </a:prstGeom>
        </p:spPr>
      </p:pic>
      <p:pic>
        <p:nvPicPr>
          <p:cNvPr id="7" name="Picture 6">
            <a:extLst>
              <a:ext uri="{FF2B5EF4-FFF2-40B4-BE49-F238E27FC236}">
                <a16:creationId xmlns:a16="http://schemas.microsoft.com/office/drawing/2014/main" id="{54BA52A7-365A-4A41-8A17-F67F78F83766}"/>
              </a:ext>
            </a:extLst>
          </p:cNvPr>
          <p:cNvPicPr>
            <a:picLocks noChangeAspect="1"/>
          </p:cNvPicPr>
          <p:nvPr/>
        </p:nvPicPr>
        <p:blipFill>
          <a:blip r:embed="rId6"/>
          <a:stretch>
            <a:fillRect/>
          </a:stretch>
        </p:blipFill>
        <p:spPr>
          <a:xfrm>
            <a:off x="5044832" y="4758428"/>
            <a:ext cx="4333875" cy="1228725"/>
          </a:xfrm>
          <a:prstGeom prst="rect">
            <a:avLst/>
          </a:prstGeom>
        </p:spPr>
      </p:pic>
      <p:sp>
        <p:nvSpPr>
          <p:cNvPr id="8" name="Content Placeholder 2">
            <a:extLst>
              <a:ext uri="{FF2B5EF4-FFF2-40B4-BE49-F238E27FC236}">
                <a16:creationId xmlns:a16="http://schemas.microsoft.com/office/drawing/2014/main" id="{A5CF1D2E-C6AA-06B3-B52C-2C30CBAEF5A0}"/>
              </a:ext>
            </a:extLst>
          </p:cNvPr>
          <p:cNvSpPr txBox="1">
            <a:spLocks/>
          </p:cNvSpPr>
          <p:nvPr/>
        </p:nvSpPr>
        <p:spPr>
          <a:xfrm>
            <a:off x="771525" y="938791"/>
            <a:ext cx="10644934" cy="317818"/>
          </a:xfrm>
          <a:prstGeom prst="rect">
            <a:avLst/>
          </a:prstGeom>
        </p:spPr>
        <p:txBody>
          <a:bodyPr vert="horz" lIns="0" tIns="0" rIns="0" bIns="0" rtlCol="0">
            <a:normAutofit/>
          </a:bodyPr>
          <a:lstStyle>
            <a:lvl1pPr marL="185733" indent="-185733" algn="l" defTabSz="742931" rtl="0" eaLnBrk="1" latinLnBrk="0" hangingPunct="1">
              <a:lnSpc>
                <a:spcPct val="100000"/>
              </a:lnSpc>
              <a:spcBef>
                <a:spcPts val="0"/>
              </a:spcBef>
              <a:buClr>
                <a:srgbClr val="74DF4C"/>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468567" indent="-285750" algn="l" defTabSz="742931" rtl="0" eaLnBrk="1" latinLnBrk="0" hangingPunct="1">
              <a:lnSpc>
                <a:spcPct val="100000"/>
              </a:lnSpc>
              <a:spcBef>
                <a:spcPts val="0"/>
              </a:spcBef>
              <a:buClr>
                <a:srgbClr val="74DF4C"/>
              </a:buClr>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2pPr>
            <a:lvl3pPr marL="367092" indent="-185733" algn="l" defTabSz="742931" rtl="0" eaLnBrk="1" latinLnBrk="0" hangingPunct="1">
              <a:lnSpc>
                <a:spcPct val="100000"/>
              </a:lnSpc>
              <a:spcBef>
                <a:spcPts val="0"/>
              </a:spcBef>
              <a:buClr>
                <a:srgbClr val="74DF4C"/>
              </a:buClr>
              <a:buFont typeface="Arial" panose="020B0604020202020204" pitchFamily="34" charset="0"/>
              <a:buNone/>
              <a:defRPr sz="2000" kern="1200" baseline="0">
                <a:solidFill>
                  <a:schemeClr val="tx1"/>
                </a:solidFill>
                <a:latin typeface="Arial" panose="020B0604020202020204" pitchFamily="34" charset="0"/>
                <a:ea typeface="+mn-ea"/>
                <a:cs typeface="Arial" panose="020B0604020202020204" pitchFamily="34" charset="0"/>
              </a:defRPr>
            </a:lvl3pPr>
            <a:lvl4pPr marL="737100" indent="-185733" algn="l" defTabSz="742931" rtl="0" eaLnBrk="1" latinLnBrk="0" hangingPunct="1">
              <a:lnSpc>
                <a:spcPts val="1788"/>
              </a:lnSpc>
              <a:spcBef>
                <a:spcPts val="0"/>
              </a:spcBef>
              <a:buClr>
                <a:srgbClr val="74DF4C"/>
              </a:buClr>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4pPr>
            <a:lvl5pPr marL="921375" indent="-185733" algn="l" defTabSz="742931" rtl="0" eaLnBrk="1" latinLnBrk="0" hangingPunct="1">
              <a:lnSpc>
                <a:spcPts val="1788"/>
              </a:lnSpc>
              <a:spcBef>
                <a:spcPts val="0"/>
              </a:spcBef>
              <a:buClr>
                <a:srgbClr val="74DF4C"/>
              </a:buClr>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5pPr>
            <a:lvl6pPr marL="2043061"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27"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5993"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459"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US" dirty="0"/>
              <a:t>There are four different JDBC driver types. Today most of the drivers are Type 4.</a:t>
            </a:r>
          </a:p>
          <a:p>
            <a:endParaRPr lang="en-US" dirty="0"/>
          </a:p>
        </p:txBody>
      </p:sp>
    </p:spTree>
    <p:extLst>
      <p:ext uri="{BB962C8B-B14F-4D97-AF65-F5344CB8AC3E}">
        <p14:creationId xmlns:p14="http://schemas.microsoft.com/office/powerpoint/2010/main" val="3254298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8CE942-E02A-6DDD-966F-1157EB14CE90}"/>
              </a:ext>
            </a:extLst>
          </p:cNvPr>
          <p:cNvSpPr>
            <a:spLocks noGrp="1"/>
          </p:cNvSpPr>
          <p:nvPr>
            <p:ph type="body" sz="quarter" idx="10"/>
          </p:nvPr>
        </p:nvSpPr>
        <p:spPr/>
        <p:txBody>
          <a:bodyPr/>
          <a:lstStyle/>
          <a:p>
            <a:endParaRPr lang="en-GB"/>
          </a:p>
        </p:txBody>
      </p:sp>
    </p:spTree>
    <p:extLst>
      <p:ext uri="{BB962C8B-B14F-4D97-AF65-F5344CB8AC3E}">
        <p14:creationId xmlns:p14="http://schemas.microsoft.com/office/powerpoint/2010/main" val="3093540339"/>
      </p:ext>
    </p:extLst>
  </p:cSld>
  <p:clrMapOvr>
    <a:masterClrMapping/>
  </p:clrMapOvr>
</p:sld>
</file>

<file path=ppt/theme/theme1.xml><?xml version="1.0" encoding="utf-8"?>
<a:theme xmlns:a="http://schemas.openxmlformats.org/drawingml/2006/main" name="Standard Chartered">
  <a:themeElements>
    <a:clrScheme name="Standard Chartered Colours">
      <a:dk1>
        <a:srgbClr val="525355"/>
      </a:dk1>
      <a:lt1>
        <a:srgbClr val="FFFFFF"/>
      </a:lt1>
      <a:dk2>
        <a:srgbClr val="525355"/>
      </a:dk2>
      <a:lt2>
        <a:srgbClr val="FFFFFF"/>
      </a:lt2>
      <a:accent1>
        <a:srgbClr val="0473EA"/>
      </a:accent1>
      <a:accent2>
        <a:srgbClr val="38D200"/>
      </a:accent2>
      <a:accent3>
        <a:srgbClr val="D4D4D4"/>
      </a:accent3>
      <a:accent4>
        <a:srgbClr val="0083B3"/>
      </a:accent4>
      <a:accent5>
        <a:srgbClr val="20ACFF"/>
      </a:accent5>
      <a:accent6>
        <a:srgbClr val="52DAFF"/>
      </a:accent6>
      <a:hlink>
        <a:srgbClr val="525355"/>
      </a:hlink>
      <a:folHlink>
        <a:srgbClr val="52535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ccent 7">
      <a:srgbClr val="3BEB8D"/>
    </a:custClr>
    <a:custClr name="70% of SC Green">
      <a:srgbClr val="74DF4C"/>
    </a:custClr>
    <a:custClr name="50% of SC Green">
      <a:srgbClr val="9BE880"/>
    </a:custClr>
    <a:custClr name="20% of SC Green">
      <a:srgbClr val="D7F6CC"/>
    </a:custClr>
    <a:custClr name="70% of SC Blue">
      <a:srgbClr val="4F9DF0"/>
    </a:custClr>
    <a:custClr name="50% of SC Blue">
      <a:srgbClr val="81B9F4"/>
    </a:custClr>
    <a:custClr name="20% of SC Blue">
      <a:srgbClr val="CDE3FB"/>
    </a:custClr>
    <a:custClr name="70% of SC Grey">
      <a:srgbClr val="868788"/>
    </a:custClr>
    <a:custClr name="50% of SC Grey">
      <a:srgbClr val="A8A9AA"/>
    </a:custClr>
    <a:custClr name="25% of SC Grey">
      <a:srgbClr val="D4D4D4"/>
    </a:custClr>
    <a:custClr name="15% of SC Grey">
      <a:srgbClr val="E5E5E5"/>
    </a:custClr>
  </a:custClrLst>
  <a:extLst>
    <a:ext uri="{05A4C25C-085E-4340-85A3-A5531E510DB2}">
      <thm15:themeFamily xmlns:thm15="http://schemas.microsoft.com/office/thememl/2012/main" name="Standard Chartered" id="{C8E03503-E082-2F4B-923F-E7E947988A83}" vid="{8C62C1AB-8DCE-0841-9A24-180CBCC2DE2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40e60c6-cef6-4cc0-a98d-364c7249d74b}" enabled="1" method="Privileged" siteId="{b44900f1-2def-4c3b-9ec6-9020d604e19e}" removed="0"/>
</clbl:labelList>
</file>

<file path=docProps/app.xml><?xml version="1.0" encoding="utf-8"?>
<Properties xmlns="http://schemas.openxmlformats.org/officeDocument/2006/extended-properties" xmlns:vt="http://schemas.openxmlformats.org/officeDocument/2006/docPropsVTypes">
  <TotalTime>12468</TotalTime>
  <Words>1205</Words>
  <Application>Microsoft Office PowerPoint</Application>
  <PresentationFormat>Widescreen</PresentationFormat>
  <Paragraphs>165</Paragraphs>
  <Slides>17</Slides>
  <Notes>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3" baseType="lpstr">
      <vt:lpstr>Arial</vt:lpstr>
      <vt:lpstr>Body Level 1</vt:lpstr>
      <vt:lpstr>Calibri</vt:lpstr>
      <vt:lpstr>Raleway</vt:lpstr>
      <vt:lpstr>Standard Chartered</vt:lpstr>
      <vt:lpstr>Clip</vt:lpstr>
      <vt:lpstr>Java with Postgres</vt:lpstr>
      <vt:lpstr>Modules</vt:lpstr>
      <vt:lpstr>Introducing the Use Case</vt:lpstr>
      <vt:lpstr>Bank Customer Management System.</vt:lpstr>
      <vt:lpstr>Bank Customer Management System</vt:lpstr>
      <vt:lpstr>Bank Customer Management System …</vt:lpstr>
      <vt:lpstr>JDBC (Java Data Base Connectivity)</vt:lpstr>
      <vt:lpstr>Module 5 : JDBC</vt:lpstr>
      <vt:lpstr>JDBC</vt:lpstr>
      <vt:lpstr>Core JDBC Components</vt:lpstr>
      <vt:lpstr>JDBC Steps</vt:lpstr>
      <vt:lpstr>Connection</vt:lpstr>
      <vt:lpstr>Statement</vt:lpstr>
      <vt:lpstr>PreparedStatement</vt:lpstr>
      <vt:lpstr>ResultSet</vt:lpstr>
      <vt:lpstr>Types of JDBC Driver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Bi Practitioner</dc:title>
  <dc:creator>Sundaramoorthy, Rekha</dc:creator>
  <cp:lastModifiedBy>Murugesan, Niranjana</cp:lastModifiedBy>
  <cp:revision>3</cp:revision>
  <dcterms:created xsi:type="dcterms:W3CDTF">2023-03-01T04:02:41Z</dcterms:created>
  <dcterms:modified xsi:type="dcterms:W3CDTF">2024-05-16T11:16:07Z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40e60c6-cef6-4cc0-a98d-364c7249d74b_Enabled">
    <vt:lpwstr>true</vt:lpwstr>
  </property>
  <property fmtid="{D5CDD505-2E9C-101B-9397-08002B2CF9AE}" pid="3" name="MSIP_Label_840e60c6-cef6-4cc0-a98d-364c7249d74b_SetDate">
    <vt:lpwstr>2024-04-24T04:11:24Z</vt:lpwstr>
  </property>
  <property fmtid="{D5CDD505-2E9C-101B-9397-08002B2CF9AE}" pid="4" name="MSIP_Label_840e60c6-cef6-4cc0-a98d-364c7249d74b_Method">
    <vt:lpwstr>Privileged</vt:lpwstr>
  </property>
  <property fmtid="{D5CDD505-2E9C-101B-9397-08002B2CF9AE}" pid="5" name="MSIP_Label_840e60c6-cef6-4cc0-a98d-364c7249d74b_Name">
    <vt:lpwstr>840e60c6-cef6-4cc0-a98d-364c7249d74b</vt:lpwstr>
  </property>
  <property fmtid="{D5CDD505-2E9C-101B-9397-08002B2CF9AE}" pid="6" name="MSIP_Label_840e60c6-cef6-4cc0-a98d-364c7249d74b_SiteId">
    <vt:lpwstr>b44900f1-2def-4c3b-9ec6-9020d604e19e</vt:lpwstr>
  </property>
  <property fmtid="{D5CDD505-2E9C-101B-9397-08002B2CF9AE}" pid="7" name="MSIP_Label_840e60c6-cef6-4cc0-a98d-364c7249d74b_ActionId">
    <vt:lpwstr>2b990a5b-1fc5-4efa-b2c0-b16379d50ba7</vt:lpwstr>
  </property>
  <property fmtid="{D5CDD505-2E9C-101B-9397-08002B2CF9AE}" pid="8" name="MSIP_Label_840e60c6-cef6-4cc0-a98d-364c7249d74b_ContentBits">
    <vt:lpwstr>1</vt:lpwstr>
  </property>
</Properties>
</file>