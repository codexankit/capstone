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removePersonalInfoOnSave="1" saveSubsetFonts="1">
  <p:sldMasterIdLst>
    <p:sldMasterId id="2147483789" r:id="rId1"/>
  </p:sldMasterIdLst>
  <p:notesMasterIdLst>
    <p:notesMasterId r:id="rId111"/>
  </p:notesMasterIdLst>
  <p:sldIdLst>
    <p:sldId id="821" r:id="rId2"/>
    <p:sldId id="822" r:id="rId3"/>
    <p:sldId id="536" r:id="rId4"/>
    <p:sldId id="711" r:id="rId5"/>
    <p:sldId id="745" r:id="rId6"/>
    <p:sldId id="746" r:id="rId7"/>
    <p:sldId id="747" r:id="rId8"/>
    <p:sldId id="748" r:id="rId9"/>
    <p:sldId id="823" r:id="rId10"/>
    <p:sldId id="588" r:id="rId11"/>
    <p:sldId id="709" r:id="rId12"/>
    <p:sldId id="712" r:id="rId13"/>
    <p:sldId id="721" r:id="rId14"/>
    <p:sldId id="722" r:id="rId15"/>
    <p:sldId id="723" r:id="rId16"/>
    <p:sldId id="724" r:id="rId17"/>
    <p:sldId id="725" r:id="rId18"/>
    <p:sldId id="726" r:id="rId19"/>
    <p:sldId id="727" r:id="rId20"/>
    <p:sldId id="728" r:id="rId21"/>
    <p:sldId id="729" r:id="rId22"/>
    <p:sldId id="730" r:id="rId23"/>
    <p:sldId id="731" r:id="rId24"/>
    <p:sldId id="732" r:id="rId25"/>
    <p:sldId id="710" r:id="rId26"/>
    <p:sldId id="713" r:id="rId27"/>
    <p:sldId id="708" r:id="rId28"/>
    <p:sldId id="754" r:id="rId29"/>
    <p:sldId id="714" r:id="rId30"/>
    <p:sldId id="715" r:id="rId31"/>
    <p:sldId id="716" r:id="rId32"/>
    <p:sldId id="718" r:id="rId33"/>
    <p:sldId id="719" r:id="rId34"/>
    <p:sldId id="717" r:id="rId35"/>
    <p:sldId id="734" r:id="rId36"/>
    <p:sldId id="735" r:id="rId37"/>
    <p:sldId id="707" r:id="rId38"/>
    <p:sldId id="737" r:id="rId39"/>
    <p:sldId id="738" r:id="rId40"/>
    <p:sldId id="739" r:id="rId41"/>
    <p:sldId id="740" r:id="rId42"/>
    <p:sldId id="733" r:id="rId43"/>
    <p:sldId id="736" r:id="rId44"/>
    <p:sldId id="742" r:id="rId45"/>
    <p:sldId id="743" r:id="rId46"/>
    <p:sldId id="846" r:id="rId47"/>
    <p:sldId id="845" r:id="rId48"/>
    <p:sldId id="832" r:id="rId49"/>
    <p:sldId id="833" r:id="rId50"/>
    <p:sldId id="744" r:id="rId51"/>
    <p:sldId id="741" r:id="rId52"/>
    <p:sldId id="749" r:id="rId53"/>
    <p:sldId id="750" r:id="rId54"/>
    <p:sldId id="751" r:id="rId55"/>
    <p:sldId id="752" r:id="rId56"/>
    <p:sldId id="753" r:id="rId57"/>
    <p:sldId id="755" r:id="rId58"/>
    <p:sldId id="756" r:id="rId59"/>
    <p:sldId id="757" r:id="rId60"/>
    <p:sldId id="759" r:id="rId61"/>
    <p:sldId id="758" r:id="rId62"/>
    <p:sldId id="839" r:id="rId63"/>
    <p:sldId id="842" r:id="rId64"/>
    <p:sldId id="840" r:id="rId65"/>
    <p:sldId id="841" r:id="rId66"/>
    <p:sldId id="844" r:id="rId67"/>
    <p:sldId id="828" r:id="rId68"/>
    <p:sldId id="762" r:id="rId69"/>
    <p:sldId id="763" r:id="rId70"/>
    <p:sldId id="764" r:id="rId71"/>
    <p:sldId id="765" r:id="rId72"/>
    <p:sldId id="766" r:id="rId73"/>
    <p:sldId id="829" r:id="rId74"/>
    <p:sldId id="769" r:id="rId75"/>
    <p:sldId id="770" r:id="rId76"/>
    <p:sldId id="771" r:id="rId77"/>
    <p:sldId id="830" r:id="rId78"/>
    <p:sldId id="788" r:id="rId79"/>
    <p:sldId id="789" r:id="rId80"/>
    <p:sldId id="790" r:id="rId81"/>
    <p:sldId id="791" r:id="rId82"/>
    <p:sldId id="792" r:id="rId83"/>
    <p:sldId id="793" r:id="rId84"/>
    <p:sldId id="831" r:id="rId85"/>
    <p:sldId id="794" r:id="rId86"/>
    <p:sldId id="795" r:id="rId87"/>
    <p:sldId id="813" r:id="rId88"/>
    <p:sldId id="816" r:id="rId89"/>
    <p:sldId id="814" r:id="rId90"/>
    <p:sldId id="817" r:id="rId91"/>
    <p:sldId id="815" r:id="rId92"/>
    <p:sldId id="796" r:id="rId93"/>
    <p:sldId id="818" r:id="rId94"/>
    <p:sldId id="819" r:id="rId95"/>
    <p:sldId id="824" r:id="rId96"/>
    <p:sldId id="797" r:id="rId97"/>
    <p:sldId id="798" r:id="rId98"/>
    <p:sldId id="799" r:id="rId99"/>
    <p:sldId id="800" r:id="rId100"/>
    <p:sldId id="834" r:id="rId101"/>
    <p:sldId id="802" r:id="rId102"/>
    <p:sldId id="801" r:id="rId103"/>
    <p:sldId id="835" r:id="rId104"/>
    <p:sldId id="836" r:id="rId105"/>
    <p:sldId id="838" r:id="rId106"/>
    <p:sldId id="807" r:id="rId107"/>
    <p:sldId id="808" r:id="rId108"/>
    <p:sldId id="787" r:id="rId109"/>
    <p:sldId id="826" r:id="rId110"/>
  </p:sldIdLst>
  <p:sldSz cx="9906000" cy="6858000" type="A4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8CE3EB2C-609B-4915-9CF8-56E8A1F01BDF}">
          <p14:sldIdLst>
            <p14:sldId id="821"/>
            <p14:sldId id="822"/>
            <p14:sldId id="536"/>
            <p14:sldId id="711"/>
            <p14:sldId id="745"/>
            <p14:sldId id="746"/>
            <p14:sldId id="747"/>
            <p14:sldId id="748"/>
            <p14:sldId id="823"/>
            <p14:sldId id="588"/>
            <p14:sldId id="709"/>
            <p14:sldId id="712"/>
            <p14:sldId id="721"/>
            <p14:sldId id="722"/>
            <p14:sldId id="723"/>
            <p14:sldId id="724"/>
            <p14:sldId id="725"/>
            <p14:sldId id="726"/>
            <p14:sldId id="727"/>
            <p14:sldId id="728"/>
            <p14:sldId id="729"/>
            <p14:sldId id="730"/>
            <p14:sldId id="731"/>
            <p14:sldId id="732"/>
            <p14:sldId id="710"/>
            <p14:sldId id="713"/>
            <p14:sldId id="708"/>
            <p14:sldId id="754"/>
            <p14:sldId id="714"/>
            <p14:sldId id="715"/>
            <p14:sldId id="716"/>
            <p14:sldId id="718"/>
            <p14:sldId id="719"/>
            <p14:sldId id="717"/>
            <p14:sldId id="734"/>
            <p14:sldId id="735"/>
            <p14:sldId id="707"/>
            <p14:sldId id="737"/>
            <p14:sldId id="738"/>
            <p14:sldId id="739"/>
            <p14:sldId id="740"/>
            <p14:sldId id="733"/>
            <p14:sldId id="736"/>
            <p14:sldId id="742"/>
            <p14:sldId id="743"/>
            <p14:sldId id="846"/>
            <p14:sldId id="845"/>
            <p14:sldId id="832"/>
            <p14:sldId id="833"/>
            <p14:sldId id="744"/>
            <p14:sldId id="741"/>
            <p14:sldId id="749"/>
            <p14:sldId id="750"/>
            <p14:sldId id="751"/>
            <p14:sldId id="752"/>
            <p14:sldId id="753"/>
            <p14:sldId id="755"/>
            <p14:sldId id="756"/>
            <p14:sldId id="757"/>
            <p14:sldId id="759"/>
            <p14:sldId id="758"/>
            <p14:sldId id="839"/>
            <p14:sldId id="842"/>
            <p14:sldId id="840"/>
            <p14:sldId id="841"/>
            <p14:sldId id="844"/>
            <p14:sldId id="828"/>
            <p14:sldId id="762"/>
            <p14:sldId id="763"/>
            <p14:sldId id="764"/>
            <p14:sldId id="765"/>
            <p14:sldId id="766"/>
            <p14:sldId id="829"/>
            <p14:sldId id="769"/>
            <p14:sldId id="770"/>
            <p14:sldId id="771"/>
            <p14:sldId id="830"/>
            <p14:sldId id="788"/>
            <p14:sldId id="789"/>
            <p14:sldId id="790"/>
            <p14:sldId id="791"/>
            <p14:sldId id="792"/>
            <p14:sldId id="793"/>
            <p14:sldId id="831"/>
            <p14:sldId id="794"/>
            <p14:sldId id="795"/>
            <p14:sldId id="813"/>
            <p14:sldId id="816"/>
            <p14:sldId id="814"/>
            <p14:sldId id="817"/>
            <p14:sldId id="815"/>
            <p14:sldId id="796"/>
            <p14:sldId id="818"/>
            <p14:sldId id="819"/>
            <p14:sldId id="824"/>
            <p14:sldId id="797"/>
            <p14:sldId id="798"/>
            <p14:sldId id="799"/>
            <p14:sldId id="800"/>
            <p14:sldId id="834"/>
            <p14:sldId id="802"/>
            <p14:sldId id="801"/>
            <p14:sldId id="835"/>
            <p14:sldId id="836"/>
            <p14:sldId id="838"/>
            <p14:sldId id="807"/>
            <p14:sldId id="808"/>
            <p14:sldId id="787"/>
            <p14:sldId id="82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73EA"/>
    <a:srgbClr val="006FE9"/>
    <a:srgbClr val="C3E2C1"/>
    <a:srgbClr val="9FD18B"/>
    <a:srgbClr val="F9FC8E"/>
    <a:srgbClr val="A1C5E0"/>
    <a:srgbClr val="FF9900"/>
    <a:srgbClr val="EADC52"/>
    <a:srgbClr val="BCBEC0"/>
    <a:srgbClr val="99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2ED8D47-6C84-44A2-8C2E-ADF6800EB318}" v="28" dt="2024-05-17T11:00:15.58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3817" autoAdjust="0"/>
  </p:normalViewPr>
  <p:slideViewPr>
    <p:cSldViewPr showGuides="1">
      <p:cViewPr varScale="1">
        <p:scale>
          <a:sx n="67" d="100"/>
          <a:sy n="67" d="100"/>
        </p:scale>
        <p:origin x="1124" y="32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2242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microsoft.com/office/2015/10/relationships/revisionInfo" Target="revisionInfo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commentAuthors" Target="commentAuthors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presProps" Target="presProps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theme" Target="theme/theme1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notesMaster" Target="notesMasters/notesMaster1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94F01A-3E91-4831-92AD-6D4AF38A1953}" type="datetimeFigureOut">
              <a:rPr lang="en-GB" smtClean="0"/>
              <a:t>17/05/2024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F3102E-6C56-4F81-B30B-581BE2EC669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279647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F3102E-6C56-4F81-B30B-581BE2EC6691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571725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F3102E-6C56-4F81-B30B-581BE2EC6691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30007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Courtesy: https://content-static.upwork.com/blog/uploads/sites/3/2015/05/05110037/Front-end-dev1.png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F3102E-6C56-4F81-B30B-581BE2EC6691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69265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Courtesy: https://content-static.upwork.com/blog/uploads/sites/3/2015/05/05110037/Front-end-dev1.png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F3102E-6C56-4F81-B30B-581BE2EC6691}" type="slidenum">
              <a:rPr lang="en-GB" smtClean="0"/>
              <a:t>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364345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F3102E-6C56-4F81-B30B-581BE2EC6691}" type="slidenum">
              <a:rPr lang="en-GB" smtClean="0"/>
              <a:t>36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720523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F3102E-6C56-4F81-B30B-581BE2EC6691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67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315972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>
              <a:latin typeface="+mn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DB2BA1-FA95-46C2-A620-0618C9F56A35}" type="slidenum">
              <a:rPr lang="en-GB" smtClean="0"/>
              <a:t>85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61079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DB2BA1-FA95-46C2-A620-0618C9F56A35}" type="slidenum">
              <a:rPr lang="en-GB" smtClean="0"/>
              <a:t>97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343379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gradient">
    <p:bg>
      <p:bgPr>
        <a:gradFill flip="none" rotWithShape="1">
          <a:gsLst>
            <a:gs pos="0">
              <a:srgbClr val="2C3A87"/>
            </a:gs>
            <a:gs pos="100000">
              <a:srgbClr val="0061C7"/>
            </a:gs>
          </a:gsLst>
          <a:lin ang="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D18D205A-8809-2B44-AB1E-71C85A49D1E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51901" r="51901"/>
          <a:stretch/>
        </p:blipFill>
        <p:spPr>
          <a:xfrm>
            <a:off x="-92868" y="3807023"/>
            <a:ext cx="4764683" cy="3298627"/>
          </a:xfrm>
          <a:prstGeom prst="rect">
            <a:avLst/>
          </a:prstGeom>
        </p:spPr>
      </p:pic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352800" y="1219200"/>
            <a:ext cx="6055385" cy="64800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ts val="4063"/>
              </a:lnSpc>
              <a:spcBef>
                <a:spcPts val="0"/>
              </a:spcBef>
              <a:buNone/>
              <a:defRPr sz="3413">
                <a:solidFill>
                  <a:schemeClr val="bg1"/>
                </a:solidFill>
              </a:defRPr>
            </a:lvl1pPr>
            <a:lvl2pPr marL="371466" indent="0" algn="ctr">
              <a:buNone/>
              <a:defRPr sz="1625"/>
            </a:lvl2pPr>
            <a:lvl3pPr marL="742931" indent="0" algn="ctr">
              <a:buNone/>
              <a:defRPr sz="1463"/>
            </a:lvl3pPr>
            <a:lvl4pPr marL="1114397" indent="0" algn="ctr">
              <a:buNone/>
              <a:defRPr sz="1300"/>
            </a:lvl4pPr>
            <a:lvl5pPr marL="1485863" indent="0" algn="ctr">
              <a:buNone/>
              <a:defRPr sz="1300"/>
            </a:lvl5pPr>
            <a:lvl6pPr marL="1857329" indent="0" algn="ctr">
              <a:buNone/>
              <a:defRPr sz="1300"/>
            </a:lvl6pPr>
            <a:lvl7pPr marL="2228794" indent="0" algn="ctr">
              <a:buNone/>
              <a:defRPr sz="1300"/>
            </a:lvl7pPr>
            <a:lvl8pPr marL="2600260" indent="0" algn="ctr">
              <a:buNone/>
              <a:defRPr sz="1300"/>
            </a:lvl8pPr>
            <a:lvl9pPr marL="2971726" indent="0" algn="ctr">
              <a:buNone/>
              <a:defRPr sz="1300"/>
            </a:lvl9pPr>
          </a:lstStyle>
          <a:p>
            <a:r>
              <a:rPr lang="en-US" dirty="0"/>
              <a:t>Subtitle </a:t>
            </a:r>
          </a:p>
        </p:txBody>
      </p:sp>
      <p:sp>
        <p:nvSpPr>
          <p:cNvPr id="15" name="Date Placeholder 3">
            <a:extLst>
              <a:ext uri="{FF2B5EF4-FFF2-40B4-BE49-F238E27FC236}">
                <a16:creationId xmlns:a16="http://schemas.microsoft.com/office/drawing/2014/main" id="{E86256FE-A010-8049-BA28-23A473D0CF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33354" y="6255022"/>
            <a:ext cx="766435" cy="158193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lnSpc>
                <a:spcPts val="1138"/>
              </a:lnSpc>
              <a:defRPr sz="813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1F7114A-06C4-4BE1-97BB-0B90EB6EEA99}" type="datetimeFigureOut">
              <a:rPr lang="en-GB" smtClean="0"/>
              <a:t>17/05/2024</a:t>
            </a:fld>
            <a:endParaRPr lang="en-GB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9C0DADB-841E-9B4F-944B-99B0771482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00400" y="2590800"/>
            <a:ext cx="6054792" cy="648000"/>
          </a:xfrm>
        </p:spPr>
        <p:txBody>
          <a:bodyPr/>
          <a:lstStyle>
            <a:lvl1pPr>
              <a:lnSpc>
                <a:spcPts val="4063"/>
              </a:lnSpc>
              <a:defRPr sz="3413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  <a:endParaRPr lang="en-GB" dirty="0"/>
          </a:p>
        </p:txBody>
      </p:sp>
      <p:pic>
        <p:nvPicPr>
          <p:cNvPr id="5" name="Picture 4" descr="A blue and white logo&#10;&#10;Description automatically generated">
            <a:extLst>
              <a:ext uri="{FF2B5EF4-FFF2-40B4-BE49-F238E27FC236}">
                <a16:creationId xmlns:a16="http://schemas.microsoft.com/office/drawing/2014/main" id="{C4834ABB-410C-362A-C7DC-AF105F349AB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5200" y="6231537"/>
            <a:ext cx="2305733" cy="363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38010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287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title slide gradient">
    <p:bg>
      <p:bgPr>
        <a:gradFill flip="none" rotWithShape="1">
          <a:gsLst>
            <a:gs pos="0">
              <a:srgbClr val="2C3A87"/>
            </a:gs>
            <a:gs pos="100000">
              <a:srgbClr val="0061C7"/>
            </a:gs>
          </a:gsLst>
          <a:lin ang="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D18D205A-8809-2B44-AB1E-71C85A49D1E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1901" r="51901"/>
          <a:stretch/>
        </p:blipFill>
        <p:spPr>
          <a:xfrm>
            <a:off x="0" y="3559373"/>
            <a:ext cx="4764683" cy="3298627"/>
          </a:xfrm>
          <a:prstGeom prst="rect">
            <a:avLst/>
          </a:prstGeom>
        </p:spPr>
      </p:pic>
      <p:sp>
        <p:nvSpPr>
          <p:cNvPr id="15" name="Date Placeholder 3">
            <a:extLst>
              <a:ext uri="{FF2B5EF4-FFF2-40B4-BE49-F238E27FC236}">
                <a16:creationId xmlns:a16="http://schemas.microsoft.com/office/drawing/2014/main" id="{E86256FE-A010-8049-BA28-23A473D0CF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33354" y="6255022"/>
            <a:ext cx="766435" cy="158193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lnSpc>
                <a:spcPts val="1138"/>
              </a:lnSpc>
              <a:defRPr sz="813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1F7114A-06C4-4BE1-97BB-0B90EB6EEA99}" type="datetimeFigureOut">
              <a:rPr lang="en-GB" smtClean="0"/>
              <a:t>17/05/2024</a:t>
            </a:fld>
            <a:endParaRPr lang="en-GB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451325B1-DB92-254B-B371-A9C5921FCE8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344997" y="1651189"/>
            <a:ext cx="6055385" cy="64800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ts val="4063"/>
              </a:lnSpc>
              <a:spcBef>
                <a:spcPts val="0"/>
              </a:spcBef>
              <a:buNone/>
              <a:defRPr sz="3413">
                <a:solidFill>
                  <a:schemeClr val="bg1"/>
                </a:solidFill>
              </a:defRPr>
            </a:lvl1pPr>
            <a:lvl2pPr marL="371466" indent="0" algn="ctr">
              <a:buNone/>
              <a:defRPr sz="1625"/>
            </a:lvl2pPr>
            <a:lvl3pPr marL="742931" indent="0" algn="ctr">
              <a:buNone/>
              <a:defRPr sz="1463"/>
            </a:lvl3pPr>
            <a:lvl4pPr marL="1114397" indent="0" algn="ctr">
              <a:buNone/>
              <a:defRPr sz="1300"/>
            </a:lvl4pPr>
            <a:lvl5pPr marL="1485863" indent="0" algn="ctr">
              <a:buNone/>
              <a:defRPr sz="1300"/>
            </a:lvl5pPr>
            <a:lvl6pPr marL="1857329" indent="0" algn="ctr">
              <a:buNone/>
              <a:defRPr sz="1300"/>
            </a:lvl6pPr>
            <a:lvl7pPr marL="2228794" indent="0" algn="ctr">
              <a:buNone/>
              <a:defRPr sz="1300"/>
            </a:lvl7pPr>
            <a:lvl8pPr marL="2600260" indent="0" algn="ctr">
              <a:buNone/>
              <a:defRPr sz="1300"/>
            </a:lvl8pPr>
            <a:lvl9pPr marL="2971726" indent="0" algn="ctr">
              <a:buNone/>
              <a:defRPr sz="1300"/>
            </a:lvl9pPr>
          </a:lstStyle>
          <a:p>
            <a:r>
              <a:rPr lang="en-US" dirty="0"/>
              <a:t>Subtitle </a:t>
            </a: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B0BF59A8-1073-484B-818C-3A29176098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4997" y="374043"/>
            <a:ext cx="6054792" cy="1296000"/>
          </a:xfrm>
        </p:spPr>
        <p:txBody>
          <a:bodyPr/>
          <a:lstStyle>
            <a:lvl1pPr>
              <a:lnSpc>
                <a:spcPts val="4063"/>
              </a:lnSpc>
              <a:defRPr sz="3413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  <a:br>
              <a:rPr lang="en-US" dirty="0"/>
            </a:br>
            <a:r>
              <a:rPr lang="en-US" dirty="0"/>
              <a:t>Long title version</a:t>
            </a:r>
            <a:endParaRPr lang="en-GB" dirty="0"/>
          </a:p>
        </p:txBody>
      </p:sp>
      <p:pic>
        <p:nvPicPr>
          <p:cNvPr id="2" name="Picture 1" descr="A blue and white logo&#10;&#10;Description automatically generated">
            <a:extLst>
              <a:ext uri="{FF2B5EF4-FFF2-40B4-BE49-F238E27FC236}">
                <a16:creationId xmlns:a16="http://schemas.microsoft.com/office/drawing/2014/main" id="{92D3F076-B87E-134A-F10B-77F3C5340B9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0487" y="6152440"/>
            <a:ext cx="2305733" cy="363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94119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287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2F036EA-2038-9C4F-982A-D90239D1399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1901" r="51901"/>
          <a:stretch/>
        </p:blipFill>
        <p:spPr>
          <a:xfrm>
            <a:off x="0" y="3559373"/>
            <a:ext cx="4764683" cy="3298627"/>
          </a:xfrm>
          <a:prstGeom prst="rect">
            <a:avLst/>
          </a:prstGeom>
        </p:spPr>
      </p:pic>
      <p:sp>
        <p:nvSpPr>
          <p:cNvPr id="8" name="Subtitle 2">
            <a:extLst>
              <a:ext uri="{FF2B5EF4-FFF2-40B4-BE49-F238E27FC236}">
                <a16:creationId xmlns:a16="http://schemas.microsoft.com/office/drawing/2014/main" id="{EC6C29D7-DCE4-A44A-9FBF-4FD386ED40A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344997" y="1014324"/>
            <a:ext cx="6055385" cy="64800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ts val="4063"/>
              </a:lnSpc>
              <a:spcBef>
                <a:spcPts val="0"/>
              </a:spcBef>
              <a:buNone/>
              <a:defRPr sz="3413">
                <a:solidFill>
                  <a:schemeClr val="tx1"/>
                </a:solidFill>
              </a:defRPr>
            </a:lvl1pPr>
            <a:lvl2pPr marL="371466" indent="0" algn="ctr">
              <a:buNone/>
              <a:defRPr sz="1625"/>
            </a:lvl2pPr>
            <a:lvl3pPr marL="742931" indent="0" algn="ctr">
              <a:buNone/>
              <a:defRPr sz="1463"/>
            </a:lvl3pPr>
            <a:lvl4pPr marL="1114397" indent="0" algn="ctr">
              <a:buNone/>
              <a:defRPr sz="1300"/>
            </a:lvl4pPr>
            <a:lvl5pPr marL="1485863" indent="0" algn="ctr">
              <a:buNone/>
              <a:defRPr sz="1300"/>
            </a:lvl5pPr>
            <a:lvl6pPr marL="1857329" indent="0" algn="ctr">
              <a:buNone/>
              <a:defRPr sz="1300"/>
            </a:lvl6pPr>
            <a:lvl7pPr marL="2228794" indent="0" algn="ctr">
              <a:buNone/>
              <a:defRPr sz="1300"/>
            </a:lvl7pPr>
            <a:lvl8pPr marL="2600260" indent="0" algn="ctr">
              <a:buNone/>
              <a:defRPr sz="1300"/>
            </a:lvl8pPr>
            <a:lvl9pPr marL="2971726" indent="0" algn="ctr">
              <a:buNone/>
              <a:defRPr sz="1300"/>
            </a:lvl9pPr>
          </a:lstStyle>
          <a:p>
            <a:r>
              <a:rPr lang="en-US" dirty="0"/>
              <a:t>Subtitle </a:t>
            </a:r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1CBB7423-6698-3D4E-BB60-6ACB5FAE67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4997" y="374043"/>
            <a:ext cx="6054792" cy="648000"/>
          </a:xfrm>
        </p:spPr>
        <p:txBody>
          <a:bodyPr/>
          <a:lstStyle>
            <a:lvl1pPr>
              <a:lnSpc>
                <a:spcPts val="4063"/>
              </a:lnSpc>
              <a:defRPr sz="3413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Presentation title</a:t>
            </a:r>
            <a:endParaRPr lang="en-GB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9854A06-A90F-3346-BE32-0335A042158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33354" y="6255022"/>
            <a:ext cx="766435" cy="158193"/>
          </a:xfrm>
          <a:prstGeom prst="rect">
            <a:avLst/>
          </a:prstGeom>
        </p:spPr>
        <p:txBody>
          <a:bodyPr/>
          <a:lstStyle/>
          <a:p>
            <a:fld id="{61F7114A-06C4-4BE1-97BB-0B90EB6EEA99}" type="datetimeFigureOut">
              <a:rPr lang="en-GB" smtClean="0"/>
              <a:t>17/05/2024</a:t>
            </a:fld>
            <a:endParaRPr lang="en-GB"/>
          </a:p>
        </p:txBody>
      </p:sp>
      <p:pic>
        <p:nvPicPr>
          <p:cNvPr id="2" name="Picture 1" descr="A blue and white logo&#10;&#10;Description automatically generated">
            <a:extLst>
              <a:ext uri="{FF2B5EF4-FFF2-40B4-BE49-F238E27FC236}">
                <a16:creationId xmlns:a16="http://schemas.microsoft.com/office/drawing/2014/main" id="{25CBF534-6DE1-D030-B230-77538AF04BB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5200" y="342750"/>
            <a:ext cx="2305733" cy="363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97685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287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Title slide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2F036EA-2038-9C4F-982A-D90239D1399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1901" r="51901"/>
          <a:stretch/>
        </p:blipFill>
        <p:spPr>
          <a:xfrm>
            <a:off x="0" y="3559373"/>
            <a:ext cx="4764683" cy="3298627"/>
          </a:xfrm>
          <a:prstGeom prst="rect">
            <a:avLst/>
          </a:prstGeom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9854A06-A90F-3346-BE32-0335A042158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33354" y="6255022"/>
            <a:ext cx="766435" cy="158193"/>
          </a:xfrm>
          <a:prstGeom prst="rect">
            <a:avLst/>
          </a:prstGeom>
        </p:spPr>
        <p:txBody>
          <a:bodyPr/>
          <a:lstStyle/>
          <a:p>
            <a:fld id="{61F7114A-06C4-4BE1-97BB-0B90EB6EEA99}" type="datetimeFigureOut">
              <a:rPr lang="en-GB" smtClean="0"/>
              <a:t>17/05/2024</a:t>
            </a:fld>
            <a:endParaRPr lang="en-GB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6559AA22-3DDE-9346-B44F-C824BB81B93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344997" y="1651189"/>
            <a:ext cx="6055385" cy="64800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ts val="4063"/>
              </a:lnSpc>
              <a:spcBef>
                <a:spcPts val="0"/>
              </a:spcBef>
              <a:buNone/>
              <a:defRPr sz="3413">
                <a:solidFill>
                  <a:schemeClr val="tx1"/>
                </a:solidFill>
              </a:defRPr>
            </a:lvl1pPr>
            <a:lvl2pPr marL="371466" indent="0" algn="ctr">
              <a:buNone/>
              <a:defRPr sz="1625"/>
            </a:lvl2pPr>
            <a:lvl3pPr marL="742931" indent="0" algn="ctr">
              <a:buNone/>
              <a:defRPr sz="1463"/>
            </a:lvl3pPr>
            <a:lvl4pPr marL="1114397" indent="0" algn="ctr">
              <a:buNone/>
              <a:defRPr sz="1300"/>
            </a:lvl4pPr>
            <a:lvl5pPr marL="1485863" indent="0" algn="ctr">
              <a:buNone/>
              <a:defRPr sz="1300"/>
            </a:lvl5pPr>
            <a:lvl6pPr marL="1857329" indent="0" algn="ctr">
              <a:buNone/>
              <a:defRPr sz="1300"/>
            </a:lvl6pPr>
            <a:lvl7pPr marL="2228794" indent="0" algn="ctr">
              <a:buNone/>
              <a:defRPr sz="1300"/>
            </a:lvl7pPr>
            <a:lvl8pPr marL="2600260" indent="0" algn="ctr">
              <a:buNone/>
              <a:defRPr sz="1300"/>
            </a:lvl8pPr>
            <a:lvl9pPr marL="2971726" indent="0" algn="ctr">
              <a:buNone/>
              <a:defRPr sz="1300"/>
            </a:lvl9pPr>
          </a:lstStyle>
          <a:p>
            <a:r>
              <a:rPr lang="en-US" dirty="0"/>
              <a:t>Subtitle </a:t>
            </a:r>
          </a:p>
        </p:txBody>
      </p:sp>
      <p:sp>
        <p:nvSpPr>
          <p:cNvPr id="10" name="Title 3">
            <a:extLst>
              <a:ext uri="{FF2B5EF4-FFF2-40B4-BE49-F238E27FC236}">
                <a16:creationId xmlns:a16="http://schemas.microsoft.com/office/drawing/2014/main" id="{36FD8C2B-36F4-544D-8BC0-253FAD158C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4997" y="374043"/>
            <a:ext cx="6054792" cy="1296000"/>
          </a:xfrm>
        </p:spPr>
        <p:txBody>
          <a:bodyPr/>
          <a:lstStyle>
            <a:lvl1pPr>
              <a:lnSpc>
                <a:spcPts val="4063"/>
              </a:lnSpc>
              <a:defRPr sz="3413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Presentation title</a:t>
            </a:r>
            <a:br>
              <a:rPr lang="en-US" dirty="0"/>
            </a:br>
            <a:r>
              <a:rPr lang="en-US" dirty="0"/>
              <a:t>Long title version</a:t>
            </a:r>
            <a:endParaRPr lang="en-GB" dirty="0"/>
          </a:p>
        </p:txBody>
      </p:sp>
      <p:pic>
        <p:nvPicPr>
          <p:cNvPr id="2" name="Picture 1" descr="A blue and white logo&#10;&#10;Description automatically generated">
            <a:extLst>
              <a:ext uri="{FF2B5EF4-FFF2-40B4-BE49-F238E27FC236}">
                <a16:creationId xmlns:a16="http://schemas.microsoft.com/office/drawing/2014/main" id="{E91FD779-7D3A-BF96-142F-A991A24FC52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5200" y="342750"/>
            <a:ext cx="2305733" cy="363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46978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287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slide blue">
    <p:bg>
      <p:bgPr>
        <a:solidFill>
          <a:srgbClr val="CDE3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37F83113-D408-614C-B20E-A5255E7AF885}"/>
              </a:ext>
            </a:extLst>
          </p:cNvPr>
          <p:cNvSpPr txBox="1">
            <a:spLocks/>
          </p:cNvSpPr>
          <p:nvPr/>
        </p:nvSpPr>
        <p:spPr>
          <a:xfrm>
            <a:off x="507340" y="6255021"/>
            <a:ext cx="994500" cy="1584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457200" rtl="0" eaLnBrk="1" latinLnBrk="0" hangingPunct="1">
              <a:lnSpc>
                <a:spcPts val="1400"/>
              </a:lnSpc>
              <a:defRPr sz="1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2DA9482-6D33-6D42-929F-85F73996AD74}" type="slidenum">
              <a:rPr lang="en-US" sz="813" smtClean="0">
                <a:solidFill>
                  <a:schemeClr val="tx1"/>
                </a:solidFill>
              </a:rPr>
              <a:pPr/>
              <a:t>‹#›</a:t>
            </a:fld>
            <a:endParaRPr lang="en-US" sz="813" dirty="0">
              <a:solidFill>
                <a:schemeClr val="tx1"/>
              </a:solidFill>
            </a:endParaRPr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E26B1DFB-D1B2-E641-966A-0B33BE05A0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5732" y="6255020"/>
            <a:ext cx="2457000" cy="1584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lnSpc>
                <a:spcPts val="1138"/>
              </a:lnSpc>
              <a:defRPr sz="813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GB"/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61F8AFE2-A181-D049-957D-1653D225E86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07339" y="1014324"/>
            <a:ext cx="8128166" cy="64800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ts val="4063"/>
              </a:lnSpc>
              <a:spcBef>
                <a:spcPts val="0"/>
              </a:spcBef>
              <a:buNone/>
              <a:defRPr sz="3413" baseline="0">
                <a:solidFill>
                  <a:schemeClr val="tx1"/>
                </a:solidFill>
              </a:defRPr>
            </a:lvl1pPr>
            <a:lvl2pPr marL="371466" indent="0" algn="ctr">
              <a:buNone/>
              <a:defRPr sz="1625"/>
            </a:lvl2pPr>
            <a:lvl3pPr marL="742931" indent="0" algn="ctr">
              <a:buNone/>
              <a:defRPr sz="1463"/>
            </a:lvl3pPr>
            <a:lvl4pPr marL="1114397" indent="0" algn="ctr">
              <a:buNone/>
              <a:defRPr sz="1300"/>
            </a:lvl4pPr>
            <a:lvl5pPr marL="1485863" indent="0" algn="ctr">
              <a:buNone/>
              <a:defRPr sz="1300"/>
            </a:lvl5pPr>
            <a:lvl6pPr marL="1857329" indent="0" algn="ctr">
              <a:buNone/>
              <a:defRPr sz="1300"/>
            </a:lvl6pPr>
            <a:lvl7pPr marL="2228794" indent="0" algn="ctr">
              <a:buNone/>
              <a:defRPr sz="1300"/>
            </a:lvl7pPr>
            <a:lvl8pPr marL="2600260" indent="0" algn="ctr">
              <a:buNone/>
              <a:defRPr sz="1300"/>
            </a:lvl8pPr>
            <a:lvl9pPr marL="2971726" indent="0" algn="ctr">
              <a:buNone/>
              <a:defRPr sz="1300"/>
            </a:lvl9pPr>
          </a:lstStyle>
          <a:p>
            <a:r>
              <a:rPr lang="en-US" dirty="0"/>
              <a:t>Subtitle 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149CC0E3-0E5B-3045-A8B9-75DD6A8D71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7340" y="374043"/>
            <a:ext cx="8126015" cy="648000"/>
          </a:xfrm>
        </p:spPr>
        <p:txBody>
          <a:bodyPr/>
          <a:lstStyle>
            <a:lvl1pPr>
              <a:lnSpc>
                <a:spcPts val="4063"/>
              </a:lnSpc>
              <a:defRPr sz="3413"/>
            </a:lvl1pPr>
          </a:lstStyle>
          <a:p>
            <a:r>
              <a:rPr lang="en-US" dirty="0"/>
              <a:t>Divider title</a:t>
            </a:r>
            <a:endParaRPr lang="en-GB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E96E11F-99D1-B34F-996A-C0F98DBC948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6614" t="76614"/>
          <a:stretch/>
        </p:blipFill>
        <p:spPr>
          <a:xfrm>
            <a:off x="-1074873" y="5308416"/>
            <a:ext cx="2316642" cy="1603829"/>
          </a:xfrm>
          <a:prstGeom prst="rect">
            <a:avLst/>
          </a:prstGeom>
        </p:spPr>
      </p:pic>
      <p:pic>
        <p:nvPicPr>
          <p:cNvPr id="2" name="Picture 1" descr="A blue and white logo&#10;&#10;Description automatically generated">
            <a:extLst>
              <a:ext uri="{FF2B5EF4-FFF2-40B4-BE49-F238E27FC236}">
                <a16:creationId xmlns:a16="http://schemas.microsoft.com/office/drawing/2014/main" id="{B2423FB8-E219-DE4E-1E6F-57FD81EB94C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0488" y="6073342"/>
            <a:ext cx="2305733" cy="363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55765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287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slide green">
    <p:bg>
      <p:bgPr>
        <a:solidFill>
          <a:srgbClr val="D7F6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B5C1813C-9BD3-BC46-824B-80BC29735D3F}"/>
              </a:ext>
            </a:extLst>
          </p:cNvPr>
          <p:cNvSpPr txBox="1">
            <a:spLocks/>
          </p:cNvSpPr>
          <p:nvPr/>
        </p:nvSpPr>
        <p:spPr>
          <a:xfrm>
            <a:off x="507340" y="6255021"/>
            <a:ext cx="994500" cy="1584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457200" rtl="0" eaLnBrk="1" latinLnBrk="0" hangingPunct="1">
              <a:lnSpc>
                <a:spcPts val="1400"/>
              </a:lnSpc>
              <a:defRPr sz="1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2DA9482-6D33-6D42-929F-85F73996AD74}" type="slidenum">
              <a:rPr lang="en-US" sz="813" smtClean="0">
                <a:solidFill>
                  <a:schemeClr val="tx1"/>
                </a:solidFill>
              </a:rPr>
              <a:pPr/>
              <a:t>‹#›</a:t>
            </a:fld>
            <a:endParaRPr lang="en-US" sz="813" dirty="0">
              <a:solidFill>
                <a:schemeClr val="tx1"/>
              </a:solidFill>
            </a:endParaRPr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08DEC44B-C9CE-0046-AA03-95483F2210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5732" y="6255020"/>
            <a:ext cx="2457000" cy="1584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lnSpc>
                <a:spcPts val="1138"/>
              </a:lnSpc>
              <a:defRPr sz="813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GB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C26E3C77-0CFF-C74E-962B-3A4119B3030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07339" y="1014324"/>
            <a:ext cx="8128166" cy="64800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ts val="4063"/>
              </a:lnSpc>
              <a:spcBef>
                <a:spcPts val="0"/>
              </a:spcBef>
              <a:buNone/>
              <a:defRPr sz="3413" baseline="0">
                <a:solidFill>
                  <a:schemeClr val="tx1"/>
                </a:solidFill>
              </a:defRPr>
            </a:lvl1pPr>
            <a:lvl2pPr marL="371466" indent="0" algn="ctr">
              <a:buNone/>
              <a:defRPr sz="1625"/>
            </a:lvl2pPr>
            <a:lvl3pPr marL="742931" indent="0" algn="ctr">
              <a:buNone/>
              <a:defRPr sz="1463"/>
            </a:lvl3pPr>
            <a:lvl4pPr marL="1114397" indent="0" algn="ctr">
              <a:buNone/>
              <a:defRPr sz="1300"/>
            </a:lvl4pPr>
            <a:lvl5pPr marL="1485863" indent="0" algn="ctr">
              <a:buNone/>
              <a:defRPr sz="1300"/>
            </a:lvl5pPr>
            <a:lvl6pPr marL="1857329" indent="0" algn="ctr">
              <a:buNone/>
              <a:defRPr sz="1300"/>
            </a:lvl6pPr>
            <a:lvl7pPr marL="2228794" indent="0" algn="ctr">
              <a:buNone/>
              <a:defRPr sz="1300"/>
            </a:lvl7pPr>
            <a:lvl8pPr marL="2600260" indent="0" algn="ctr">
              <a:buNone/>
              <a:defRPr sz="1300"/>
            </a:lvl8pPr>
            <a:lvl9pPr marL="2971726" indent="0" algn="ctr">
              <a:buNone/>
              <a:defRPr sz="1300"/>
            </a:lvl9pPr>
          </a:lstStyle>
          <a:p>
            <a:r>
              <a:rPr lang="en-US" dirty="0"/>
              <a:t>Subtitle 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18FE488F-6D61-0D47-A5AC-710D637646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7340" y="374043"/>
            <a:ext cx="8126015" cy="648000"/>
          </a:xfrm>
        </p:spPr>
        <p:txBody>
          <a:bodyPr/>
          <a:lstStyle>
            <a:lvl1pPr>
              <a:lnSpc>
                <a:spcPts val="4063"/>
              </a:lnSpc>
              <a:defRPr sz="3413"/>
            </a:lvl1pPr>
          </a:lstStyle>
          <a:p>
            <a:r>
              <a:rPr lang="en-US" dirty="0"/>
              <a:t>Divider title</a:t>
            </a:r>
            <a:endParaRPr lang="en-GB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BE18AB5-2F57-F348-8A45-D770D000B6E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6614" t="76614"/>
          <a:stretch/>
        </p:blipFill>
        <p:spPr>
          <a:xfrm>
            <a:off x="7848600" y="5730033"/>
            <a:ext cx="2133600" cy="1208374"/>
          </a:xfrm>
          <a:prstGeom prst="rect">
            <a:avLst/>
          </a:prstGeom>
        </p:spPr>
      </p:pic>
      <p:pic>
        <p:nvPicPr>
          <p:cNvPr id="2" name="Picture 1" descr="A blue and white logo&#10;&#10;Description automatically generated">
            <a:extLst>
              <a:ext uri="{FF2B5EF4-FFF2-40B4-BE49-F238E27FC236}">
                <a16:creationId xmlns:a16="http://schemas.microsoft.com/office/drawing/2014/main" id="{9DF20830-CB36-B789-C1EB-C507EBADA4C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1400" y="192365"/>
            <a:ext cx="2305733" cy="363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8201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287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slide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B5C1813C-9BD3-BC46-824B-80BC29735D3F}"/>
              </a:ext>
            </a:extLst>
          </p:cNvPr>
          <p:cNvSpPr txBox="1">
            <a:spLocks/>
          </p:cNvSpPr>
          <p:nvPr/>
        </p:nvSpPr>
        <p:spPr>
          <a:xfrm>
            <a:off x="507340" y="6255021"/>
            <a:ext cx="994500" cy="1584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457200" rtl="0" eaLnBrk="1" latinLnBrk="0" hangingPunct="1">
              <a:lnSpc>
                <a:spcPts val="1400"/>
              </a:lnSpc>
              <a:defRPr sz="1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2DA9482-6D33-6D42-929F-85F73996AD74}" type="slidenum">
              <a:rPr lang="en-US" sz="813" smtClean="0">
                <a:solidFill>
                  <a:schemeClr val="tx1"/>
                </a:solidFill>
              </a:rPr>
              <a:pPr/>
              <a:t>‹#›</a:t>
            </a:fld>
            <a:endParaRPr lang="en-US" sz="813" dirty="0">
              <a:solidFill>
                <a:schemeClr val="tx1"/>
              </a:solidFill>
            </a:endParaRP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EE00F01C-B0DC-0A4A-9D80-2D7DCAACBB6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07339" y="1014324"/>
            <a:ext cx="8128166" cy="64800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ts val="4063"/>
              </a:lnSpc>
              <a:spcBef>
                <a:spcPts val="0"/>
              </a:spcBef>
              <a:buNone/>
              <a:defRPr sz="3413" baseline="0">
                <a:solidFill>
                  <a:schemeClr val="tx1"/>
                </a:solidFill>
              </a:defRPr>
            </a:lvl1pPr>
            <a:lvl2pPr marL="371466" indent="0" algn="ctr">
              <a:buNone/>
              <a:defRPr sz="1625"/>
            </a:lvl2pPr>
            <a:lvl3pPr marL="742931" indent="0" algn="ctr">
              <a:buNone/>
              <a:defRPr sz="1463"/>
            </a:lvl3pPr>
            <a:lvl4pPr marL="1114397" indent="0" algn="ctr">
              <a:buNone/>
              <a:defRPr sz="1300"/>
            </a:lvl4pPr>
            <a:lvl5pPr marL="1485863" indent="0" algn="ctr">
              <a:buNone/>
              <a:defRPr sz="1300"/>
            </a:lvl5pPr>
            <a:lvl6pPr marL="1857329" indent="0" algn="ctr">
              <a:buNone/>
              <a:defRPr sz="1300"/>
            </a:lvl6pPr>
            <a:lvl7pPr marL="2228794" indent="0" algn="ctr">
              <a:buNone/>
              <a:defRPr sz="1300"/>
            </a:lvl7pPr>
            <a:lvl8pPr marL="2600260" indent="0" algn="ctr">
              <a:buNone/>
              <a:defRPr sz="1300"/>
            </a:lvl8pPr>
            <a:lvl9pPr marL="2971726" indent="0" algn="ctr">
              <a:buNone/>
              <a:defRPr sz="1300"/>
            </a:lvl9pPr>
          </a:lstStyle>
          <a:p>
            <a:r>
              <a:rPr lang="en-US" dirty="0"/>
              <a:t>Subtitle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C43D90-77C0-4740-BDE5-5FE4973C4BE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7340" y="374043"/>
            <a:ext cx="8126015" cy="648000"/>
          </a:xfrm>
        </p:spPr>
        <p:txBody>
          <a:bodyPr/>
          <a:lstStyle>
            <a:lvl1pPr>
              <a:lnSpc>
                <a:spcPts val="4063"/>
              </a:lnSpc>
              <a:defRPr sz="3413"/>
            </a:lvl1pPr>
          </a:lstStyle>
          <a:p>
            <a:r>
              <a:rPr lang="en-US" dirty="0"/>
              <a:t>Divider title</a:t>
            </a:r>
            <a:endParaRPr lang="en-GB" dirty="0"/>
          </a:p>
        </p:txBody>
      </p:sp>
      <p:sp>
        <p:nvSpPr>
          <p:cNvPr id="18" name="Footer Placeholder 4">
            <a:extLst>
              <a:ext uri="{FF2B5EF4-FFF2-40B4-BE49-F238E27FC236}">
                <a16:creationId xmlns:a16="http://schemas.microsoft.com/office/drawing/2014/main" id="{9CCC203D-9826-704F-A811-341B9EB2CB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5732" y="6255020"/>
            <a:ext cx="2457000" cy="1584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lnSpc>
                <a:spcPts val="1138"/>
              </a:lnSpc>
              <a:defRPr sz="813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2B1490A-D45F-C245-8152-CDAEEA00B95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6614" t="76614"/>
          <a:stretch/>
        </p:blipFill>
        <p:spPr>
          <a:xfrm>
            <a:off x="7589358" y="5254171"/>
            <a:ext cx="2316642" cy="1603829"/>
          </a:xfrm>
          <a:prstGeom prst="rect">
            <a:avLst/>
          </a:prstGeom>
        </p:spPr>
      </p:pic>
      <p:pic>
        <p:nvPicPr>
          <p:cNvPr id="3" name="Picture 2" descr="A blue and white logo&#10;&#10;Description automatically generated">
            <a:extLst>
              <a:ext uri="{FF2B5EF4-FFF2-40B4-BE49-F238E27FC236}">
                <a16:creationId xmlns:a16="http://schemas.microsoft.com/office/drawing/2014/main" id="{52B16745-9D74-0DB4-886D-D0759261F76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5200" y="342750"/>
            <a:ext cx="2305733" cy="363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59277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287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and statement slide gradient">
    <p:bg>
      <p:bgPr>
        <a:gradFill>
          <a:gsLst>
            <a:gs pos="100000">
              <a:srgbClr val="2C3A87"/>
            </a:gs>
            <a:gs pos="0">
              <a:srgbClr val="0061C7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AE5FB06E-4674-2E46-B9C1-4670A9B05F3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71267" y="468312"/>
            <a:ext cx="7365150" cy="5040000"/>
          </a:xfrm>
        </p:spPr>
        <p:txBody>
          <a:bodyPr anchor="ctr"/>
          <a:lstStyle>
            <a:lvl1pPr marL="0" indent="0" algn="ctr">
              <a:lnSpc>
                <a:spcPts val="4063"/>
              </a:lnSpc>
              <a:buNone/>
              <a:defRPr sz="3413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Brand statement</a:t>
            </a:r>
            <a:br>
              <a:rPr lang="en-US" dirty="0"/>
            </a:br>
            <a:r>
              <a:rPr lang="en-US" dirty="0"/>
              <a:t>divider lorem ipsum dolor</a:t>
            </a:r>
            <a:br>
              <a:rPr lang="en-US" dirty="0"/>
            </a:br>
            <a:r>
              <a:rPr lang="en-US" dirty="0"/>
              <a:t>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consectut</a:t>
            </a:r>
            <a:r>
              <a:rPr lang="en-US" dirty="0"/>
              <a:t> 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C49E7232-5286-0D47-AA01-6A33B3AD28E7}"/>
              </a:ext>
            </a:extLst>
          </p:cNvPr>
          <p:cNvSpPr txBox="1">
            <a:spLocks/>
          </p:cNvSpPr>
          <p:nvPr/>
        </p:nvSpPr>
        <p:spPr>
          <a:xfrm>
            <a:off x="507340" y="6255021"/>
            <a:ext cx="994500" cy="1584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457200" rtl="0" eaLnBrk="1" latinLnBrk="0" hangingPunct="1">
              <a:lnSpc>
                <a:spcPts val="1400"/>
              </a:lnSpc>
              <a:defRPr sz="1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2DA9482-6D33-6D42-929F-85F73996AD74}" type="slidenum">
              <a:rPr lang="en-US" sz="813" smtClean="0">
                <a:solidFill>
                  <a:schemeClr val="bg1"/>
                </a:solidFill>
              </a:rPr>
              <a:pPr/>
              <a:t>‹#›</a:t>
            </a:fld>
            <a:endParaRPr lang="en-US" sz="813" dirty="0">
              <a:solidFill>
                <a:schemeClr val="bg1"/>
              </a:solidFill>
            </a:endParaRPr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D6E588E4-60A3-C642-A00F-6BE2BD9BDA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5732" y="6255020"/>
            <a:ext cx="2457000" cy="1584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lnSpc>
                <a:spcPts val="1138"/>
              </a:lnSpc>
              <a:defRPr sz="813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A9991C6-ED30-8C41-AF1D-4CC4DCAB0DA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6614" t="76614"/>
          <a:stretch/>
        </p:blipFill>
        <p:spPr>
          <a:xfrm>
            <a:off x="7589358" y="5254171"/>
            <a:ext cx="2316642" cy="1603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10774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287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and statement slide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2DDE12C2-35EE-6440-92BB-368EFE910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2422" t="62422"/>
          <a:stretch/>
        </p:blipFill>
        <p:spPr>
          <a:xfrm>
            <a:off x="6183511" y="4280892"/>
            <a:ext cx="3722489" cy="2577108"/>
          </a:xfrm>
          <a:prstGeom prst="rect">
            <a:avLst/>
          </a:prstGeo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3F849CD-2E5B-D346-8B31-ECC65C71E67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70425" y="468312"/>
            <a:ext cx="7365150" cy="5040000"/>
          </a:xfrm>
        </p:spPr>
        <p:txBody>
          <a:bodyPr anchor="ctr"/>
          <a:lstStyle>
            <a:lvl1pPr marL="0" indent="0" algn="ctr">
              <a:lnSpc>
                <a:spcPts val="4063"/>
              </a:lnSpc>
              <a:buNone/>
              <a:defRPr sz="3413" b="1"/>
            </a:lvl1pPr>
          </a:lstStyle>
          <a:p>
            <a:pPr lvl="0"/>
            <a:r>
              <a:rPr lang="en-US" dirty="0"/>
              <a:t>Brand statement</a:t>
            </a:r>
            <a:br>
              <a:rPr lang="en-US" dirty="0"/>
            </a:br>
            <a:r>
              <a:rPr lang="en-US" dirty="0"/>
              <a:t>divider lorem ipsum dolor</a:t>
            </a:r>
            <a:br>
              <a:rPr lang="en-US" dirty="0"/>
            </a:br>
            <a:r>
              <a:rPr lang="en-US" dirty="0"/>
              <a:t>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consectut</a:t>
            </a:r>
            <a:r>
              <a:rPr lang="en-US" dirty="0"/>
              <a:t> </a:t>
            </a:r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32DAD903-219F-0B42-A836-88CFFE6B544B}"/>
              </a:ext>
            </a:extLst>
          </p:cNvPr>
          <p:cNvSpPr txBox="1">
            <a:spLocks/>
          </p:cNvSpPr>
          <p:nvPr/>
        </p:nvSpPr>
        <p:spPr>
          <a:xfrm>
            <a:off x="507340" y="6255021"/>
            <a:ext cx="994500" cy="1584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457200" rtl="0" eaLnBrk="1" latinLnBrk="0" hangingPunct="1">
              <a:lnSpc>
                <a:spcPts val="1400"/>
              </a:lnSpc>
              <a:defRPr sz="1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2DA9482-6D33-6D42-929F-85F73996AD74}" type="slidenum">
              <a:rPr lang="en-US" sz="813" smtClean="0">
                <a:solidFill>
                  <a:schemeClr val="tx1"/>
                </a:solidFill>
              </a:rPr>
              <a:pPr/>
              <a:t>‹#›</a:t>
            </a:fld>
            <a:endParaRPr lang="en-US" sz="813" dirty="0">
              <a:solidFill>
                <a:schemeClr val="tx1"/>
              </a:solidFill>
            </a:endParaRP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DB762F97-0B6C-2846-9E0B-17A6E5F7E6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5732" y="6255020"/>
            <a:ext cx="2457000" cy="1584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lnSpc>
                <a:spcPts val="1138"/>
              </a:lnSpc>
              <a:defRPr sz="813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9FC5EC7-7A71-E04E-AAF7-9ED9A12740E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6614" t="76614"/>
          <a:stretch/>
        </p:blipFill>
        <p:spPr>
          <a:xfrm>
            <a:off x="7589358" y="5254171"/>
            <a:ext cx="2316642" cy="1603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15290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287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 bleed image +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CB751CCC-3AE8-9947-A9B1-5841512863D7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-1" y="0"/>
            <a:ext cx="9906975" cy="6858000"/>
          </a:xfrm>
          <a:solidFill>
            <a:srgbClr val="CDE3FB"/>
          </a:solidFill>
        </p:spPr>
        <p:txBody>
          <a:bodyPr lIns="180000" tIns="180000" anchor="t" anchorCtr="0"/>
          <a:lstStyle>
            <a:lvl1pPr marL="0" indent="0">
              <a:buNone/>
              <a:defRPr/>
            </a:lvl1pPr>
          </a:lstStyle>
          <a:p>
            <a:r>
              <a:rPr lang="en-US" dirty="0"/>
              <a:t>Full bleed picture area (click on image icon behind text)</a:t>
            </a:r>
            <a:endParaRPr lang="en-GB" dirty="0"/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AE5FB06E-4674-2E46-B9C1-4670A9B05F3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70425" y="468312"/>
            <a:ext cx="7365150" cy="5040000"/>
          </a:xfrm>
        </p:spPr>
        <p:txBody>
          <a:bodyPr anchor="ctr"/>
          <a:lstStyle>
            <a:lvl1pPr marL="0" indent="0" algn="ctr">
              <a:lnSpc>
                <a:spcPts val="4063"/>
              </a:lnSpc>
              <a:buNone/>
              <a:defRPr sz="3413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Brand statement</a:t>
            </a:r>
            <a:br>
              <a:rPr lang="en-US" dirty="0"/>
            </a:br>
            <a:r>
              <a:rPr lang="en-US" dirty="0"/>
              <a:t>divider lorem ipsum dolor</a:t>
            </a:r>
            <a:br>
              <a:rPr lang="en-US" dirty="0"/>
            </a:br>
            <a:r>
              <a:rPr lang="en-US" dirty="0"/>
              <a:t>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consectut</a:t>
            </a:r>
            <a:r>
              <a:rPr lang="en-US" dirty="0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8311205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287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 bleed image - no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30C20135-DA06-8641-908E-26E15C87EC26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-1" y="0"/>
            <a:ext cx="9906975" cy="6858000"/>
          </a:xfrm>
          <a:solidFill>
            <a:srgbClr val="CDE3FB"/>
          </a:solidFill>
        </p:spPr>
        <p:txBody>
          <a:bodyPr lIns="180000" tIns="180000" anchor="t" anchorCtr="0"/>
          <a:lstStyle>
            <a:lvl1pPr marL="0" indent="0">
              <a:buNone/>
              <a:defRPr/>
            </a:lvl1pPr>
          </a:lstStyle>
          <a:p>
            <a:r>
              <a:rPr lang="en-US" dirty="0"/>
              <a:t>Full bleed picture area (click on image icon)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1027039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s / agenda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07340" y="1520825"/>
            <a:ext cx="8126015" cy="4392612"/>
          </a:xfrm>
        </p:spPr>
        <p:txBody>
          <a:bodyPr/>
          <a:lstStyle>
            <a:lvl1pPr marL="0" indent="0">
              <a:spcBef>
                <a:spcPts val="650"/>
              </a:spcBef>
              <a:buNone/>
              <a:tabLst>
                <a:tab pos="5295106" algn="r"/>
              </a:tabLst>
              <a:defRPr/>
            </a:lvl1pPr>
            <a:lvl2pPr marL="371466" indent="0">
              <a:buNone/>
              <a:defRPr/>
            </a:lvl2pPr>
            <a:lvl3pPr marL="742931" indent="0">
              <a:buNone/>
              <a:defRPr/>
            </a:lvl3pPr>
            <a:lvl4pPr marL="1114397" indent="0">
              <a:buNone/>
              <a:defRPr/>
            </a:lvl4pPr>
            <a:lvl5pPr marL="1485863" indent="0">
              <a:buNone/>
              <a:defRPr/>
            </a:lvl5pPr>
          </a:lstStyle>
          <a:p>
            <a:pPr lvl="0"/>
            <a:r>
              <a:rPr lang="en-US" dirty="0"/>
              <a:t>Edit page title	#</a:t>
            </a:r>
          </a:p>
          <a:p>
            <a:pPr lvl="0"/>
            <a:r>
              <a:rPr lang="en-US" dirty="0"/>
              <a:t>Edit page title	#</a:t>
            </a:r>
          </a:p>
          <a:p>
            <a:pPr lvl="0"/>
            <a:r>
              <a:rPr lang="en-US" dirty="0"/>
              <a:t>Edit page title	#</a:t>
            </a:r>
          </a:p>
          <a:p>
            <a:pPr lvl="0"/>
            <a:r>
              <a:rPr lang="en-US" dirty="0"/>
              <a:t>Edit page title	#</a:t>
            </a:r>
          </a:p>
          <a:p>
            <a:pPr lvl="0"/>
            <a:r>
              <a:rPr lang="en-US" dirty="0"/>
              <a:t>Edit page title	#</a:t>
            </a:r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2176A1AB-311D-2547-95D6-7B8112289A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7340" y="408469"/>
            <a:ext cx="8126015" cy="360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 dirty="0"/>
              <a:t>Contents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B7108C24-5B72-3A44-B49B-5DEC49EAF450}"/>
              </a:ext>
            </a:extLst>
          </p:cNvPr>
          <p:cNvSpPr txBox="1">
            <a:spLocks/>
          </p:cNvSpPr>
          <p:nvPr/>
        </p:nvSpPr>
        <p:spPr>
          <a:xfrm>
            <a:off x="507340" y="6255021"/>
            <a:ext cx="994500" cy="1584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457200" rtl="0" eaLnBrk="1" latinLnBrk="0" hangingPunct="1">
              <a:lnSpc>
                <a:spcPts val="1400"/>
              </a:lnSpc>
              <a:defRPr sz="1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2DA9482-6D33-6D42-929F-85F73996AD74}" type="slidenum">
              <a:rPr lang="en-US" sz="813" smtClean="0">
                <a:solidFill>
                  <a:schemeClr val="tx1"/>
                </a:solidFill>
              </a:rPr>
              <a:pPr/>
              <a:t>‹#›</a:t>
            </a:fld>
            <a:endParaRPr lang="en-US" sz="813" dirty="0">
              <a:solidFill>
                <a:schemeClr val="tx1"/>
              </a:solidFill>
            </a:endParaRP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CC44AFF9-BFFE-FB49-BE41-133AEB96AB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5732" y="6255020"/>
            <a:ext cx="2457000" cy="1584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lnSpc>
                <a:spcPts val="1138"/>
              </a:lnSpc>
              <a:defRPr sz="813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E587808-6EDE-FC4F-88AC-F09292B095E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6748" t="76748"/>
          <a:stretch/>
        </p:blipFill>
        <p:spPr>
          <a:xfrm>
            <a:off x="7602654" y="5263376"/>
            <a:ext cx="2303346" cy="1594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212166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 Column tex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07338" y="1520825"/>
            <a:ext cx="8127600" cy="4392613"/>
          </a:xfrm>
        </p:spPr>
        <p:txBody>
          <a:bodyPr bIns="0"/>
          <a:lstStyle>
            <a:lvl1pPr>
              <a:spcBef>
                <a:spcPts val="0"/>
              </a:spcBef>
              <a:defRPr/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</a:lstStyle>
          <a:p>
            <a:pPr lvl="0"/>
            <a:r>
              <a:rPr lang="en-US" dirty="0"/>
              <a:t>Edit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D77C0324-0C45-3D40-B8B5-B5546E14BA2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7339" y="764314"/>
            <a:ext cx="8126015" cy="360000"/>
          </a:xfrm>
        </p:spPr>
        <p:txBody>
          <a:bodyPr bIns="0">
            <a:noAutofit/>
          </a:bodyPr>
          <a:lstStyle>
            <a:lvl1pPr marL="0" indent="0">
              <a:lnSpc>
                <a:spcPts val="2275"/>
              </a:lnSpc>
              <a:spcBef>
                <a:spcPts val="0"/>
              </a:spcBef>
              <a:buNone/>
              <a:defRPr sz="1950"/>
            </a:lvl1pPr>
            <a:lvl2pPr marL="371466" indent="0">
              <a:lnSpc>
                <a:spcPts val="3033"/>
              </a:lnSpc>
              <a:buNone/>
              <a:defRPr sz="2600"/>
            </a:lvl2pPr>
            <a:lvl3pPr marL="742931" indent="0">
              <a:lnSpc>
                <a:spcPts val="3033"/>
              </a:lnSpc>
              <a:buNone/>
              <a:defRPr sz="2600"/>
            </a:lvl3pPr>
            <a:lvl4pPr marL="1114397" indent="0">
              <a:lnSpc>
                <a:spcPts val="3033"/>
              </a:lnSpc>
              <a:buNone/>
              <a:defRPr sz="2600"/>
            </a:lvl4pPr>
            <a:lvl5pPr marL="1485863" indent="0">
              <a:lnSpc>
                <a:spcPts val="3033"/>
              </a:lnSpc>
              <a:buNone/>
              <a:defRPr sz="2600"/>
            </a:lvl5pPr>
          </a:lstStyle>
          <a:p>
            <a:pPr lvl="0"/>
            <a:r>
              <a:rPr lang="en-US" dirty="0" err="1"/>
              <a:t>Subheadline</a:t>
            </a:r>
            <a:endParaRPr lang="en-US" dirty="0"/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B346FBC2-67D1-184A-8432-E6606941AE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7340" y="408469"/>
            <a:ext cx="8126015" cy="360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b="1"/>
            </a:lvl1pPr>
          </a:lstStyle>
          <a:p>
            <a:r>
              <a:rPr lang="en-US" dirty="0"/>
              <a:t>Headline</a:t>
            </a:r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102921C0-8CD8-864B-9BDB-5D2BA1765371}"/>
              </a:ext>
            </a:extLst>
          </p:cNvPr>
          <p:cNvSpPr txBox="1">
            <a:spLocks/>
          </p:cNvSpPr>
          <p:nvPr/>
        </p:nvSpPr>
        <p:spPr>
          <a:xfrm>
            <a:off x="507340" y="6255021"/>
            <a:ext cx="994500" cy="1584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457200" rtl="0" eaLnBrk="1" latinLnBrk="0" hangingPunct="1">
              <a:lnSpc>
                <a:spcPts val="1400"/>
              </a:lnSpc>
              <a:defRPr sz="1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2DA9482-6D33-6D42-929F-85F73996AD74}" type="slidenum">
              <a:rPr lang="en-US" sz="813" smtClean="0">
                <a:solidFill>
                  <a:schemeClr val="tx1"/>
                </a:solidFill>
              </a:rPr>
              <a:pPr/>
              <a:t>‹#›</a:t>
            </a:fld>
            <a:endParaRPr lang="en-US" sz="813" dirty="0">
              <a:solidFill>
                <a:schemeClr val="tx1"/>
              </a:solidFill>
            </a:endParaRP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41D6394E-3C1C-9846-880C-AA78624DCE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5732" y="6255020"/>
            <a:ext cx="2457000" cy="1584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lnSpc>
                <a:spcPts val="1138"/>
              </a:lnSpc>
              <a:defRPr sz="813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8FCEB2F-3FED-6541-971C-90B8E3DA43D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6748" t="76748"/>
          <a:stretch/>
        </p:blipFill>
        <p:spPr>
          <a:xfrm>
            <a:off x="7602654" y="5263376"/>
            <a:ext cx="2303346" cy="1594624"/>
          </a:xfrm>
          <a:prstGeom prst="rect">
            <a:avLst/>
          </a:prstGeom>
        </p:spPr>
      </p:pic>
      <p:pic>
        <p:nvPicPr>
          <p:cNvPr id="2" name="Picture 1" descr="A blue and white logo&#10;&#10;Description automatically generated">
            <a:extLst>
              <a:ext uri="{FF2B5EF4-FFF2-40B4-BE49-F238E27FC236}">
                <a16:creationId xmlns:a16="http://schemas.microsoft.com/office/drawing/2014/main" id="{E0A6D015-4110-638E-4560-E61295750C0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5200" y="342750"/>
            <a:ext cx="2305733" cy="363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63936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 Column graphic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07338" y="1520825"/>
            <a:ext cx="8127600" cy="4392613"/>
          </a:xfrm>
          <a:solidFill>
            <a:schemeClr val="accent3"/>
          </a:solidFill>
        </p:spPr>
        <p:txBody>
          <a:bodyPr lIns="108000" tIns="108000" bIns="0"/>
          <a:lstStyle>
            <a:lvl1pPr marL="0" indent="0">
              <a:lnSpc>
                <a:spcPts val="1138"/>
              </a:lnSpc>
              <a:spcBef>
                <a:spcPts val="0"/>
              </a:spcBef>
              <a:buNone/>
              <a:defRPr sz="813" b="1"/>
            </a:lvl1pPr>
            <a:lvl2pPr marL="371466" indent="0">
              <a:spcBef>
                <a:spcPts val="0"/>
              </a:spcBef>
              <a:buNone/>
              <a:defRPr/>
            </a:lvl2pPr>
            <a:lvl3pPr marL="742931" indent="0">
              <a:spcBef>
                <a:spcPts val="0"/>
              </a:spcBef>
              <a:buNone/>
              <a:defRPr/>
            </a:lvl3pPr>
            <a:lvl4pPr marL="1114397" indent="0">
              <a:spcBef>
                <a:spcPts val="0"/>
              </a:spcBef>
              <a:buNone/>
              <a:defRPr/>
            </a:lvl4pPr>
            <a:lvl5pPr marL="1485863" indent="0">
              <a:spcBef>
                <a:spcPts val="0"/>
              </a:spcBef>
              <a:buNone/>
              <a:defRPr/>
            </a:lvl5pPr>
          </a:lstStyle>
          <a:p>
            <a:pPr lvl="0"/>
            <a:r>
              <a:rPr lang="en-US" dirty="0"/>
              <a:t>Graphic area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D77C0324-0C45-3D40-B8B5-B5546E14BA2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7339" y="764314"/>
            <a:ext cx="8126015" cy="360000"/>
          </a:xfrm>
        </p:spPr>
        <p:txBody>
          <a:bodyPr bIns="0">
            <a:noAutofit/>
          </a:bodyPr>
          <a:lstStyle>
            <a:lvl1pPr marL="0" indent="0">
              <a:lnSpc>
                <a:spcPts val="2275"/>
              </a:lnSpc>
              <a:spcBef>
                <a:spcPts val="0"/>
              </a:spcBef>
              <a:buNone/>
              <a:defRPr sz="1950"/>
            </a:lvl1pPr>
            <a:lvl2pPr marL="371466" indent="0">
              <a:lnSpc>
                <a:spcPts val="3033"/>
              </a:lnSpc>
              <a:buNone/>
              <a:defRPr sz="2600"/>
            </a:lvl2pPr>
            <a:lvl3pPr marL="742931" indent="0">
              <a:lnSpc>
                <a:spcPts val="3033"/>
              </a:lnSpc>
              <a:buNone/>
              <a:defRPr sz="2600"/>
            </a:lvl3pPr>
            <a:lvl4pPr marL="1114397" indent="0">
              <a:lnSpc>
                <a:spcPts val="3033"/>
              </a:lnSpc>
              <a:buNone/>
              <a:defRPr sz="2600"/>
            </a:lvl4pPr>
            <a:lvl5pPr marL="1485863" indent="0">
              <a:lnSpc>
                <a:spcPts val="3033"/>
              </a:lnSpc>
              <a:buNone/>
              <a:defRPr sz="2600"/>
            </a:lvl5pPr>
          </a:lstStyle>
          <a:p>
            <a:pPr lvl="0"/>
            <a:r>
              <a:rPr lang="en-US" dirty="0" err="1"/>
              <a:t>Subheadline</a:t>
            </a:r>
            <a:endParaRPr lang="en-US" dirty="0"/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B346FBC2-67D1-184A-8432-E6606941AE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7340" y="408469"/>
            <a:ext cx="8126015" cy="360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b="1"/>
            </a:lvl1pPr>
          </a:lstStyle>
          <a:p>
            <a:r>
              <a:rPr lang="en-US" dirty="0"/>
              <a:t>Headline</a:t>
            </a:r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363CFD5A-4396-EC4A-AEEA-8C244524C261}"/>
              </a:ext>
            </a:extLst>
          </p:cNvPr>
          <p:cNvSpPr txBox="1">
            <a:spLocks/>
          </p:cNvSpPr>
          <p:nvPr/>
        </p:nvSpPr>
        <p:spPr>
          <a:xfrm>
            <a:off x="507340" y="6255021"/>
            <a:ext cx="994500" cy="1584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457200" rtl="0" eaLnBrk="1" latinLnBrk="0" hangingPunct="1">
              <a:lnSpc>
                <a:spcPts val="1400"/>
              </a:lnSpc>
              <a:defRPr sz="1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2DA9482-6D33-6D42-929F-85F73996AD74}" type="slidenum">
              <a:rPr lang="en-US" sz="813" smtClean="0">
                <a:solidFill>
                  <a:schemeClr val="tx1"/>
                </a:solidFill>
              </a:rPr>
              <a:pPr/>
              <a:t>‹#›</a:t>
            </a:fld>
            <a:endParaRPr lang="en-US" sz="813" dirty="0">
              <a:solidFill>
                <a:schemeClr val="tx1"/>
              </a:solidFill>
            </a:endParaRP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165C5D0E-7B0E-464E-AEA4-DC1ECE9DF7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5732" y="6255020"/>
            <a:ext cx="2457000" cy="1584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lnSpc>
                <a:spcPts val="1138"/>
              </a:lnSpc>
              <a:defRPr sz="813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D4B7AC8-A3C1-5749-A2DD-827BA303CD0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6748" t="76748"/>
          <a:stretch/>
        </p:blipFill>
        <p:spPr>
          <a:xfrm>
            <a:off x="7602654" y="5263376"/>
            <a:ext cx="2303346" cy="1594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7576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 Column text + graphics option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DB54B486-D086-3148-8424-1A0F148BCE33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507338" y="3307472"/>
            <a:ext cx="8131500" cy="2608907"/>
          </a:xfrm>
          <a:solidFill>
            <a:schemeClr val="accent3"/>
          </a:solidFill>
        </p:spPr>
        <p:txBody>
          <a:bodyPr lIns="108000" tIns="108000" bIns="0"/>
          <a:lstStyle>
            <a:lvl1pPr marL="0" indent="0">
              <a:lnSpc>
                <a:spcPts val="1138"/>
              </a:lnSpc>
              <a:spcBef>
                <a:spcPts val="0"/>
              </a:spcBef>
              <a:buNone/>
              <a:defRPr sz="813" b="1"/>
            </a:lvl1pPr>
            <a:lvl2pPr marL="371466" indent="0">
              <a:lnSpc>
                <a:spcPts val="1950"/>
              </a:lnSpc>
              <a:spcBef>
                <a:spcPts val="0"/>
              </a:spcBef>
              <a:buNone/>
              <a:defRPr sz="1463"/>
            </a:lvl2pPr>
            <a:lvl3pPr marL="742931" indent="0">
              <a:lnSpc>
                <a:spcPts val="1950"/>
              </a:lnSpc>
              <a:spcBef>
                <a:spcPts val="0"/>
              </a:spcBef>
              <a:buNone/>
              <a:defRPr sz="1463"/>
            </a:lvl3pPr>
            <a:lvl4pPr marL="1114397" indent="0">
              <a:lnSpc>
                <a:spcPts val="1950"/>
              </a:lnSpc>
              <a:spcBef>
                <a:spcPts val="0"/>
              </a:spcBef>
              <a:buNone/>
              <a:defRPr sz="1463"/>
            </a:lvl4pPr>
            <a:lvl5pPr marL="1485863" indent="0">
              <a:lnSpc>
                <a:spcPts val="1950"/>
              </a:lnSpc>
              <a:spcBef>
                <a:spcPts val="0"/>
              </a:spcBef>
              <a:buNone/>
              <a:defRPr sz="1463"/>
            </a:lvl5pPr>
          </a:lstStyle>
          <a:p>
            <a:pPr lvl="0"/>
            <a:r>
              <a:rPr lang="en-US" dirty="0"/>
              <a:t>Graphic area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9C095EC-CCC5-1242-B89A-9009C774D48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07338" y="1520827"/>
            <a:ext cx="8127600" cy="1624195"/>
          </a:xfrm>
        </p:spPr>
        <p:txBody>
          <a:bodyPr wrap="square" bIns="0"/>
          <a:lstStyle>
            <a:lvl1pPr>
              <a:spcBef>
                <a:spcPts val="0"/>
              </a:spcBef>
              <a:defRPr/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</a:lstStyle>
          <a:p>
            <a:pPr lvl="0"/>
            <a:r>
              <a:rPr lang="en-US" dirty="0"/>
              <a:t>Edit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FB362763-EBFA-8B42-8A8C-CD97F5ED03A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7339" y="764314"/>
            <a:ext cx="8126015" cy="360000"/>
          </a:xfrm>
        </p:spPr>
        <p:txBody>
          <a:bodyPr bIns="0">
            <a:noAutofit/>
          </a:bodyPr>
          <a:lstStyle>
            <a:lvl1pPr marL="0" indent="0">
              <a:lnSpc>
                <a:spcPts val="2275"/>
              </a:lnSpc>
              <a:spcBef>
                <a:spcPts val="0"/>
              </a:spcBef>
              <a:buNone/>
              <a:defRPr sz="1950"/>
            </a:lvl1pPr>
            <a:lvl2pPr marL="371466" indent="0">
              <a:lnSpc>
                <a:spcPts val="3033"/>
              </a:lnSpc>
              <a:buNone/>
              <a:defRPr sz="2600"/>
            </a:lvl2pPr>
            <a:lvl3pPr marL="742931" indent="0">
              <a:lnSpc>
                <a:spcPts val="3033"/>
              </a:lnSpc>
              <a:buNone/>
              <a:defRPr sz="2600"/>
            </a:lvl3pPr>
            <a:lvl4pPr marL="1114397" indent="0">
              <a:lnSpc>
                <a:spcPts val="3033"/>
              </a:lnSpc>
              <a:buNone/>
              <a:defRPr sz="2600"/>
            </a:lvl4pPr>
            <a:lvl5pPr marL="1485863" indent="0">
              <a:lnSpc>
                <a:spcPts val="3033"/>
              </a:lnSpc>
              <a:buNone/>
              <a:defRPr sz="2600"/>
            </a:lvl5pPr>
          </a:lstStyle>
          <a:p>
            <a:pPr lvl="0"/>
            <a:r>
              <a:rPr lang="en-US" dirty="0" err="1"/>
              <a:t>Subheadline</a:t>
            </a:r>
            <a:endParaRPr lang="en-US" dirty="0"/>
          </a:p>
        </p:txBody>
      </p:sp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A9F5D63F-45C6-904A-8D78-54AA5FA46D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7340" y="408469"/>
            <a:ext cx="8126015" cy="360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b="1"/>
            </a:lvl1pPr>
          </a:lstStyle>
          <a:p>
            <a:r>
              <a:rPr lang="en-US" dirty="0"/>
              <a:t>Headline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E92657C4-65FC-1340-877B-16571C52A2A4}"/>
              </a:ext>
            </a:extLst>
          </p:cNvPr>
          <p:cNvSpPr txBox="1">
            <a:spLocks/>
          </p:cNvSpPr>
          <p:nvPr/>
        </p:nvSpPr>
        <p:spPr>
          <a:xfrm>
            <a:off x="507340" y="6255021"/>
            <a:ext cx="994500" cy="1584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457200" rtl="0" eaLnBrk="1" latinLnBrk="0" hangingPunct="1">
              <a:lnSpc>
                <a:spcPts val="1400"/>
              </a:lnSpc>
              <a:defRPr sz="1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2DA9482-6D33-6D42-929F-85F73996AD74}" type="slidenum">
              <a:rPr lang="en-US" sz="813" smtClean="0">
                <a:solidFill>
                  <a:schemeClr val="tx1"/>
                </a:solidFill>
              </a:rPr>
              <a:pPr/>
              <a:t>‹#›</a:t>
            </a:fld>
            <a:endParaRPr lang="en-US" sz="813" dirty="0">
              <a:solidFill>
                <a:schemeClr val="tx1"/>
              </a:solidFill>
            </a:endParaRPr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C8DC5AC2-F69E-1941-8747-77480F7E45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5732" y="6255020"/>
            <a:ext cx="2457000" cy="1584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lnSpc>
                <a:spcPts val="1138"/>
              </a:lnSpc>
              <a:defRPr sz="813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GB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41D76E0-2D66-7C45-A81D-F28E1EB3C03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6748" t="76748"/>
          <a:stretch/>
        </p:blipFill>
        <p:spPr>
          <a:xfrm>
            <a:off x="7602654" y="5263376"/>
            <a:ext cx="2303346" cy="1594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094798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 Column text + graphics option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DB54B486-D086-3148-8424-1A0F148BCE33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507339" y="3301219"/>
            <a:ext cx="3871251" cy="2612748"/>
          </a:xfrm>
          <a:solidFill>
            <a:schemeClr val="accent3"/>
          </a:solidFill>
        </p:spPr>
        <p:txBody>
          <a:bodyPr lIns="108000" tIns="108000" bIns="0"/>
          <a:lstStyle>
            <a:lvl1pPr marL="0" indent="0">
              <a:lnSpc>
                <a:spcPts val="1138"/>
              </a:lnSpc>
              <a:spcBef>
                <a:spcPts val="0"/>
              </a:spcBef>
              <a:buNone/>
              <a:defRPr sz="813" b="1"/>
            </a:lvl1pPr>
            <a:lvl2pPr marL="371466" indent="0">
              <a:lnSpc>
                <a:spcPts val="1950"/>
              </a:lnSpc>
              <a:spcBef>
                <a:spcPts val="0"/>
              </a:spcBef>
              <a:buNone/>
              <a:defRPr sz="1463"/>
            </a:lvl2pPr>
            <a:lvl3pPr marL="742931" indent="0">
              <a:lnSpc>
                <a:spcPts val="1950"/>
              </a:lnSpc>
              <a:spcBef>
                <a:spcPts val="0"/>
              </a:spcBef>
              <a:buNone/>
              <a:defRPr sz="1463"/>
            </a:lvl3pPr>
            <a:lvl4pPr marL="1114397" indent="0">
              <a:lnSpc>
                <a:spcPts val="1950"/>
              </a:lnSpc>
              <a:spcBef>
                <a:spcPts val="0"/>
              </a:spcBef>
              <a:buNone/>
              <a:defRPr sz="1463"/>
            </a:lvl4pPr>
            <a:lvl5pPr marL="1485863" indent="0">
              <a:lnSpc>
                <a:spcPts val="1950"/>
              </a:lnSpc>
              <a:spcBef>
                <a:spcPts val="0"/>
              </a:spcBef>
              <a:buNone/>
              <a:defRPr sz="1463"/>
            </a:lvl5pPr>
          </a:lstStyle>
          <a:p>
            <a:pPr lvl="0"/>
            <a:r>
              <a:rPr lang="en-US" dirty="0"/>
              <a:t>Graphic area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BDD9321-31B2-5F4D-B50E-9BF83B67384F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4765542" y="3301219"/>
            <a:ext cx="3871251" cy="2612748"/>
          </a:xfrm>
          <a:solidFill>
            <a:schemeClr val="accent3"/>
          </a:solidFill>
        </p:spPr>
        <p:txBody>
          <a:bodyPr lIns="108000" tIns="108000" bIns="0"/>
          <a:lstStyle>
            <a:lvl1pPr marL="0" indent="0">
              <a:lnSpc>
                <a:spcPts val="1138"/>
              </a:lnSpc>
              <a:spcBef>
                <a:spcPts val="0"/>
              </a:spcBef>
              <a:buNone/>
              <a:defRPr sz="813" b="1"/>
            </a:lvl1pPr>
            <a:lvl2pPr marL="371466" indent="0">
              <a:lnSpc>
                <a:spcPts val="1950"/>
              </a:lnSpc>
              <a:spcBef>
                <a:spcPts val="0"/>
              </a:spcBef>
              <a:buNone/>
              <a:defRPr sz="1463"/>
            </a:lvl2pPr>
            <a:lvl3pPr marL="742931" indent="0">
              <a:lnSpc>
                <a:spcPts val="1950"/>
              </a:lnSpc>
              <a:spcBef>
                <a:spcPts val="0"/>
              </a:spcBef>
              <a:buNone/>
              <a:defRPr sz="1463"/>
            </a:lvl3pPr>
            <a:lvl4pPr marL="1114397" indent="0">
              <a:lnSpc>
                <a:spcPts val="1950"/>
              </a:lnSpc>
              <a:spcBef>
                <a:spcPts val="0"/>
              </a:spcBef>
              <a:buNone/>
              <a:defRPr sz="1463"/>
            </a:lvl4pPr>
            <a:lvl5pPr marL="1485863" indent="0">
              <a:lnSpc>
                <a:spcPts val="1950"/>
              </a:lnSpc>
              <a:spcBef>
                <a:spcPts val="0"/>
              </a:spcBef>
              <a:buNone/>
              <a:defRPr sz="1463"/>
            </a:lvl5pPr>
          </a:lstStyle>
          <a:p>
            <a:pPr lvl="0"/>
            <a:r>
              <a:rPr lang="en-US" dirty="0"/>
              <a:t>Graphic area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05856E05-7CA0-104B-9025-F15ACCE7862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07338" y="1520826"/>
            <a:ext cx="8127600" cy="1615532"/>
          </a:xfrm>
        </p:spPr>
        <p:txBody>
          <a:bodyPr bIns="0"/>
          <a:lstStyle>
            <a:lvl1pPr>
              <a:spcBef>
                <a:spcPts val="0"/>
              </a:spcBef>
              <a:defRPr/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</a:lstStyle>
          <a:p>
            <a:pPr lvl="0"/>
            <a:r>
              <a:rPr lang="en-US" dirty="0"/>
              <a:t>Edit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80FCB4BE-B4DE-CC46-B1F3-A12529D12EE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7339" y="764314"/>
            <a:ext cx="8126015" cy="360000"/>
          </a:xfrm>
        </p:spPr>
        <p:txBody>
          <a:bodyPr bIns="0">
            <a:noAutofit/>
          </a:bodyPr>
          <a:lstStyle>
            <a:lvl1pPr marL="0" indent="0">
              <a:lnSpc>
                <a:spcPts val="2275"/>
              </a:lnSpc>
              <a:spcBef>
                <a:spcPts val="0"/>
              </a:spcBef>
              <a:buNone/>
              <a:defRPr sz="1950"/>
            </a:lvl1pPr>
            <a:lvl2pPr marL="371466" indent="0">
              <a:lnSpc>
                <a:spcPts val="3033"/>
              </a:lnSpc>
              <a:buNone/>
              <a:defRPr sz="2600"/>
            </a:lvl2pPr>
            <a:lvl3pPr marL="742931" indent="0">
              <a:lnSpc>
                <a:spcPts val="3033"/>
              </a:lnSpc>
              <a:buNone/>
              <a:defRPr sz="2600"/>
            </a:lvl3pPr>
            <a:lvl4pPr marL="1114397" indent="0">
              <a:lnSpc>
                <a:spcPts val="3033"/>
              </a:lnSpc>
              <a:buNone/>
              <a:defRPr sz="2600"/>
            </a:lvl4pPr>
            <a:lvl5pPr marL="1485863" indent="0">
              <a:lnSpc>
                <a:spcPts val="3033"/>
              </a:lnSpc>
              <a:buNone/>
              <a:defRPr sz="2600"/>
            </a:lvl5pPr>
          </a:lstStyle>
          <a:p>
            <a:pPr lvl="0"/>
            <a:r>
              <a:rPr lang="en-US" dirty="0" err="1"/>
              <a:t>Subheadline</a:t>
            </a:r>
            <a:endParaRPr lang="en-US" dirty="0"/>
          </a:p>
        </p:txBody>
      </p:sp>
      <p:sp>
        <p:nvSpPr>
          <p:cNvPr id="15" name="Title Placeholder 1">
            <a:extLst>
              <a:ext uri="{FF2B5EF4-FFF2-40B4-BE49-F238E27FC236}">
                <a16:creationId xmlns:a16="http://schemas.microsoft.com/office/drawing/2014/main" id="{1BBE2853-5DE4-7943-91CD-37AE75FC63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7340" y="408469"/>
            <a:ext cx="8126015" cy="360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b="1"/>
            </a:lvl1pPr>
          </a:lstStyle>
          <a:p>
            <a:r>
              <a:rPr lang="en-US" dirty="0"/>
              <a:t>Headline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C787B8B3-8AA7-EF49-893C-D03002009CE8}"/>
              </a:ext>
            </a:extLst>
          </p:cNvPr>
          <p:cNvSpPr txBox="1">
            <a:spLocks/>
          </p:cNvSpPr>
          <p:nvPr/>
        </p:nvSpPr>
        <p:spPr>
          <a:xfrm>
            <a:off x="507340" y="6255021"/>
            <a:ext cx="994500" cy="1584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457200" rtl="0" eaLnBrk="1" latinLnBrk="0" hangingPunct="1">
              <a:lnSpc>
                <a:spcPts val="1400"/>
              </a:lnSpc>
              <a:defRPr sz="1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2DA9482-6D33-6D42-929F-85F73996AD74}" type="slidenum">
              <a:rPr lang="en-US" sz="813" smtClean="0">
                <a:solidFill>
                  <a:schemeClr val="tx1"/>
                </a:solidFill>
              </a:rPr>
              <a:pPr/>
              <a:t>‹#›</a:t>
            </a:fld>
            <a:endParaRPr lang="en-US" sz="813" dirty="0">
              <a:solidFill>
                <a:schemeClr val="tx1"/>
              </a:solidFill>
            </a:endParaRPr>
          </a:p>
        </p:txBody>
      </p:sp>
      <p:sp>
        <p:nvSpPr>
          <p:cNvPr id="18" name="Footer Placeholder 4">
            <a:extLst>
              <a:ext uri="{FF2B5EF4-FFF2-40B4-BE49-F238E27FC236}">
                <a16:creationId xmlns:a16="http://schemas.microsoft.com/office/drawing/2014/main" id="{DBA9B0BA-0261-F843-A341-377A018983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5732" y="6255020"/>
            <a:ext cx="2457000" cy="1584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lnSpc>
                <a:spcPts val="1138"/>
              </a:lnSpc>
              <a:defRPr sz="813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GB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7C49348-E86B-1E48-8073-207CCB4A949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6748" t="76748"/>
          <a:stretch/>
        </p:blipFill>
        <p:spPr>
          <a:xfrm>
            <a:off x="7602654" y="5263376"/>
            <a:ext cx="2303346" cy="1594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67578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 Column text + graphics option 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DB54B486-D086-3148-8424-1A0F148BCE33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507338" y="3301219"/>
            <a:ext cx="2452425" cy="2612748"/>
          </a:xfrm>
          <a:solidFill>
            <a:schemeClr val="accent3"/>
          </a:solidFill>
        </p:spPr>
        <p:txBody>
          <a:bodyPr lIns="108000" tIns="108000" bIns="0"/>
          <a:lstStyle>
            <a:lvl1pPr marL="0" indent="0">
              <a:lnSpc>
                <a:spcPts val="1138"/>
              </a:lnSpc>
              <a:spcBef>
                <a:spcPts val="0"/>
              </a:spcBef>
              <a:buNone/>
              <a:defRPr sz="813" b="1"/>
            </a:lvl1pPr>
            <a:lvl2pPr marL="371466" indent="0">
              <a:lnSpc>
                <a:spcPts val="1950"/>
              </a:lnSpc>
              <a:spcBef>
                <a:spcPts val="0"/>
              </a:spcBef>
              <a:buNone/>
              <a:defRPr sz="1463"/>
            </a:lvl2pPr>
            <a:lvl3pPr marL="742931" indent="0">
              <a:lnSpc>
                <a:spcPts val="1950"/>
              </a:lnSpc>
              <a:spcBef>
                <a:spcPts val="0"/>
              </a:spcBef>
              <a:buNone/>
              <a:defRPr sz="1463"/>
            </a:lvl3pPr>
            <a:lvl4pPr marL="1114397" indent="0">
              <a:lnSpc>
                <a:spcPts val="1950"/>
              </a:lnSpc>
              <a:spcBef>
                <a:spcPts val="0"/>
              </a:spcBef>
              <a:buNone/>
              <a:defRPr sz="1463"/>
            </a:lvl4pPr>
            <a:lvl5pPr>
              <a:lnSpc>
                <a:spcPts val="2383"/>
              </a:lnSpc>
              <a:spcBef>
                <a:spcPts val="0"/>
              </a:spcBef>
              <a:defRPr sz="1950"/>
            </a:lvl5pPr>
          </a:lstStyle>
          <a:p>
            <a:pPr lvl="0"/>
            <a:r>
              <a:rPr lang="en-US" dirty="0"/>
              <a:t>Graphic area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0D298215-66E1-4643-9AB1-79F8B5F119A4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3344996" y="3301219"/>
            <a:ext cx="2452425" cy="2612748"/>
          </a:xfrm>
          <a:solidFill>
            <a:schemeClr val="accent3"/>
          </a:solidFill>
        </p:spPr>
        <p:txBody>
          <a:bodyPr lIns="108000" tIns="108000" bIns="0"/>
          <a:lstStyle>
            <a:lvl1pPr marL="0" indent="0">
              <a:lnSpc>
                <a:spcPts val="1138"/>
              </a:lnSpc>
              <a:spcBef>
                <a:spcPts val="0"/>
              </a:spcBef>
              <a:buNone/>
              <a:defRPr sz="813" b="1"/>
            </a:lvl1pPr>
            <a:lvl2pPr marL="371466" indent="0">
              <a:lnSpc>
                <a:spcPts val="1950"/>
              </a:lnSpc>
              <a:spcBef>
                <a:spcPts val="0"/>
              </a:spcBef>
              <a:buNone/>
              <a:defRPr sz="1463"/>
            </a:lvl2pPr>
            <a:lvl3pPr marL="742931" indent="0">
              <a:lnSpc>
                <a:spcPts val="1950"/>
              </a:lnSpc>
              <a:spcBef>
                <a:spcPts val="0"/>
              </a:spcBef>
              <a:buNone/>
              <a:defRPr sz="1463"/>
            </a:lvl3pPr>
            <a:lvl4pPr marL="1114397" indent="0">
              <a:lnSpc>
                <a:spcPts val="1950"/>
              </a:lnSpc>
              <a:spcBef>
                <a:spcPts val="0"/>
              </a:spcBef>
              <a:buNone/>
              <a:defRPr sz="1463"/>
            </a:lvl4pPr>
            <a:lvl5pPr>
              <a:lnSpc>
                <a:spcPts val="2383"/>
              </a:lnSpc>
              <a:spcBef>
                <a:spcPts val="0"/>
              </a:spcBef>
              <a:defRPr sz="1950"/>
            </a:lvl5pPr>
          </a:lstStyle>
          <a:p>
            <a:pPr lvl="0"/>
            <a:r>
              <a:rPr lang="en-US" dirty="0"/>
              <a:t>Graphic area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16337F17-0177-4B47-9F46-AF0D74C30610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6182652" y="3301219"/>
            <a:ext cx="2452425" cy="2612748"/>
          </a:xfrm>
          <a:solidFill>
            <a:schemeClr val="accent3"/>
          </a:solidFill>
        </p:spPr>
        <p:txBody>
          <a:bodyPr lIns="108000" tIns="108000" bIns="0"/>
          <a:lstStyle>
            <a:lvl1pPr marL="0" indent="0">
              <a:lnSpc>
                <a:spcPts val="1138"/>
              </a:lnSpc>
              <a:spcBef>
                <a:spcPts val="0"/>
              </a:spcBef>
              <a:buNone/>
              <a:defRPr sz="813" b="1"/>
            </a:lvl1pPr>
            <a:lvl2pPr marL="371466" indent="0">
              <a:lnSpc>
                <a:spcPts val="1950"/>
              </a:lnSpc>
              <a:spcBef>
                <a:spcPts val="0"/>
              </a:spcBef>
              <a:buNone/>
              <a:defRPr sz="1463"/>
            </a:lvl2pPr>
            <a:lvl3pPr marL="742931" indent="0">
              <a:lnSpc>
                <a:spcPts val="1950"/>
              </a:lnSpc>
              <a:spcBef>
                <a:spcPts val="0"/>
              </a:spcBef>
              <a:buNone/>
              <a:defRPr sz="1463"/>
            </a:lvl3pPr>
            <a:lvl4pPr marL="1114397" indent="0">
              <a:lnSpc>
                <a:spcPts val="1950"/>
              </a:lnSpc>
              <a:spcBef>
                <a:spcPts val="0"/>
              </a:spcBef>
              <a:buNone/>
              <a:defRPr sz="1463"/>
            </a:lvl4pPr>
            <a:lvl5pPr>
              <a:lnSpc>
                <a:spcPts val="2383"/>
              </a:lnSpc>
              <a:spcBef>
                <a:spcPts val="0"/>
              </a:spcBef>
              <a:defRPr sz="1950"/>
            </a:lvl5pPr>
          </a:lstStyle>
          <a:p>
            <a:pPr lvl="0"/>
            <a:r>
              <a:rPr lang="en-US" dirty="0"/>
              <a:t>Graphic area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174B88F8-C2DD-F84F-932C-3F97DE90954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07338" y="1520826"/>
            <a:ext cx="8127600" cy="1615532"/>
          </a:xfrm>
        </p:spPr>
        <p:txBody>
          <a:bodyPr bIns="0"/>
          <a:lstStyle>
            <a:lvl1pPr>
              <a:spcBef>
                <a:spcPts val="0"/>
              </a:spcBef>
              <a:defRPr/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</a:lstStyle>
          <a:p>
            <a:pPr lvl="0"/>
            <a:r>
              <a:rPr lang="en-US" dirty="0"/>
              <a:t>Edit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1EDD11C6-EE38-AE40-8377-0272C7682F9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7339" y="764314"/>
            <a:ext cx="8126015" cy="360000"/>
          </a:xfrm>
        </p:spPr>
        <p:txBody>
          <a:bodyPr bIns="0">
            <a:noAutofit/>
          </a:bodyPr>
          <a:lstStyle>
            <a:lvl1pPr marL="0" indent="0">
              <a:lnSpc>
                <a:spcPts val="2275"/>
              </a:lnSpc>
              <a:spcBef>
                <a:spcPts val="0"/>
              </a:spcBef>
              <a:buNone/>
              <a:defRPr sz="1950"/>
            </a:lvl1pPr>
            <a:lvl2pPr marL="371466" indent="0">
              <a:lnSpc>
                <a:spcPts val="3033"/>
              </a:lnSpc>
              <a:buNone/>
              <a:defRPr sz="2600"/>
            </a:lvl2pPr>
            <a:lvl3pPr marL="742931" indent="0">
              <a:lnSpc>
                <a:spcPts val="3033"/>
              </a:lnSpc>
              <a:buNone/>
              <a:defRPr sz="2600"/>
            </a:lvl3pPr>
            <a:lvl4pPr marL="1114397" indent="0">
              <a:lnSpc>
                <a:spcPts val="3033"/>
              </a:lnSpc>
              <a:buNone/>
              <a:defRPr sz="2600"/>
            </a:lvl4pPr>
            <a:lvl5pPr marL="1485863" indent="0">
              <a:lnSpc>
                <a:spcPts val="3033"/>
              </a:lnSpc>
              <a:buNone/>
              <a:defRPr sz="2600"/>
            </a:lvl5pPr>
          </a:lstStyle>
          <a:p>
            <a:pPr lvl="0"/>
            <a:r>
              <a:rPr lang="en-US" dirty="0" err="1"/>
              <a:t>Subheadline</a:t>
            </a:r>
            <a:endParaRPr lang="en-US" dirty="0"/>
          </a:p>
        </p:txBody>
      </p:sp>
      <p:sp>
        <p:nvSpPr>
          <p:cNvPr id="17" name="Title Placeholder 1">
            <a:extLst>
              <a:ext uri="{FF2B5EF4-FFF2-40B4-BE49-F238E27FC236}">
                <a16:creationId xmlns:a16="http://schemas.microsoft.com/office/drawing/2014/main" id="{FF9F1964-AF95-0441-8713-ACE3B63291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7340" y="408469"/>
            <a:ext cx="8126015" cy="360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b="1"/>
            </a:lvl1pPr>
          </a:lstStyle>
          <a:p>
            <a:r>
              <a:rPr lang="en-US" dirty="0"/>
              <a:t>Headline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F7577059-D9BD-4D40-B06C-BDEED8EDCFD1}"/>
              </a:ext>
            </a:extLst>
          </p:cNvPr>
          <p:cNvSpPr txBox="1">
            <a:spLocks/>
          </p:cNvSpPr>
          <p:nvPr/>
        </p:nvSpPr>
        <p:spPr>
          <a:xfrm>
            <a:off x="507340" y="6255021"/>
            <a:ext cx="994500" cy="1584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457200" rtl="0" eaLnBrk="1" latinLnBrk="0" hangingPunct="1">
              <a:lnSpc>
                <a:spcPts val="1400"/>
              </a:lnSpc>
              <a:defRPr sz="1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2DA9482-6D33-6D42-929F-85F73996AD74}" type="slidenum">
              <a:rPr lang="en-US" sz="813" smtClean="0">
                <a:solidFill>
                  <a:schemeClr val="tx1"/>
                </a:solidFill>
              </a:rPr>
              <a:pPr/>
              <a:t>‹#›</a:t>
            </a:fld>
            <a:endParaRPr lang="en-US" sz="813" dirty="0">
              <a:solidFill>
                <a:schemeClr val="tx1"/>
              </a:solidFill>
            </a:endParaRPr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D83416CD-DD67-9F45-B797-1CF96790A1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5732" y="6255020"/>
            <a:ext cx="2457000" cy="1584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lnSpc>
                <a:spcPts val="1138"/>
              </a:lnSpc>
              <a:defRPr sz="813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GB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38CDC32-45BE-DB46-B6FF-3C2B0FF30B1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6748" t="76748"/>
          <a:stretch/>
        </p:blipFill>
        <p:spPr>
          <a:xfrm>
            <a:off x="7602654" y="5263376"/>
            <a:ext cx="2303346" cy="1594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777223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lumns tex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F0509A0-2203-3849-AF70-C39CEDB38FA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07338" y="1520825"/>
            <a:ext cx="3871682" cy="4392613"/>
          </a:xfrm>
        </p:spPr>
        <p:txBody>
          <a:bodyPr bIns="0"/>
          <a:lstStyle>
            <a:lvl1pPr>
              <a:spcBef>
                <a:spcPts val="0"/>
              </a:spcBef>
              <a:defRPr/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</a:lstStyle>
          <a:p>
            <a:pPr lvl="0"/>
            <a:r>
              <a:rPr lang="en-US" dirty="0"/>
              <a:t>Edit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831DD792-134F-EB47-AEB2-13E30616878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7339" y="764314"/>
            <a:ext cx="8126015" cy="360000"/>
          </a:xfrm>
        </p:spPr>
        <p:txBody>
          <a:bodyPr bIns="0">
            <a:noAutofit/>
          </a:bodyPr>
          <a:lstStyle>
            <a:lvl1pPr marL="0" indent="0">
              <a:lnSpc>
                <a:spcPts val="2275"/>
              </a:lnSpc>
              <a:spcBef>
                <a:spcPts val="0"/>
              </a:spcBef>
              <a:buNone/>
              <a:defRPr sz="1950"/>
            </a:lvl1pPr>
            <a:lvl2pPr marL="371466" indent="0">
              <a:lnSpc>
                <a:spcPts val="3033"/>
              </a:lnSpc>
              <a:buNone/>
              <a:defRPr sz="2600"/>
            </a:lvl2pPr>
            <a:lvl3pPr marL="742931" indent="0">
              <a:lnSpc>
                <a:spcPts val="3033"/>
              </a:lnSpc>
              <a:buNone/>
              <a:defRPr sz="2600"/>
            </a:lvl3pPr>
            <a:lvl4pPr marL="1114397" indent="0">
              <a:lnSpc>
                <a:spcPts val="3033"/>
              </a:lnSpc>
              <a:buNone/>
              <a:defRPr sz="2600"/>
            </a:lvl4pPr>
            <a:lvl5pPr marL="1485863" indent="0">
              <a:lnSpc>
                <a:spcPts val="3033"/>
              </a:lnSpc>
              <a:buNone/>
              <a:defRPr sz="2600"/>
            </a:lvl5pPr>
          </a:lstStyle>
          <a:p>
            <a:pPr lvl="0"/>
            <a:r>
              <a:rPr lang="en-US" dirty="0" err="1"/>
              <a:t>Subheadline</a:t>
            </a:r>
            <a:endParaRPr lang="en-US" dirty="0"/>
          </a:p>
        </p:txBody>
      </p:sp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490CB923-C10B-8843-96BD-089CDD8FEC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7340" y="408469"/>
            <a:ext cx="8126015" cy="360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b="1"/>
            </a:lvl1pPr>
          </a:lstStyle>
          <a:p>
            <a:r>
              <a:rPr lang="en-US" dirty="0"/>
              <a:t>Headline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10F5B12D-2AF4-7943-82B6-58CAE5E2EA97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4761672" y="1520825"/>
            <a:ext cx="3871682" cy="4392613"/>
          </a:xfrm>
        </p:spPr>
        <p:txBody>
          <a:bodyPr bIns="0"/>
          <a:lstStyle>
            <a:lvl1pPr>
              <a:spcBef>
                <a:spcPts val="0"/>
              </a:spcBef>
              <a:defRPr/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</a:lstStyle>
          <a:p>
            <a:pPr lvl="0"/>
            <a:r>
              <a:rPr lang="en-US" dirty="0"/>
              <a:t>Edit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8C49ACA3-BF1B-CC4B-A3BB-33D31F38BCC2}"/>
              </a:ext>
            </a:extLst>
          </p:cNvPr>
          <p:cNvSpPr txBox="1">
            <a:spLocks/>
          </p:cNvSpPr>
          <p:nvPr/>
        </p:nvSpPr>
        <p:spPr>
          <a:xfrm>
            <a:off x="507340" y="6255021"/>
            <a:ext cx="994500" cy="1584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457200" rtl="0" eaLnBrk="1" latinLnBrk="0" hangingPunct="1">
              <a:lnSpc>
                <a:spcPts val="1400"/>
              </a:lnSpc>
              <a:defRPr sz="1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2DA9482-6D33-6D42-929F-85F73996AD74}" type="slidenum">
              <a:rPr lang="en-US" sz="813" smtClean="0">
                <a:solidFill>
                  <a:schemeClr val="tx1"/>
                </a:solidFill>
              </a:rPr>
              <a:pPr/>
              <a:t>‹#›</a:t>
            </a:fld>
            <a:endParaRPr lang="en-US" sz="813" dirty="0">
              <a:solidFill>
                <a:schemeClr val="tx1"/>
              </a:solidFill>
            </a:endParaRPr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E3416F28-EB36-244D-969F-B2AAD26218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5732" y="6255020"/>
            <a:ext cx="2457000" cy="1584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lnSpc>
                <a:spcPts val="1138"/>
              </a:lnSpc>
              <a:defRPr sz="813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9CA7143-C689-E244-BF2A-A27878AF587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6748" t="76748"/>
          <a:stretch/>
        </p:blipFill>
        <p:spPr>
          <a:xfrm>
            <a:off x="7602654" y="5263376"/>
            <a:ext cx="2303346" cy="1594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237487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lumns graphics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F0509A0-2203-3849-AF70-C39CEDB38FA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07338" y="1520825"/>
            <a:ext cx="3871682" cy="4392613"/>
          </a:xfrm>
          <a:solidFill>
            <a:schemeClr val="accent3"/>
          </a:solidFill>
        </p:spPr>
        <p:txBody>
          <a:bodyPr lIns="108000" tIns="108000" bIns="0"/>
          <a:lstStyle>
            <a:lvl1pPr marL="0" indent="0">
              <a:lnSpc>
                <a:spcPts val="1138"/>
              </a:lnSpc>
              <a:spcBef>
                <a:spcPts val="0"/>
              </a:spcBef>
              <a:buNone/>
              <a:defRPr sz="813" b="1"/>
            </a:lvl1pPr>
            <a:lvl2pPr marL="371466" indent="0">
              <a:spcBef>
                <a:spcPts val="0"/>
              </a:spcBef>
              <a:buNone/>
              <a:defRPr/>
            </a:lvl2pPr>
            <a:lvl3pPr marL="742931" indent="0">
              <a:spcBef>
                <a:spcPts val="0"/>
              </a:spcBef>
              <a:buNone/>
              <a:defRPr/>
            </a:lvl3pPr>
            <a:lvl4pPr marL="1114397" indent="0">
              <a:spcBef>
                <a:spcPts val="0"/>
              </a:spcBef>
              <a:buNone/>
              <a:defRPr/>
            </a:lvl4pPr>
            <a:lvl5pPr marL="1485863" indent="0">
              <a:spcBef>
                <a:spcPts val="0"/>
              </a:spcBef>
              <a:buNone/>
              <a:defRPr/>
            </a:lvl5pPr>
          </a:lstStyle>
          <a:p>
            <a:pPr lvl="0"/>
            <a:r>
              <a:rPr lang="en-US" dirty="0"/>
              <a:t>Graphic area</a:t>
            </a:r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831DD792-134F-EB47-AEB2-13E30616878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7339" y="764314"/>
            <a:ext cx="8126015" cy="360000"/>
          </a:xfrm>
        </p:spPr>
        <p:txBody>
          <a:bodyPr bIns="0">
            <a:noAutofit/>
          </a:bodyPr>
          <a:lstStyle>
            <a:lvl1pPr marL="0" indent="0">
              <a:lnSpc>
                <a:spcPts val="2275"/>
              </a:lnSpc>
              <a:spcBef>
                <a:spcPts val="0"/>
              </a:spcBef>
              <a:buNone/>
              <a:defRPr sz="1950"/>
            </a:lvl1pPr>
            <a:lvl2pPr marL="371466" indent="0">
              <a:lnSpc>
                <a:spcPts val="3033"/>
              </a:lnSpc>
              <a:buNone/>
              <a:defRPr sz="2600"/>
            </a:lvl2pPr>
            <a:lvl3pPr marL="742931" indent="0">
              <a:lnSpc>
                <a:spcPts val="3033"/>
              </a:lnSpc>
              <a:buNone/>
              <a:defRPr sz="2600"/>
            </a:lvl3pPr>
            <a:lvl4pPr marL="1114397" indent="0">
              <a:lnSpc>
                <a:spcPts val="3033"/>
              </a:lnSpc>
              <a:buNone/>
              <a:defRPr sz="2600"/>
            </a:lvl4pPr>
            <a:lvl5pPr marL="1485863" indent="0">
              <a:lnSpc>
                <a:spcPts val="3033"/>
              </a:lnSpc>
              <a:buNone/>
              <a:defRPr sz="2600"/>
            </a:lvl5pPr>
          </a:lstStyle>
          <a:p>
            <a:pPr lvl="0"/>
            <a:r>
              <a:rPr lang="en-US" dirty="0" err="1"/>
              <a:t>Subheadline</a:t>
            </a:r>
            <a:endParaRPr lang="en-US" dirty="0"/>
          </a:p>
        </p:txBody>
      </p:sp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490CB923-C10B-8843-96BD-089CDD8FEC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7340" y="408469"/>
            <a:ext cx="8126015" cy="360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b="1"/>
            </a:lvl1pPr>
          </a:lstStyle>
          <a:p>
            <a:r>
              <a:rPr lang="en-US" dirty="0"/>
              <a:t>Headline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10F5B12D-2AF4-7943-82B6-58CAE5E2EA97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4761672" y="1520825"/>
            <a:ext cx="3871682" cy="4392613"/>
          </a:xfrm>
          <a:solidFill>
            <a:schemeClr val="accent3"/>
          </a:solidFill>
        </p:spPr>
        <p:txBody>
          <a:bodyPr lIns="108000" tIns="108000" bIns="0"/>
          <a:lstStyle>
            <a:lvl1pPr marL="0" indent="0">
              <a:lnSpc>
                <a:spcPts val="1138"/>
              </a:lnSpc>
              <a:spcBef>
                <a:spcPts val="0"/>
              </a:spcBef>
              <a:buNone/>
              <a:defRPr sz="813" b="1"/>
            </a:lvl1pPr>
            <a:lvl2pPr marL="371466" indent="0">
              <a:spcBef>
                <a:spcPts val="0"/>
              </a:spcBef>
              <a:buNone/>
              <a:defRPr/>
            </a:lvl2pPr>
            <a:lvl3pPr marL="742931" indent="0">
              <a:spcBef>
                <a:spcPts val="0"/>
              </a:spcBef>
              <a:buNone/>
              <a:defRPr/>
            </a:lvl3pPr>
            <a:lvl4pPr marL="1114397" indent="0">
              <a:spcBef>
                <a:spcPts val="0"/>
              </a:spcBef>
              <a:buNone/>
              <a:defRPr/>
            </a:lvl4pPr>
            <a:lvl5pPr marL="1485863" indent="0">
              <a:spcBef>
                <a:spcPts val="0"/>
              </a:spcBef>
              <a:buNone/>
              <a:defRPr/>
            </a:lvl5pPr>
          </a:lstStyle>
          <a:p>
            <a:pPr lvl="0"/>
            <a:r>
              <a:rPr lang="en-US" dirty="0"/>
              <a:t>Graphic area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A901E28D-CD8F-B245-BA10-A860299A896C}"/>
              </a:ext>
            </a:extLst>
          </p:cNvPr>
          <p:cNvSpPr txBox="1">
            <a:spLocks/>
          </p:cNvSpPr>
          <p:nvPr/>
        </p:nvSpPr>
        <p:spPr>
          <a:xfrm>
            <a:off x="507340" y="6255021"/>
            <a:ext cx="994500" cy="1584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457200" rtl="0" eaLnBrk="1" latinLnBrk="0" hangingPunct="1">
              <a:lnSpc>
                <a:spcPts val="1400"/>
              </a:lnSpc>
              <a:defRPr sz="1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2DA9482-6D33-6D42-929F-85F73996AD74}" type="slidenum">
              <a:rPr lang="en-US" sz="813" smtClean="0">
                <a:solidFill>
                  <a:schemeClr val="tx1"/>
                </a:solidFill>
              </a:rPr>
              <a:pPr/>
              <a:t>‹#›</a:t>
            </a:fld>
            <a:endParaRPr lang="en-US" sz="813" dirty="0">
              <a:solidFill>
                <a:schemeClr val="tx1"/>
              </a:solidFill>
            </a:endParaRPr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080B4A23-2F85-B044-8AB1-E5F2F18543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5732" y="6255020"/>
            <a:ext cx="2457000" cy="1584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lnSpc>
                <a:spcPts val="1138"/>
              </a:lnSpc>
              <a:defRPr sz="813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FE5F6E7-9133-7B47-A7A8-9FDA632BADE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6748" t="76748"/>
          <a:stretch/>
        </p:blipFill>
        <p:spPr>
          <a:xfrm>
            <a:off x="7602654" y="5263376"/>
            <a:ext cx="2303346" cy="1594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108197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/2 Column text + half pag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F2664F2-35D9-B741-9708-420CFC42C3F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6736" t="76736"/>
          <a:stretch/>
        </p:blipFill>
        <p:spPr>
          <a:xfrm>
            <a:off x="7601480" y="5262564"/>
            <a:ext cx="2304521" cy="1595437"/>
          </a:xfrm>
          <a:prstGeom prst="rect">
            <a:avLst/>
          </a:prstGeom>
        </p:spPr>
      </p:pic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2147E1E8-149B-8A42-9C44-9DCD345521C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763824" y="1"/>
            <a:ext cx="5142177" cy="6858000"/>
          </a:xfrm>
          <a:solidFill>
            <a:srgbClr val="CDE3FB"/>
          </a:solidFill>
        </p:spPr>
        <p:txBody>
          <a:bodyPr lIns="180000" tIns="180000" anchor="t" anchorCtr="0"/>
          <a:lstStyle>
            <a:lvl1pPr marL="0" indent="0">
              <a:buNone/>
              <a:defRPr/>
            </a:lvl1pPr>
          </a:lstStyle>
          <a:p>
            <a:r>
              <a:rPr lang="en-US" dirty="0"/>
              <a:t>Half page picture area (click on image icon) </a:t>
            </a:r>
            <a:endParaRPr lang="en-GB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42494C55-9AFF-E647-9065-F9E39D40BFE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07338" y="1520825"/>
            <a:ext cx="3871682" cy="4392613"/>
          </a:xfrm>
        </p:spPr>
        <p:txBody>
          <a:bodyPr bIns="0"/>
          <a:lstStyle>
            <a:lvl1pPr>
              <a:spcBef>
                <a:spcPts val="0"/>
              </a:spcBef>
              <a:defRPr/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</a:lstStyle>
          <a:p>
            <a:pPr lvl="0"/>
            <a:r>
              <a:rPr lang="en-US" dirty="0"/>
              <a:t>Edit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108D9FA8-6587-FA4A-88C2-AD2FC64E101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7340" y="764314"/>
            <a:ext cx="3871681" cy="360000"/>
          </a:xfrm>
        </p:spPr>
        <p:txBody>
          <a:bodyPr bIns="0">
            <a:noAutofit/>
          </a:bodyPr>
          <a:lstStyle>
            <a:lvl1pPr marL="0" indent="0">
              <a:lnSpc>
                <a:spcPts val="2275"/>
              </a:lnSpc>
              <a:spcBef>
                <a:spcPts val="0"/>
              </a:spcBef>
              <a:buNone/>
              <a:defRPr sz="1950"/>
            </a:lvl1pPr>
            <a:lvl2pPr marL="371466" indent="0">
              <a:lnSpc>
                <a:spcPts val="3033"/>
              </a:lnSpc>
              <a:buNone/>
              <a:defRPr sz="2600"/>
            </a:lvl2pPr>
            <a:lvl3pPr marL="742931" indent="0">
              <a:lnSpc>
                <a:spcPts val="3033"/>
              </a:lnSpc>
              <a:buNone/>
              <a:defRPr sz="2600"/>
            </a:lvl3pPr>
            <a:lvl4pPr marL="1114397" indent="0">
              <a:lnSpc>
                <a:spcPts val="3033"/>
              </a:lnSpc>
              <a:buNone/>
              <a:defRPr sz="2600"/>
            </a:lvl4pPr>
            <a:lvl5pPr marL="1485863" indent="0">
              <a:lnSpc>
                <a:spcPts val="3033"/>
              </a:lnSpc>
              <a:buNone/>
              <a:defRPr sz="2600"/>
            </a:lvl5pPr>
          </a:lstStyle>
          <a:p>
            <a:pPr lvl="0"/>
            <a:r>
              <a:rPr lang="en-US" dirty="0" err="1"/>
              <a:t>Subheadline</a:t>
            </a:r>
            <a:endParaRPr lang="en-US" dirty="0"/>
          </a:p>
        </p:txBody>
      </p:sp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15A96F9F-B4D6-7344-8A3C-95F4BAEFD27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7341" y="408469"/>
            <a:ext cx="3871681" cy="360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b="1"/>
            </a:lvl1pPr>
          </a:lstStyle>
          <a:p>
            <a:r>
              <a:rPr lang="en-US" dirty="0"/>
              <a:t>Headline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0BC87998-6F11-6640-85EE-2C7E938F06B9}"/>
              </a:ext>
            </a:extLst>
          </p:cNvPr>
          <p:cNvSpPr txBox="1">
            <a:spLocks/>
          </p:cNvSpPr>
          <p:nvPr/>
        </p:nvSpPr>
        <p:spPr>
          <a:xfrm>
            <a:off x="507340" y="6255021"/>
            <a:ext cx="994500" cy="1584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457200" rtl="0" eaLnBrk="1" latinLnBrk="0" hangingPunct="1">
              <a:lnSpc>
                <a:spcPts val="1400"/>
              </a:lnSpc>
              <a:defRPr sz="1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2DA9482-6D33-6D42-929F-85F73996AD74}" type="slidenum">
              <a:rPr lang="en-US" sz="813" smtClean="0">
                <a:solidFill>
                  <a:schemeClr val="tx1"/>
                </a:solidFill>
              </a:rPr>
              <a:pPr/>
              <a:t>‹#›</a:t>
            </a:fld>
            <a:endParaRPr lang="en-US" sz="813" dirty="0">
              <a:solidFill>
                <a:schemeClr val="tx1"/>
              </a:solidFill>
            </a:endParaRPr>
          </a:p>
        </p:txBody>
      </p:sp>
      <p:sp>
        <p:nvSpPr>
          <p:cNvPr id="18" name="Footer Placeholder 4">
            <a:extLst>
              <a:ext uri="{FF2B5EF4-FFF2-40B4-BE49-F238E27FC236}">
                <a16:creationId xmlns:a16="http://schemas.microsoft.com/office/drawing/2014/main" id="{888C03A6-FDD6-9141-AD80-FBACFBC6F0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5732" y="6255020"/>
            <a:ext cx="2457000" cy="1584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lnSpc>
                <a:spcPts val="1138"/>
              </a:lnSpc>
              <a:defRPr sz="813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505939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lumns text + graphics option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9711B61F-EC8D-D947-9AC2-0914DDD76D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7339" y="764314"/>
            <a:ext cx="8126015" cy="360000"/>
          </a:xfrm>
        </p:spPr>
        <p:txBody>
          <a:bodyPr bIns="0">
            <a:noAutofit/>
          </a:bodyPr>
          <a:lstStyle>
            <a:lvl1pPr marL="0" indent="0">
              <a:lnSpc>
                <a:spcPts val="2275"/>
              </a:lnSpc>
              <a:spcBef>
                <a:spcPts val="0"/>
              </a:spcBef>
              <a:buNone/>
              <a:defRPr sz="1950"/>
            </a:lvl1pPr>
            <a:lvl2pPr marL="371466" indent="0">
              <a:lnSpc>
                <a:spcPts val="3033"/>
              </a:lnSpc>
              <a:buNone/>
              <a:defRPr sz="2600"/>
            </a:lvl2pPr>
            <a:lvl3pPr marL="742931" indent="0">
              <a:lnSpc>
                <a:spcPts val="3033"/>
              </a:lnSpc>
              <a:buNone/>
              <a:defRPr sz="2600"/>
            </a:lvl3pPr>
            <a:lvl4pPr marL="1114397" indent="0">
              <a:lnSpc>
                <a:spcPts val="3033"/>
              </a:lnSpc>
              <a:buNone/>
              <a:defRPr sz="2600"/>
            </a:lvl4pPr>
            <a:lvl5pPr marL="1485863" indent="0">
              <a:lnSpc>
                <a:spcPts val="3033"/>
              </a:lnSpc>
              <a:buNone/>
              <a:defRPr sz="2600"/>
            </a:lvl5pPr>
          </a:lstStyle>
          <a:p>
            <a:pPr lvl="0"/>
            <a:r>
              <a:rPr lang="en-US" dirty="0" err="1"/>
              <a:t>Subheadline</a:t>
            </a:r>
            <a:endParaRPr lang="en-US" dirty="0"/>
          </a:p>
        </p:txBody>
      </p:sp>
      <p:sp>
        <p:nvSpPr>
          <p:cNvPr id="16" name="Title Placeholder 1">
            <a:extLst>
              <a:ext uri="{FF2B5EF4-FFF2-40B4-BE49-F238E27FC236}">
                <a16:creationId xmlns:a16="http://schemas.microsoft.com/office/drawing/2014/main" id="{72F9A669-2ACE-3641-BE36-BED8532208B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7340" y="408469"/>
            <a:ext cx="8126015" cy="360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b="1"/>
            </a:lvl1pPr>
          </a:lstStyle>
          <a:p>
            <a:r>
              <a:rPr lang="en-US" dirty="0"/>
              <a:t>Headline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C1799DC7-8784-8C4C-8E35-52AF6877FDEA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4761672" y="1520825"/>
            <a:ext cx="3871682" cy="4392613"/>
          </a:xfrm>
          <a:solidFill>
            <a:schemeClr val="accent3"/>
          </a:solidFill>
        </p:spPr>
        <p:txBody>
          <a:bodyPr lIns="108000" tIns="108000" bIns="0"/>
          <a:lstStyle>
            <a:lvl1pPr marL="0" indent="0">
              <a:lnSpc>
                <a:spcPts val="1138"/>
              </a:lnSpc>
              <a:spcBef>
                <a:spcPts val="0"/>
              </a:spcBef>
              <a:buNone/>
              <a:defRPr sz="813" b="1"/>
            </a:lvl1pPr>
            <a:lvl2pPr marL="371466" indent="0">
              <a:spcBef>
                <a:spcPts val="0"/>
              </a:spcBef>
              <a:buNone/>
              <a:defRPr/>
            </a:lvl2pPr>
            <a:lvl3pPr marL="742931" indent="0">
              <a:spcBef>
                <a:spcPts val="0"/>
              </a:spcBef>
              <a:buNone/>
              <a:defRPr/>
            </a:lvl3pPr>
            <a:lvl4pPr marL="1114397" indent="0">
              <a:spcBef>
                <a:spcPts val="0"/>
              </a:spcBef>
              <a:buNone/>
              <a:defRPr/>
            </a:lvl4pPr>
            <a:lvl5pPr marL="1485863" indent="0">
              <a:spcBef>
                <a:spcPts val="0"/>
              </a:spcBef>
              <a:buNone/>
              <a:defRPr/>
            </a:lvl5pPr>
          </a:lstStyle>
          <a:p>
            <a:pPr lvl="0"/>
            <a:r>
              <a:rPr lang="en-US" dirty="0"/>
              <a:t>Graphic area</a:t>
            </a:r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8C77B1D9-46DC-D644-B1D4-207246876B9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07338" y="1520825"/>
            <a:ext cx="3871682" cy="4392613"/>
          </a:xfrm>
        </p:spPr>
        <p:txBody>
          <a:bodyPr bIns="0"/>
          <a:lstStyle>
            <a:lvl1pPr>
              <a:spcBef>
                <a:spcPts val="0"/>
              </a:spcBef>
              <a:defRPr/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</a:lstStyle>
          <a:p>
            <a:pPr lvl="0"/>
            <a:r>
              <a:rPr lang="en-US" dirty="0"/>
              <a:t>Edit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F90C783C-C74B-5640-A767-9B2BB40664C2}"/>
              </a:ext>
            </a:extLst>
          </p:cNvPr>
          <p:cNvSpPr txBox="1">
            <a:spLocks/>
          </p:cNvSpPr>
          <p:nvPr/>
        </p:nvSpPr>
        <p:spPr>
          <a:xfrm>
            <a:off x="507340" y="6255021"/>
            <a:ext cx="994500" cy="1584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457200" rtl="0" eaLnBrk="1" latinLnBrk="0" hangingPunct="1">
              <a:lnSpc>
                <a:spcPts val="1400"/>
              </a:lnSpc>
              <a:defRPr sz="1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2DA9482-6D33-6D42-929F-85F73996AD74}" type="slidenum">
              <a:rPr lang="en-US" sz="813" smtClean="0">
                <a:solidFill>
                  <a:schemeClr val="tx1"/>
                </a:solidFill>
              </a:rPr>
              <a:pPr/>
              <a:t>‹#›</a:t>
            </a:fld>
            <a:endParaRPr lang="en-US" sz="813" dirty="0">
              <a:solidFill>
                <a:schemeClr val="tx1"/>
              </a:solidFill>
            </a:endParaRP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3F739913-91DE-4D47-A55C-3AE7E08041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5732" y="6255020"/>
            <a:ext cx="2457000" cy="1584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lnSpc>
                <a:spcPts val="1138"/>
              </a:lnSpc>
              <a:defRPr sz="813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D6EA97D-4A01-5444-AA69-AE502A2B12A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6748" t="76748"/>
          <a:stretch/>
        </p:blipFill>
        <p:spPr>
          <a:xfrm>
            <a:off x="7602654" y="5263376"/>
            <a:ext cx="2303346" cy="1594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829712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lumns text + graphics option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DB54B486-D086-3148-8424-1A0F148BCE33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507336" y="3301219"/>
            <a:ext cx="3872700" cy="2611696"/>
          </a:xfrm>
          <a:solidFill>
            <a:schemeClr val="accent3"/>
          </a:solidFill>
        </p:spPr>
        <p:txBody>
          <a:bodyPr lIns="108000" tIns="108000" bIns="0"/>
          <a:lstStyle>
            <a:lvl1pPr marL="0" indent="0">
              <a:lnSpc>
                <a:spcPts val="1138"/>
              </a:lnSpc>
              <a:spcBef>
                <a:spcPts val="0"/>
              </a:spcBef>
              <a:buNone/>
              <a:defRPr sz="813" b="1"/>
            </a:lvl1pPr>
            <a:lvl2pPr>
              <a:lnSpc>
                <a:spcPts val="1950"/>
              </a:lnSpc>
              <a:spcBef>
                <a:spcPts val="0"/>
              </a:spcBef>
              <a:defRPr sz="1463"/>
            </a:lvl2pPr>
            <a:lvl3pPr>
              <a:lnSpc>
                <a:spcPts val="1950"/>
              </a:lnSpc>
              <a:spcBef>
                <a:spcPts val="0"/>
              </a:spcBef>
              <a:defRPr sz="1463"/>
            </a:lvl3pPr>
            <a:lvl4pPr>
              <a:lnSpc>
                <a:spcPts val="1950"/>
              </a:lnSpc>
              <a:spcBef>
                <a:spcPts val="0"/>
              </a:spcBef>
              <a:defRPr sz="1463"/>
            </a:lvl4pPr>
            <a:lvl5pPr>
              <a:lnSpc>
                <a:spcPts val="1950"/>
              </a:lnSpc>
              <a:spcBef>
                <a:spcPts val="0"/>
              </a:spcBef>
              <a:defRPr sz="1463"/>
            </a:lvl5pPr>
          </a:lstStyle>
          <a:p>
            <a:pPr lvl="0"/>
            <a:r>
              <a:rPr lang="en-US" dirty="0"/>
              <a:t>Graphic area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BDD9321-31B2-5F4D-B50E-9BF83B67384F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4765542" y="3301132"/>
            <a:ext cx="3871251" cy="2612837"/>
          </a:xfrm>
          <a:solidFill>
            <a:schemeClr val="accent3"/>
          </a:solidFill>
        </p:spPr>
        <p:txBody>
          <a:bodyPr lIns="108000" tIns="108000" bIns="0"/>
          <a:lstStyle>
            <a:lvl1pPr marL="0" indent="0">
              <a:lnSpc>
                <a:spcPts val="1138"/>
              </a:lnSpc>
              <a:spcBef>
                <a:spcPts val="0"/>
              </a:spcBef>
              <a:buNone/>
              <a:defRPr sz="813" b="1"/>
            </a:lvl1pPr>
            <a:lvl2pPr>
              <a:lnSpc>
                <a:spcPts val="1950"/>
              </a:lnSpc>
              <a:spcBef>
                <a:spcPts val="0"/>
              </a:spcBef>
              <a:defRPr sz="1463"/>
            </a:lvl2pPr>
            <a:lvl3pPr>
              <a:lnSpc>
                <a:spcPts val="1950"/>
              </a:lnSpc>
              <a:spcBef>
                <a:spcPts val="0"/>
              </a:spcBef>
              <a:defRPr sz="1463"/>
            </a:lvl3pPr>
            <a:lvl4pPr>
              <a:lnSpc>
                <a:spcPts val="1950"/>
              </a:lnSpc>
              <a:spcBef>
                <a:spcPts val="0"/>
              </a:spcBef>
              <a:defRPr sz="1463"/>
            </a:lvl4pPr>
            <a:lvl5pPr>
              <a:lnSpc>
                <a:spcPts val="1950"/>
              </a:lnSpc>
              <a:spcBef>
                <a:spcPts val="0"/>
              </a:spcBef>
              <a:defRPr sz="1463"/>
            </a:lvl5pPr>
          </a:lstStyle>
          <a:p>
            <a:pPr lvl="0"/>
            <a:r>
              <a:rPr lang="en-US" dirty="0"/>
              <a:t>Graphic area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896432A6-2D9C-5A4F-B27E-3EE10FC8FC5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07338" y="1520826"/>
            <a:ext cx="3871682" cy="1614481"/>
          </a:xfrm>
        </p:spPr>
        <p:txBody>
          <a:bodyPr bIns="0"/>
          <a:lstStyle>
            <a:lvl1pPr>
              <a:spcBef>
                <a:spcPts val="0"/>
              </a:spcBef>
              <a:defRPr/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</a:lstStyle>
          <a:p>
            <a:pPr lvl="0"/>
            <a:r>
              <a:rPr lang="en-US" dirty="0"/>
              <a:t>Edit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9711B61F-EC8D-D947-9AC2-0914DDD76D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7339" y="764314"/>
            <a:ext cx="8126015" cy="360000"/>
          </a:xfrm>
        </p:spPr>
        <p:txBody>
          <a:bodyPr bIns="0">
            <a:noAutofit/>
          </a:bodyPr>
          <a:lstStyle>
            <a:lvl1pPr marL="0" indent="0">
              <a:lnSpc>
                <a:spcPts val="2275"/>
              </a:lnSpc>
              <a:spcBef>
                <a:spcPts val="0"/>
              </a:spcBef>
              <a:buNone/>
              <a:defRPr sz="1950"/>
            </a:lvl1pPr>
            <a:lvl2pPr marL="371466" indent="0">
              <a:lnSpc>
                <a:spcPts val="3033"/>
              </a:lnSpc>
              <a:buNone/>
              <a:defRPr sz="2600"/>
            </a:lvl2pPr>
            <a:lvl3pPr marL="742931" indent="0">
              <a:lnSpc>
                <a:spcPts val="3033"/>
              </a:lnSpc>
              <a:buNone/>
              <a:defRPr sz="2600"/>
            </a:lvl3pPr>
            <a:lvl4pPr marL="1114397" indent="0">
              <a:lnSpc>
                <a:spcPts val="3033"/>
              </a:lnSpc>
              <a:buNone/>
              <a:defRPr sz="2600"/>
            </a:lvl4pPr>
            <a:lvl5pPr marL="1485863" indent="0">
              <a:lnSpc>
                <a:spcPts val="3033"/>
              </a:lnSpc>
              <a:buNone/>
              <a:defRPr sz="2600"/>
            </a:lvl5pPr>
          </a:lstStyle>
          <a:p>
            <a:pPr lvl="0"/>
            <a:r>
              <a:rPr lang="en-US" dirty="0" err="1"/>
              <a:t>Subheadline</a:t>
            </a:r>
            <a:endParaRPr lang="en-US" dirty="0"/>
          </a:p>
        </p:txBody>
      </p:sp>
      <p:sp>
        <p:nvSpPr>
          <p:cNvPr id="16" name="Title Placeholder 1">
            <a:extLst>
              <a:ext uri="{FF2B5EF4-FFF2-40B4-BE49-F238E27FC236}">
                <a16:creationId xmlns:a16="http://schemas.microsoft.com/office/drawing/2014/main" id="{72F9A669-2ACE-3641-BE36-BED8532208B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7340" y="408469"/>
            <a:ext cx="8126015" cy="360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b="1"/>
            </a:lvl1pPr>
          </a:lstStyle>
          <a:p>
            <a:r>
              <a:rPr lang="en-US" dirty="0"/>
              <a:t>Headline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293A9404-7C0D-CA4D-AACF-5CE0EC1E68F4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4761672" y="1520826"/>
            <a:ext cx="3871682" cy="1614481"/>
          </a:xfrm>
        </p:spPr>
        <p:txBody>
          <a:bodyPr bIns="0"/>
          <a:lstStyle>
            <a:lvl1pPr>
              <a:spcBef>
                <a:spcPts val="0"/>
              </a:spcBef>
              <a:defRPr/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</a:lstStyle>
          <a:p>
            <a:pPr lvl="0"/>
            <a:r>
              <a:rPr lang="en-US" dirty="0"/>
              <a:t>Edit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A93EE84D-3B64-4444-A68C-AFAA65ADB404}"/>
              </a:ext>
            </a:extLst>
          </p:cNvPr>
          <p:cNvSpPr txBox="1">
            <a:spLocks/>
          </p:cNvSpPr>
          <p:nvPr/>
        </p:nvSpPr>
        <p:spPr>
          <a:xfrm>
            <a:off x="507340" y="6255021"/>
            <a:ext cx="994500" cy="1584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457200" rtl="0" eaLnBrk="1" latinLnBrk="0" hangingPunct="1">
              <a:lnSpc>
                <a:spcPts val="1400"/>
              </a:lnSpc>
              <a:defRPr sz="1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2DA9482-6D33-6D42-929F-85F73996AD74}" type="slidenum">
              <a:rPr lang="en-US" sz="813" smtClean="0">
                <a:solidFill>
                  <a:schemeClr val="tx1"/>
                </a:solidFill>
              </a:rPr>
              <a:pPr/>
              <a:t>‹#›</a:t>
            </a:fld>
            <a:endParaRPr lang="en-US" sz="813" dirty="0">
              <a:solidFill>
                <a:schemeClr val="tx1"/>
              </a:solidFill>
            </a:endParaRPr>
          </a:p>
        </p:txBody>
      </p:sp>
      <p:sp>
        <p:nvSpPr>
          <p:cNvPr id="19" name="Footer Placeholder 4">
            <a:extLst>
              <a:ext uri="{FF2B5EF4-FFF2-40B4-BE49-F238E27FC236}">
                <a16:creationId xmlns:a16="http://schemas.microsoft.com/office/drawing/2014/main" id="{DC097E44-AFEA-154B-8839-FBE2412266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5732" y="6255020"/>
            <a:ext cx="2457000" cy="1584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lnSpc>
                <a:spcPts val="1138"/>
              </a:lnSpc>
              <a:defRPr sz="813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GB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5C5971C-9451-D54D-9E96-EEFFC4454A8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6748" t="76748"/>
          <a:stretch/>
        </p:blipFill>
        <p:spPr>
          <a:xfrm>
            <a:off x="7602654" y="5263376"/>
            <a:ext cx="2303346" cy="1594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126634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lumns text + graphics option 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29DADDC-513D-8743-BE08-046E194527F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07338" y="1520825"/>
            <a:ext cx="3871682" cy="4392613"/>
          </a:xfrm>
        </p:spPr>
        <p:txBody>
          <a:bodyPr bIns="0"/>
          <a:lstStyle>
            <a:lvl1pPr>
              <a:spcBef>
                <a:spcPts val="0"/>
              </a:spcBef>
              <a:defRPr/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</a:lstStyle>
          <a:p>
            <a:pPr lvl="0"/>
            <a:r>
              <a:rPr lang="en-US" dirty="0"/>
              <a:t>Edit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A643BBE4-3238-6B4C-913B-ABC66831D91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7339" y="764314"/>
            <a:ext cx="8126015" cy="360000"/>
          </a:xfrm>
        </p:spPr>
        <p:txBody>
          <a:bodyPr bIns="0">
            <a:noAutofit/>
          </a:bodyPr>
          <a:lstStyle>
            <a:lvl1pPr marL="0" indent="0">
              <a:lnSpc>
                <a:spcPts val="2275"/>
              </a:lnSpc>
              <a:spcBef>
                <a:spcPts val="0"/>
              </a:spcBef>
              <a:buNone/>
              <a:defRPr sz="1950"/>
            </a:lvl1pPr>
            <a:lvl2pPr marL="371466" indent="0">
              <a:lnSpc>
                <a:spcPts val="3033"/>
              </a:lnSpc>
              <a:buNone/>
              <a:defRPr sz="2600"/>
            </a:lvl2pPr>
            <a:lvl3pPr marL="742931" indent="0">
              <a:lnSpc>
                <a:spcPts val="3033"/>
              </a:lnSpc>
              <a:buNone/>
              <a:defRPr sz="2600"/>
            </a:lvl3pPr>
            <a:lvl4pPr marL="1114397" indent="0">
              <a:lnSpc>
                <a:spcPts val="3033"/>
              </a:lnSpc>
              <a:buNone/>
              <a:defRPr sz="2600"/>
            </a:lvl4pPr>
            <a:lvl5pPr marL="1485863" indent="0">
              <a:lnSpc>
                <a:spcPts val="3033"/>
              </a:lnSpc>
              <a:buNone/>
              <a:defRPr sz="2600"/>
            </a:lvl5pPr>
          </a:lstStyle>
          <a:p>
            <a:pPr lvl="0"/>
            <a:r>
              <a:rPr lang="en-US" dirty="0" err="1"/>
              <a:t>Subheadline</a:t>
            </a:r>
            <a:endParaRPr lang="en-US" dirty="0"/>
          </a:p>
        </p:txBody>
      </p:sp>
      <p:sp>
        <p:nvSpPr>
          <p:cNvPr id="15" name="Title Placeholder 1">
            <a:extLst>
              <a:ext uri="{FF2B5EF4-FFF2-40B4-BE49-F238E27FC236}">
                <a16:creationId xmlns:a16="http://schemas.microsoft.com/office/drawing/2014/main" id="{002357F8-BA3F-634A-9F7D-F5D3D45B50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7340" y="408469"/>
            <a:ext cx="8126015" cy="360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b="1"/>
            </a:lvl1pPr>
          </a:lstStyle>
          <a:p>
            <a:r>
              <a:rPr lang="en-US" dirty="0"/>
              <a:t>Headline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EAD79E30-A4D5-5C45-B5F3-949A9E8F9959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4762101" y="1520825"/>
            <a:ext cx="3872700" cy="2088000"/>
          </a:xfrm>
          <a:solidFill>
            <a:schemeClr val="accent3"/>
          </a:solidFill>
        </p:spPr>
        <p:txBody>
          <a:bodyPr lIns="108000" tIns="108000" bIns="0"/>
          <a:lstStyle>
            <a:lvl1pPr marL="0" indent="0">
              <a:lnSpc>
                <a:spcPts val="1138"/>
              </a:lnSpc>
              <a:spcBef>
                <a:spcPts val="0"/>
              </a:spcBef>
              <a:buNone/>
              <a:defRPr sz="813" b="1"/>
            </a:lvl1pPr>
            <a:lvl2pPr marL="371466" indent="0">
              <a:lnSpc>
                <a:spcPts val="1950"/>
              </a:lnSpc>
              <a:spcBef>
                <a:spcPts val="0"/>
              </a:spcBef>
              <a:buNone/>
              <a:defRPr sz="1463"/>
            </a:lvl2pPr>
            <a:lvl3pPr marL="742931" indent="0">
              <a:lnSpc>
                <a:spcPts val="1950"/>
              </a:lnSpc>
              <a:spcBef>
                <a:spcPts val="0"/>
              </a:spcBef>
              <a:buNone/>
              <a:defRPr sz="1463"/>
            </a:lvl3pPr>
            <a:lvl4pPr marL="1114397" indent="0">
              <a:lnSpc>
                <a:spcPts val="1950"/>
              </a:lnSpc>
              <a:spcBef>
                <a:spcPts val="0"/>
              </a:spcBef>
              <a:buNone/>
              <a:defRPr sz="1463"/>
            </a:lvl4pPr>
            <a:lvl5pPr marL="1485863" indent="0">
              <a:lnSpc>
                <a:spcPts val="1950"/>
              </a:lnSpc>
              <a:spcBef>
                <a:spcPts val="0"/>
              </a:spcBef>
              <a:buNone/>
              <a:defRPr sz="1463"/>
            </a:lvl5pPr>
          </a:lstStyle>
          <a:p>
            <a:pPr lvl="0"/>
            <a:r>
              <a:rPr lang="en-US" dirty="0"/>
              <a:t>Graphic area</a:t>
            </a:r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5BB463CD-D141-DA43-9AA7-BB2C37137D6F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4762101" y="3820037"/>
            <a:ext cx="3872700" cy="2088000"/>
          </a:xfrm>
          <a:solidFill>
            <a:schemeClr val="accent3"/>
          </a:solidFill>
        </p:spPr>
        <p:txBody>
          <a:bodyPr lIns="108000" tIns="108000" bIns="0"/>
          <a:lstStyle>
            <a:lvl1pPr marL="0" indent="0">
              <a:lnSpc>
                <a:spcPts val="1138"/>
              </a:lnSpc>
              <a:spcBef>
                <a:spcPts val="0"/>
              </a:spcBef>
              <a:buNone/>
              <a:defRPr sz="813" b="1"/>
            </a:lvl1pPr>
            <a:lvl2pPr marL="371466" indent="0">
              <a:lnSpc>
                <a:spcPts val="1950"/>
              </a:lnSpc>
              <a:spcBef>
                <a:spcPts val="0"/>
              </a:spcBef>
              <a:buNone/>
              <a:defRPr sz="1463"/>
            </a:lvl2pPr>
            <a:lvl3pPr marL="742931" indent="0">
              <a:lnSpc>
                <a:spcPts val="1950"/>
              </a:lnSpc>
              <a:spcBef>
                <a:spcPts val="0"/>
              </a:spcBef>
              <a:buNone/>
              <a:defRPr sz="1463"/>
            </a:lvl3pPr>
            <a:lvl4pPr marL="1114397" indent="0">
              <a:lnSpc>
                <a:spcPts val="1950"/>
              </a:lnSpc>
              <a:spcBef>
                <a:spcPts val="0"/>
              </a:spcBef>
              <a:buNone/>
              <a:defRPr sz="1463"/>
            </a:lvl4pPr>
            <a:lvl5pPr marL="1485863" indent="0">
              <a:lnSpc>
                <a:spcPts val="1950"/>
              </a:lnSpc>
              <a:spcBef>
                <a:spcPts val="0"/>
              </a:spcBef>
              <a:buNone/>
              <a:defRPr sz="1463"/>
            </a:lvl5pPr>
          </a:lstStyle>
          <a:p>
            <a:pPr lvl="0"/>
            <a:r>
              <a:rPr lang="en-US" dirty="0"/>
              <a:t>Graphic area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228C300B-9BCC-A643-9309-A9F50CE71C32}"/>
              </a:ext>
            </a:extLst>
          </p:cNvPr>
          <p:cNvSpPr txBox="1">
            <a:spLocks/>
          </p:cNvSpPr>
          <p:nvPr/>
        </p:nvSpPr>
        <p:spPr>
          <a:xfrm>
            <a:off x="507340" y="6255021"/>
            <a:ext cx="994500" cy="1584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457200" rtl="0" eaLnBrk="1" latinLnBrk="0" hangingPunct="1">
              <a:lnSpc>
                <a:spcPts val="1400"/>
              </a:lnSpc>
              <a:defRPr sz="1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2DA9482-6D33-6D42-929F-85F73996AD74}" type="slidenum">
              <a:rPr lang="en-US" sz="813" smtClean="0">
                <a:solidFill>
                  <a:schemeClr val="tx1"/>
                </a:solidFill>
              </a:rPr>
              <a:pPr/>
              <a:t>‹#›</a:t>
            </a:fld>
            <a:endParaRPr lang="en-US" sz="813" dirty="0">
              <a:solidFill>
                <a:schemeClr val="tx1"/>
              </a:solidFill>
            </a:endParaRPr>
          </a:p>
        </p:txBody>
      </p:sp>
      <p:sp>
        <p:nvSpPr>
          <p:cNvPr id="18" name="Footer Placeholder 4">
            <a:extLst>
              <a:ext uri="{FF2B5EF4-FFF2-40B4-BE49-F238E27FC236}">
                <a16:creationId xmlns:a16="http://schemas.microsoft.com/office/drawing/2014/main" id="{56BAEB64-982F-4648-A4EF-E7654225A9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5732" y="6255020"/>
            <a:ext cx="2457000" cy="1584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lnSpc>
                <a:spcPts val="1138"/>
              </a:lnSpc>
              <a:defRPr sz="813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GB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751A0ED-BFED-654E-B7B6-7D048B4918C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6748" t="76748"/>
          <a:stretch/>
        </p:blipFill>
        <p:spPr>
          <a:xfrm>
            <a:off x="7602654" y="5263376"/>
            <a:ext cx="2303346" cy="1594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030319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2 Columns text + graphics option 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A643BBE4-3238-6B4C-913B-ABC66831D91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7339" y="764314"/>
            <a:ext cx="8126015" cy="360000"/>
          </a:xfrm>
        </p:spPr>
        <p:txBody>
          <a:bodyPr bIns="0">
            <a:noAutofit/>
          </a:bodyPr>
          <a:lstStyle>
            <a:lvl1pPr marL="0" indent="0">
              <a:lnSpc>
                <a:spcPts val="2275"/>
              </a:lnSpc>
              <a:spcBef>
                <a:spcPts val="0"/>
              </a:spcBef>
              <a:buNone/>
              <a:defRPr sz="1950"/>
            </a:lvl1pPr>
            <a:lvl2pPr marL="371466" indent="0">
              <a:lnSpc>
                <a:spcPts val="3033"/>
              </a:lnSpc>
              <a:buNone/>
              <a:defRPr sz="2600"/>
            </a:lvl2pPr>
            <a:lvl3pPr marL="742931" indent="0">
              <a:lnSpc>
                <a:spcPts val="3033"/>
              </a:lnSpc>
              <a:buNone/>
              <a:defRPr sz="2600"/>
            </a:lvl3pPr>
            <a:lvl4pPr marL="1114397" indent="0">
              <a:lnSpc>
                <a:spcPts val="3033"/>
              </a:lnSpc>
              <a:buNone/>
              <a:defRPr sz="2600"/>
            </a:lvl4pPr>
            <a:lvl5pPr marL="1485863" indent="0">
              <a:lnSpc>
                <a:spcPts val="3033"/>
              </a:lnSpc>
              <a:buNone/>
              <a:defRPr sz="2600"/>
            </a:lvl5pPr>
          </a:lstStyle>
          <a:p>
            <a:pPr lvl="0"/>
            <a:r>
              <a:rPr lang="en-US" dirty="0" err="1"/>
              <a:t>Subheadline</a:t>
            </a:r>
            <a:endParaRPr lang="en-US" dirty="0"/>
          </a:p>
        </p:txBody>
      </p:sp>
      <p:sp>
        <p:nvSpPr>
          <p:cNvPr id="15" name="Title Placeholder 1">
            <a:extLst>
              <a:ext uri="{FF2B5EF4-FFF2-40B4-BE49-F238E27FC236}">
                <a16:creationId xmlns:a16="http://schemas.microsoft.com/office/drawing/2014/main" id="{002357F8-BA3F-634A-9F7D-F5D3D45B50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7340" y="408469"/>
            <a:ext cx="8126015" cy="360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b="1"/>
            </a:lvl1pPr>
          </a:lstStyle>
          <a:p>
            <a:r>
              <a:rPr lang="en-US" dirty="0"/>
              <a:t>Headline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EAD79E30-A4D5-5C45-B5F3-949A9E8F9959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4762101" y="1520825"/>
            <a:ext cx="3872700" cy="2088000"/>
          </a:xfrm>
          <a:solidFill>
            <a:schemeClr val="accent3"/>
          </a:solidFill>
        </p:spPr>
        <p:txBody>
          <a:bodyPr lIns="108000" tIns="108000" bIns="0"/>
          <a:lstStyle>
            <a:lvl1pPr marL="0" indent="0">
              <a:lnSpc>
                <a:spcPts val="1138"/>
              </a:lnSpc>
              <a:spcBef>
                <a:spcPts val="0"/>
              </a:spcBef>
              <a:buNone/>
              <a:defRPr sz="813" b="1"/>
            </a:lvl1pPr>
            <a:lvl2pPr marL="371466" indent="0">
              <a:lnSpc>
                <a:spcPts val="1950"/>
              </a:lnSpc>
              <a:spcBef>
                <a:spcPts val="0"/>
              </a:spcBef>
              <a:buNone/>
              <a:defRPr sz="1463"/>
            </a:lvl2pPr>
            <a:lvl3pPr marL="742931" indent="0">
              <a:lnSpc>
                <a:spcPts val="1950"/>
              </a:lnSpc>
              <a:spcBef>
                <a:spcPts val="0"/>
              </a:spcBef>
              <a:buNone/>
              <a:defRPr sz="1463"/>
            </a:lvl3pPr>
            <a:lvl4pPr marL="1114397" indent="0">
              <a:lnSpc>
                <a:spcPts val="1950"/>
              </a:lnSpc>
              <a:spcBef>
                <a:spcPts val="0"/>
              </a:spcBef>
              <a:buNone/>
              <a:defRPr sz="1463"/>
            </a:lvl4pPr>
            <a:lvl5pPr marL="1485863" indent="0">
              <a:lnSpc>
                <a:spcPts val="1950"/>
              </a:lnSpc>
              <a:spcBef>
                <a:spcPts val="0"/>
              </a:spcBef>
              <a:buNone/>
              <a:defRPr sz="1463"/>
            </a:lvl5pPr>
          </a:lstStyle>
          <a:p>
            <a:pPr lvl="0"/>
            <a:r>
              <a:rPr lang="en-US" dirty="0"/>
              <a:t>Graphic area</a:t>
            </a:r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5BB463CD-D141-DA43-9AA7-BB2C37137D6F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4762101" y="3820037"/>
            <a:ext cx="3872700" cy="2088000"/>
          </a:xfrm>
          <a:solidFill>
            <a:schemeClr val="accent3"/>
          </a:solidFill>
        </p:spPr>
        <p:txBody>
          <a:bodyPr lIns="108000" tIns="108000" bIns="0"/>
          <a:lstStyle>
            <a:lvl1pPr marL="0" indent="0">
              <a:lnSpc>
                <a:spcPts val="1138"/>
              </a:lnSpc>
              <a:spcBef>
                <a:spcPts val="0"/>
              </a:spcBef>
              <a:buNone/>
              <a:defRPr sz="813" b="1"/>
            </a:lvl1pPr>
            <a:lvl2pPr marL="371466" indent="0">
              <a:lnSpc>
                <a:spcPts val="1950"/>
              </a:lnSpc>
              <a:spcBef>
                <a:spcPts val="0"/>
              </a:spcBef>
              <a:buNone/>
              <a:defRPr sz="1463"/>
            </a:lvl2pPr>
            <a:lvl3pPr marL="742931" indent="0">
              <a:lnSpc>
                <a:spcPts val="1950"/>
              </a:lnSpc>
              <a:spcBef>
                <a:spcPts val="0"/>
              </a:spcBef>
              <a:buNone/>
              <a:defRPr sz="1463"/>
            </a:lvl3pPr>
            <a:lvl4pPr marL="1114397" indent="0">
              <a:lnSpc>
                <a:spcPts val="1950"/>
              </a:lnSpc>
              <a:spcBef>
                <a:spcPts val="0"/>
              </a:spcBef>
              <a:buNone/>
              <a:defRPr sz="1463"/>
            </a:lvl4pPr>
            <a:lvl5pPr marL="1485863" indent="0">
              <a:lnSpc>
                <a:spcPts val="1950"/>
              </a:lnSpc>
              <a:spcBef>
                <a:spcPts val="0"/>
              </a:spcBef>
              <a:buNone/>
              <a:defRPr sz="1463"/>
            </a:lvl5pPr>
          </a:lstStyle>
          <a:p>
            <a:pPr lvl="0"/>
            <a:r>
              <a:rPr lang="en-US" dirty="0"/>
              <a:t>Graphic area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228C300B-9BCC-A643-9309-A9F50CE71C32}"/>
              </a:ext>
            </a:extLst>
          </p:cNvPr>
          <p:cNvSpPr txBox="1">
            <a:spLocks/>
          </p:cNvSpPr>
          <p:nvPr/>
        </p:nvSpPr>
        <p:spPr>
          <a:xfrm>
            <a:off x="507340" y="6255021"/>
            <a:ext cx="994500" cy="1584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457200" rtl="0" eaLnBrk="1" latinLnBrk="0" hangingPunct="1">
              <a:lnSpc>
                <a:spcPts val="1400"/>
              </a:lnSpc>
              <a:defRPr sz="1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2DA9482-6D33-6D42-929F-85F73996AD74}" type="slidenum">
              <a:rPr lang="en-US" sz="813" smtClean="0">
                <a:solidFill>
                  <a:schemeClr val="tx1"/>
                </a:solidFill>
              </a:rPr>
              <a:pPr/>
              <a:t>‹#›</a:t>
            </a:fld>
            <a:endParaRPr lang="en-US" sz="813" dirty="0">
              <a:solidFill>
                <a:schemeClr val="tx1"/>
              </a:solidFill>
            </a:endParaRP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B0C10119-CCC4-6343-BDC9-56B1D9ACE3D5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507340" y="1520825"/>
            <a:ext cx="3872700" cy="2088000"/>
          </a:xfrm>
          <a:solidFill>
            <a:schemeClr val="accent3"/>
          </a:solidFill>
        </p:spPr>
        <p:txBody>
          <a:bodyPr lIns="108000" tIns="108000" bIns="0"/>
          <a:lstStyle>
            <a:lvl1pPr marL="0" indent="0">
              <a:lnSpc>
                <a:spcPts val="1138"/>
              </a:lnSpc>
              <a:spcBef>
                <a:spcPts val="0"/>
              </a:spcBef>
              <a:buNone/>
              <a:defRPr sz="813" b="1"/>
            </a:lvl1pPr>
            <a:lvl2pPr marL="371466" indent="0">
              <a:lnSpc>
                <a:spcPts val="1950"/>
              </a:lnSpc>
              <a:spcBef>
                <a:spcPts val="0"/>
              </a:spcBef>
              <a:buNone/>
              <a:defRPr sz="1463"/>
            </a:lvl2pPr>
            <a:lvl3pPr marL="742931" indent="0">
              <a:lnSpc>
                <a:spcPts val="1950"/>
              </a:lnSpc>
              <a:spcBef>
                <a:spcPts val="0"/>
              </a:spcBef>
              <a:buNone/>
              <a:defRPr sz="1463"/>
            </a:lvl3pPr>
            <a:lvl4pPr marL="1114397" indent="0">
              <a:lnSpc>
                <a:spcPts val="1950"/>
              </a:lnSpc>
              <a:spcBef>
                <a:spcPts val="0"/>
              </a:spcBef>
              <a:buNone/>
              <a:defRPr sz="1463"/>
            </a:lvl4pPr>
            <a:lvl5pPr marL="1485863" indent="0">
              <a:lnSpc>
                <a:spcPts val="1950"/>
              </a:lnSpc>
              <a:spcBef>
                <a:spcPts val="0"/>
              </a:spcBef>
              <a:buNone/>
              <a:defRPr sz="1463"/>
            </a:lvl5pPr>
          </a:lstStyle>
          <a:p>
            <a:pPr lvl="0"/>
            <a:r>
              <a:rPr lang="en-US" dirty="0"/>
              <a:t>Graphic area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D1A3CE4B-E315-3447-9723-6DE6AD721455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507340" y="3820037"/>
            <a:ext cx="3872700" cy="2088000"/>
          </a:xfrm>
          <a:solidFill>
            <a:schemeClr val="accent3"/>
          </a:solidFill>
        </p:spPr>
        <p:txBody>
          <a:bodyPr lIns="108000" tIns="108000" bIns="0"/>
          <a:lstStyle>
            <a:lvl1pPr marL="0" indent="0">
              <a:lnSpc>
                <a:spcPts val="1138"/>
              </a:lnSpc>
              <a:spcBef>
                <a:spcPts val="0"/>
              </a:spcBef>
              <a:buNone/>
              <a:defRPr sz="813" b="1"/>
            </a:lvl1pPr>
            <a:lvl2pPr marL="371466" indent="0">
              <a:lnSpc>
                <a:spcPts val="1950"/>
              </a:lnSpc>
              <a:spcBef>
                <a:spcPts val="0"/>
              </a:spcBef>
              <a:buNone/>
              <a:defRPr sz="1463"/>
            </a:lvl2pPr>
            <a:lvl3pPr marL="742931" indent="0">
              <a:lnSpc>
                <a:spcPts val="1950"/>
              </a:lnSpc>
              <a:spcBef>
                <a:spcPts val="0"/>
              </a:spcBef>
              <a:buNone/>
              <a:defRPr sz="1463"/>
            </a:lvl3pPr>
            <a:lvl4pPr marL="1114397" indent="0">
              <a:lnSpc>
                <a:spcPts val="1950"/>
              </a:lnSpc>
              <a:spcBef>
                <a:spcPts val="0"/>
              </a:spcBef>
              <a:buNone/>
              <a:defRPr sz="1463"/>
            </a:lvl4pPr>
            <a:lvl5pPr marL="1485863" indent="0">
              <a:lnSpc>
                <a:spcPts val="1950"/>
              </a:lnSpc>
              <a:spcBef>
                <a:spcPts val="0"/>
              </a:spcBef>
              <a:buNone/>
              <a:defRPr sz="1463"/>
            </a:lvl5pPr>
          </a:lstStyle>
          <a:p>
            <a:pPr lvl="0"/>
            <a:r>
              <a:rPr lang="en-US" dirty="0"/>
              <a:t>Graphic area</a:t>
            </a:r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E7159545-EA84-0645-A86B-5676E7F0B3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5732" y="6255020"/>
            <a:ext cx="2457000" cy="1584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lnSpc>
                <a:spcPts val="1138"/>
              </a:lnSpc>
              <a:defRPr sz="813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GB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994279D-5309-1543-8A89-12CDA808380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6748" t="76748"/>
          <a:stretch/>
        </p:blipFill>
        <p:spPr>
          <a:xfrm>
            <a:off x="7602654" y="5263376"/>
            <a:ext cx="2303346" cy="1594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573630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s tex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B9B9D262-0345-C54F-BB1D-BE635FAD010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07338" y="1520825"/>
            <a:ext cx="2451564" cy="4392613"/>
          </a:xfrm>
        </p:spPr>
        <p:txBody>
          <a:bodyPr bIns="0"/>
          <a:lstStyle>
            <a:lvl1pPr>
              <a:spcBef>
                <a:spcPts val="0"/>
              </a:spcBef>
              <a:defRPr/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</a:lstStyle>
          <a:p>
            <a:pPr lvl="0"/>
            <a:r>
              <a:rPr lang="en-US" dirty="0"/>
              <a:t>Edit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67664398-9D4F-E449-A9B3-82174A1B561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7339" y="764314"/>
            <a:ext cx="8126015" cy="360000"/>
          </a:xfrm>
        </p:spPr>
        <p:txBody>
          <a:bodyPr bIns="0">
            <a:noAutofit/>
          </a:bodyPr>
          <a:lstStyle>
            <a:lvl1pPr marL="0" indent="0">
              <a:lnSpc>
                <a:spcPts val="2275"/>
              </a:lnSpc>
              <a:spcBef>
                <a:spcPts val="0"/>
              </a:spcBef>
              <a:buNone/>
              <a:defRPr sz="1950"/>
            </a:lvl1pPr>
            <a:lvl2pPr marL="371466" indent="0">
              <a:lnSpc>
                <a:spcPts val="3033"/>
              </a:lnSpc>
              <a:buNone/>
              <a:defRPr sz="2600"/>
            </a:lvl2pPr>
            <a:lvl3pPr marL="742931" indent="0">
              <a:lnSpc>
                <a:spcPts val="3033"/>
              </a:lnSpc>
              <a:buNone/>
              <a:defRPr sz="2600"/>
            </a:lvl3pPr>
            <a:lvl4pPr marL="1114397" indent="0">
              <a:lnSpc>
                <a:spcPts val="3033"/>
              </a:lnSpc>
              <a:buNone/>
              <a:defRPr sz="2600"/>
            </a:lvl4pPr>
            <a:lvl5pPr marL="1485863" indent="0">
              <a:lnSpc>
                <a:spcPts val="3033"/>
              </a:lnSpc>
              <a:buNone/>
              <a:defRPr sz="2600"/>
            </a:lvl5pPr>
          </a:lstStyle>
          <a:p>
            <a:pPr lvl="0"/>
            <a:r>
              <a:rPr lang="en-US" dirty="0" err="1"/>
              <a:t>Subheadline</a:t>
            </a:r>
            <a:endParaRPr lang="en-US" dirty="0"/>
          </a:p>
        </p:txBody>
      </p:sp>
      <p:sp>
        <p:nvSpPr>
          <p:cNvPr id="16" name="Title Placeholder 1">
            <a:extLst>
              <a:ext uri="{FF2B5EF4-FFF2-40B4-BE49-F238E27FC236}">
                <a16:creationId xmlns:a16="http://schemas.microsoft.com/office/drawing/2014/main" id="{01B51F05-A72A-844E-92BB-3A1955CE0F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7340" y="408469"/>
            <a:ext cx="8126015" cy="360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b="1"/>
            </a:lvl1pPr>
          </a:lstStyle>
          <a:p>
            <a:r>
              <a:rPr lang="en-US" dirty="0"/>
              <a:t>Headline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D55FC377-E138-7144-9960-3DAF94045090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3346285" y="1520825"/>
            <a:ext cx="2451564" cy="4392613"/>
          </a:xfrm>
        </p:spPr>
        <p:txBody>
          <a:bodyPr bIns="0"/>
          <a:lstStyle>
            <a:lvl1pPr>
              <a:spcBef>
                <a:spcPts val="0"/>
              </a:spcBef>
              <a:defRPr/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</a:lstStyle>
          <a:p>
            <a:pPr lvl="0"/>
            <a:r>
              <a:rPr lang="en-US" dirty="0"/>
              <a:t>Edit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340EC6ED-92A6-A547-891D-F851FE366BCC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6181790" y="1520825"/>
            <a:ext cx="2451564" cy="4392613"/>
          </a:xfrm>
        </p:spPr>
        <p:txBody>
          <a:bodyPr bIns="0"/>
          <a:lstStyle>
            <a:lvl1pPr>
              <a:spcBef>
                <a:spcPts val="0"/>
              </a:spcBef>
              <a:defRPr/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</a:lstStyle>
          <a:p>
            <a:pPr lvl="0"/>
            <a:r>
              <a:rPr lang="en-US" dirty="0"/>
              <a:t>Edit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EE751A36-3F2B-E649-87EF-086EADE90BD9}"/>
              </a:ext>
            </a:extLst>
          </p:cNvPr>
          <p:cNvSpPr txBox="1">
            <a:spLocks/>
          </p:cNvSpPr>
          <p:nvPr/>
        </p:nvSpPr>
        <p:spPr>
          <a:xfrm>
            <a:off x="507340" y="6255021"/>
            <a:ext cx="994500" cy="1584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457200" rtl="0" eaLnBrk="1" latinLnBrk="0" hangingPunct="1">
              <a:lnSpc>
                <a:spcPts val="1400"/>
              </a:lnSpc>
              <a:defRPr sz="1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2DA9482-6D33-6D42-929F-85F73996AD74}" type="slidenum">
              <a:rPr lang="en-US" sz="813" smtClean="0">
                <a:solidFill>
                  <a:schemeClr val="tx1"/>
                </a:solidFill>
              </a:rPr>
              <a:pPr/>
              <a:t>‹#›</a:t>
            </a:fld>
            <a:endParaRPr lang="en-US" sz="813" dirty="0">
              <a:solidFill>
                <a:schemeClr val="tx1"/>
              </a:solidFill>
            </a:endParaRPr>
          </a:p>
        </p:txBody>
      </p:sp>
      <p:sp>
        <p:nvSpPr>
          <p:cNvPr id="18" name="Footer Placeholder 4">
            <a:extLst>
              <a:ext uri="{FF2B5EF4-FFF2-40B4-BE49-F238E27FC236}">
                <a16:creationId xmlns:a16="http://schemas.microsoft.com/office/drawing/2014/main" id="{F864834B-F8B3-E145-8ACE-9293900B25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5732" y="6255020"/>
            <a:ext cx="2457000" cy="1584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lnSpc>
                <a:spcPts val="1138"/>
              </a:lnSpc>
              <a:defRPr sz="813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GB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48673CE-65CF-CA4E-A6E0-687BC5CDFEC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6748" t="76748"/>
          <a:stretch/>
        </p:blipFill>
        <p:spPr>
          <a:xfrm>
            <a:off x="7602654" y="5263376"/>
            <a:ext cx="2303346" cy="1594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166231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s graphics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B9B9D262-0345-C54F-BB1D-BE635FAD010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07338" y="1520825"/>
            <a:ext cx="2451564" cy="4392613"/>
          </a:xfrm>
          <a:solidFill>
            <a:schemeClr val="accent3"/>
          </a:solidFill>
        </p:spPr>
        <p:txBody>
          <a:bodyPr lIns="108000" tIns="108000" bIns="0"/>
          <a:lstStyle>
            <a:lvl1pPr marL="0" indent="0" algn="l">
              <a:lnSpc>
                <a:spcPts val="1138"/>
              </a:lnSpc>
              <a:spcBef>
                <a:spcPts val="0"/>
              </a:spcBef>
              <a:buFont typeface="Arial" panose="020B0604020202020204" pitchFamily="34" charset="0"/>
              <a:buNone/>
              <a:defRPr sz="813" b="1"/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</a:lstStyle>
          <a:p>
            <a:pPr lvl="0"/>
            <a:r>
              <a:rPr lang="en-US" dirty="0"/>
              <a:t>Graphic area</a:t>
            </a:r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67664398-9D4F-E449-A9B3-82174A1B561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7339" y="764314"/>
            <a:ext cx="8126015" cy="360000"/>
          </a:xfrm>
        </p:spPr>
        <p:txBody>
          <a:bodyPr bIns="0">
            <a:noAutofit/>
          </a:bodyPr>
          <a:lstStyle>
            <a:lvl1pPr marL="0" indent="0">
              <a:lnSpc>
                <a:spcPts val="2275"/>
              </a:lnSpc>
              <a:spcBef>
                <a:spcPts val="0"/>
              </a:spcBef>
              <a:buNone/>
              <a:defRPr sz="1950"/>
            </a:lvl1pPr>
            <a:lvl2pPr marL="371466" indent="0">
              <a:lnSpc>
                <a:spcPts val="3033"/>
              </a:lnSpc>
              <a:buNone/>
              <a:defRPr sz="2600"/>
            </a:lvl2pPr>
            <a:lvl3pPr marL="742931" indent="0">
              <a:lnSpc>
                <a:spcPts val="3033"/>
              </a:lnSpc>
              <a:buNone/>
              <a:defRPr sz="2600"/>
            </a:lvl3pPr>
            <a:lvl4pPr marL="1114397" indent="0">
              <a:lnSpc>
                <a:spcPts val="3033"/>
              </a:lnSpc>
              <a:buNone/>
              <a:defRPr sz="2600"/>
            </a:lvl4pPr>
            <a:lvl5pPr marL="1485863" indent="0">
              <a:lnSpc>
                <a:spcPts val="3033"/>
              </a:lnSpc>
              <a:buNone/>
              <a:defRPr sz="2600"/>
            </a:lvl5pPr>
          </a:lstStyle>
          <a:p>
            <a:pPr lvl="0"/>
            <a:r>
              <a:rPr lang="en-US" dirty="0" err="1"/>
              <a:t>Subheadline</a:t>
            </a:r>
            <a:endParaRPr lang="en-US" dirty="0"/>
          </a:p>
        </p:txBody>
      </p:sp>
      <p:sp>
        <p:nvSpPr>
          <p:cNvPr id="16" name="Title Placeholder 1">
            <a:extLst>
              <a:ext uri="{FF2B5EF4-FFF2-40B4-BE49-F238E27FC236}">
                <a16:creationId xmlns:a16="http://schemas.microsoft.com/office/drawing/2014/main" id="{01B51F05-A72A-844E-92BB-3A1955CE0F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7340" y="408469"/>
            <a:ext cx="8126015" cy="360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b="1"/>
            </a:lvl1pPr>
          </a:lstStyle>
          <a:p>
            <a:r>
              <a:rPr lang="en-US" dirty="0"/>
              <a:t>Headline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D55FC377-E138-7144-9960-3DAF94045090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3346285" y="1520825"/>
            <a:ext cx="2451564" cy="4392613"/>
          </a:xfrm>
          <a:solidFill>
            <a:schemeClr val="accent3"/>
          </a:solidFill>
        </p:spPr>
        <p:txBody>
          <a:bodyPr lIns="108000" tIns="108000" bIns="0"/>
          <a:lstStyle>
            <a:lvl1pPr marL="0" indent="0" algn="l">
              <a:lnSpc>
                <a:spcPts val="1138"/>
              </a:lnSpc>
              <a:spcBef>
                <a:spcPts val="0"/>
              </a:spcBef>
              <a:buNone/>
              <a:defRPr sz="813" b="1"/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</a:lstStyle>
          <a:p>
            <a:pPr lvl="0"/>
            <a:r>
              <a:rPr lang="en-US" dirty="0"/>
              <a:t>Graphic area</a:t>
            </a:r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340EC6ED-92A6-A547-891D-F851FE366BCC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6181790" y="1520825"/>
            <a:ext cx="2451564" cy="4392613"/>
          </a:xfrm>
          <a:solidFill>
            <a:schemeClr val="accent3"/>
          </a:solidFill>
        </p:spPr>
        <p:txBody>
          <a:bodyPr lIns="108000" tIns="108000" bIns="0"/>
          <a:lstStyle>
            <a:lvl1pPr marL="0" indent="0" algn="l">
              <a:lnSpc>
                <a:spcPts val="1138"/>
              </a:lnSpc>
              <a:spcBef>
                <a:spcPts val="0"/>
              </a:spcBef>
              <a:buNone/>
              <a:defRPr sz="813" b="1"/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</a:lstStyle>
          <a:p>
            <a:pPr lvl="0"/>
            <a:r>
              <a:rPr lang="en-US" dirty="0"/>
              <a:t>Graphic area</a:t>
            </a: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5104D9D9-5407-6D46-9C8D-92376A49602B}"/>
              </a:ext>
            </a:extLst>
          </p:cNvPr>
          <p:cNvSpPr txBox="1">
            <a:spLocks/>
          </p:cNvSpPr>
          <p:nvPr/>
        </p:nvSpPr>
        <p:spPr>
          <a:xfrm>
            <a:off x="507340" y="6255021"/>
            <a:ext cx="994500" cy="1584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457200" rtl="0" eaLnBrk="1" latinLnBrk="0" hangingPunct="1">
              <a:lnSpc>
                <a:spcPts val="1400"/>
              </a:lnSpc>
              <a:defRPr sz="1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2DA9482-6D33-6D42-929F-85F73996AD74}" type="slidenum">
              <a:rPr lang="en-US" sz="813" smtClean="0">
                <a:solidFill>
                  <a:schemeClr val="tx1"/>
                </a:solidFill>
              </a:rPr>
              <a:pPr/>
              <a:t>‹#›</a:t>
            </a:fld>
            <a:endParaRPr lang="en-US" sz="813" dirty="0">
              <a:solidFill>
                <a:schemeClr val="tx1"/>
              </a:solidFill>
            </a:endParaRPr>
          </a:p>
        </p:txBody>
      </p:sp>
      <p:sp>
        <p:nvSpPr>
          <p:cNvPr id="18" name="Footer Placeholder 4">
            <a:extLst>
              <a:ext uri="{FF2B5EF4-FFF2-40B4-BE49-F238E27FC236}">
                <a16:creationId xmlns:a16="http://schemas.microsoft.com/office/drawing/2014/main" id="{63E1E888-6D9B-BC43-9BA3-15B11D5BA0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5732" y="6255020"/>
            <a:ext cx="2457000" cy="1584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lnSpc>
                <a:spcPts val="1138"/>
              </a:lnSpc>
              <a:defRPr sz="813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GB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EFBE547-8448-2048-849C-458525C1934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6748" t="76748"/>
          <a:stretch/>
        </p:blipFill>
        <p:spPr>
          <a:xfrm>
            <a:off x="7602654" y="5263376"/>
            <a:ext cx="2303346" cy="1594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016400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s text + graphics option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FAFCA2F8-8D50-6549-84FB-0CC333A3EF9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07338" y="1520825"/>
            <a:ext cx="2451564" cy="4392613"/>
          </a:xfrm>
        </p:spPr>
        <p:txBody>
          <a:bodyPr bIns="0"/>
          <a:lstStyle>
            <a:lvl1pPr>
              <a:spcBef>
                <a:spcPts val="0"/>
              </a:spcBef>
              <a:defRPr/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</a:lstStyle>
          <a:p>
            <a:pPr lvl="0"/>
            <a:r>
              <a:rPr lang="en-US" dirty="0"/>
              <a:t>Edit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86162FEE-DCCC-EF4C-AE98-ED5B841C45B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7339" y="764314"/>
            <a:ext cx="8126015" cy="360000"/>
          </a:xfrm>
        </p:spPr>
        <p:txBody>
          <a:bodyPr bIns="0">
            <a:noAutofit/>
          </a:bodyPr>
          <a:lstStyle>
            <a:lvl1pPr marL="0" indent="0">
              <a:lnSpc>
                <a:spcPts val="2275"/>
              </a:lnSpc>
              <a:spcBef>
                <a:spcPts val="0"/>
              </a:spcBef>
              <a:buNone/>
              <a:defRPr sz="1950"/>
            </a:lvl1pPr>
            <a:lvl2pPr marL="371466" indent="0">
              <a:lnSpc>
                <a:spcPts val="3033"/>
              </a:lnSpc>
              <a:buNone/>
              <a:defRPr sz="2600"/>
            </a:lvl2pPr>
            <a:lvl3pPr marL="742931" indent="0">
              <a:lnSpc>
                <a:spcPts val="3033"/>
              </a:lnSpc>
              <a:buNone/>
              <a:defRPr sz="2600"/>
            </a:lvl3pPr>
            <a:lvl4pPr marL="1114397" indent="0">
              <a:lnSpc>
                <a:spcPts val="3033"/>
              </a:lnSpc>
              <a:buNone/>
              <a:defRPr sz="2600"/>
            </a:lvl4pPr>
            <a:lvl5pPr marL="1485863" indent="0">
              <a:lnSpc>
                <a:spcPts val="3033"/>
              </a:lnSpc>
              <a:buNone/>
              <a:defRPr sz="2600"/>
            </a:lvl5pPr>
          </a:lstStyle>
          <a:p>
            <a:pPr lvl="0"/>
            <a:r>
              <a:rPr lang="en-US" dirty="0" err="1"/>
              <a:t>Subheadline</a:t>
            </a:r>
            <a:endParaRPr lang="en-US" dirty="0"/>
          </a:p>
        </p:txBody>
      </p:sp>
      <p:sp>
        <p:nvSpPr>
          <p:cNvPr id="18" name="Title Placeholder 1">
            <a:extLst>
              <a:ext uri="{FF2B5EF4-FFF2-40B4-BE49-F238E27FC236}">
                <a16:creationId xmlns:a16="http://schemas.microsoft.com/office/drawing/2014/main" id="{7F9BCC3E-07ED-314B-B316-7DBE9B9374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7340" y="408469"/>
            <a:ext cx="8126015" cy="360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b="1"/>
            </a:lvl1pPr>
          </a:lstStyle>
          <a:p>
            <a:r>
              <a:rPr lang="en-US" dirty="0"/>
              <a:t>Headline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F5FB026D-3945-054C-8DE7-88368E99507A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3346285" y="1520825"/>
            <a:ext cx="2451564" cy="4392613"/>
          </a:xfrm>
        </p:spPr>
        <p:txBody>
          <a:bodyPr bIns="0"/>
          <a:lstStyle>
            <a:lvl1pPr>
              <a:spcBef>
                <a:spcPts val="0"/>
              </a:spcBef>
              <a:defRPr/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</a:lstStyle>
          <a:p>
            <a:pPr lvl="0"/>
            <a:r>
              <a:rPr lang="en-US" dirty="0"/>
              <a:t>Edit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2AC387DF-2AF8-224A-AED1-8D3D04BC31DD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6181790" y="1520825"/>
            <a:ext cx="2451564" cy="4392613"/>
          </a:xfrm>
          <a:solidFill>
            <a:schemeClr val="accent3"/>
          </a:solidFill>
        </p:spPr>
        <p:txBody>
          <a:bodyPr lIns="108000" tIns="108000" bIns="0"/>
          <a:lstStyle>
            <a:lvl1pPr marL="0" indent="0" algn="l">
              <a:lnSpc>
                <a:spcPts val="1138"/>
              </a:lnSpc>
              <a:spcBef>
                <a:spcPts val="0"/>
              </a:spcBef>
              <a:buNone/>
              <a:defRPr sz="813" b="1"/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</a:lstStyle>
          <a:p>
            <a:pPr lvl="0"/>
            <a:r>
              <a:rPr lang="en-US" dirty="0"/>
              <a:t>Graphic area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A30C0E56-4D0F-E048-A941-575CCFFFBE6A}"/>
              </a:ext>
            </a:extLst>
          </p:cNvPr>
          <p:cNvSpPr txBox="1">
            <a:spLocks/>
          </p:cNvSpPr>
          <p:nvPr/>
        </p:nvSpPr>
        <p:spPr>
          <a:xfrm>
            <a:off x="507340" y="6255021"/>
            <a:ext cx="994500" cy="1584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457200" rtl="0" eaLnBrk="1" latinLnBrk="0" hangingPunct="1">
              <a:lnSpc>
                <a:spcPts val="1400"/>
              </a:lnSpc>
              <a:defRPr sz="1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2DA9482-6D33-6D42-929F-85F73996AD74}" type="slidenum">
              <a:rPr lang="en-US" sz="813" smtClean="0">
                <a:solidFill>
                  <a:schemeClr val="tx1"/>
                </a:solidFill>
              </a:rPr>
              <a:pPr/>
              <a:t>‹#›</a:t>
            </a:fld>
            <a:endParaRPr lang="en-US" sz="813" dirty="0">
              <a:solidFill>
                <a:schemeClr val="tx1"/>
              </a:solidFill>
            </a:endParaRP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1F29CA9-211B-F44A-A8D2-C4516C61D5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5732" y="6255020"/>
            <a:ext cx="2457000" cy="1584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lnSpc>
                <a:spcPts val="1138"/>
              </a:lnSpc>
              <a:defRPr sz="813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GB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0A1B421-13F5-C34A-9792-D126E64C1E9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6748" t="76748"/>
          <a:stretch/>
        </p:blipFill>
        <p:spPr>
          <a:xfrm>
            <a:off x="7602654" y="5263376"/>
            <a:ext cx="2303346" cy="1594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11944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s text + graphics option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FAFCA2F8-8D50-6549-84FB-0CC333A3EF9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07338" y="1520825"/>
            <a:ext cx="2451564" cy="4392613"/>
          </a:xfrm>
        </p:spPr>
        <p:txBody>
          <a:bodyPr bIns="0"/>
          <a:lstStyle>
            <a:lvl1pPr>
              <a:spcBef>
                <a:spcPts val="0"/>
              </a:spcBef>
              <a:defRPr/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</a:lstStyle>
          <a:p>
            <a:pPr lvl="0"/>
            <a:r>
              <a:rPr lang="en-US" dirty="0"/>
              <a:t>Edit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86162FEE-DCCC-EF4C-AE98-ED5B841C45B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7339" y="764314"/>
            <a:ext cx="8126015" cy="360000"/>
          </a:xfrm>
        </p:spPr>
        <p:txBody>
          <a:bodyPr bIns="0">
            <a:noAutofit/>
          </a:bodyPr>
          <a:lstStyle>
            <a:lvl1pPr marL="0" indent="0">
              <a:lnSpc>
                <a:spcPts val="2275"/>
              </a:lnSpc>
              <a:spcBef>
                <a:spcPts val="0"/>
              </a:spcBef>
              <a:buNone/>
              <a:defRPr sz="1950"/>
            </a:lvl1pPr>
            <a:lvl2pPr marL="371466" indent="0">
              <a:lnSpc>
                <a:spcPts val="3033"/>
              </a:lnSpc>
              <a:buNone/>
              <a:defRPr sz="2600"/>
            </a:lvl2pPr>
            <a:lvl3pPr marL="742931" indent="0">
              <a:lnSpc>
                <a:spcPts val="3033"/>
              </a:lnSpc>
              <a:buNone/>
              <a:defRPr sz="2600"/>
            </a:lvl3pPr>
            <a:lvl4pPr marL="1114397" indent="0">
              <a:lnSpc>
                <a:spcPts val="3033"/>
              </a:lnSpc>
              <a:buNone/>
              <a:defRPr sz="2600"/>
            </a:lvl4pPr>
            <a:lvl5pPr marL="1485863" indent="0">
              <a:lnSpc>
                <a:spcPts val="3033"/>
              </a:lnSpc>
              <a:buNone/>
              <a:defRPr sz="2600"/>
            </a:lvl5pPr>
          </a:lstStyle>
          <a:p>
            <a:pPr lvl="0"/>
            <a:r>
              <a:rPr lang="en-US" dirty="0" err="1"/>
              <a:t>Subheadline</a:t>
            </a:r>
            <a:endParaRPr lang="en-US" dirty="0"/>
          </a:p>
        </p:txBody>
      </p:sp>
      <p:sp>
        <p:nvSpPr>
          <p:cNvPr id="18" name="Title Placeholder 1">
            <a:extLst>
              <a:ext uri="{FF2B5EF4-FFF2-40B4-BE49-F238E27FC236}">
                <a16:creationId xmlns:a16="http://schemas.microsoft.com/office/drawing/2014/main" id="{7F9BCC3E-07ED-314B-B316-7DBE9B9374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7340" y="408469"/>
            <a:ext cx="8126015" cy="360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b="1"/>
            </a:lvl1pPr>
          </a:lstStyle>
          <a:p>
            <a:r>
              <a:rPr lang="en-US" dirty="0"/>
              <a:t>Headline</a:t>
            </a:r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2AC387DF-2AF8-224A-AED1-8D3D04BC31DD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6181790" y="1520825"/>
            <a:ext cx="2451564" cy="4392613"/>
          </a:xfrm>
          <a:solidFill>
            <a:schemeClr val="accent3"/>
          </a:solidFill>
        </p:spPr>
        <p:txBody>
          <a:bodyPr lIns="108000" tIns="108000" bIns="0"/>
          <a:lstStyle>
            <a:lvl1pPr marL="0" indent="0" algn="l">
              <a:lnSpc>
                <a:spcPts val="1138"/>
              </a:lnSpc>
              <a:spcBef>
                <a:spcPts val="0"/>
              </a:spcBef>
              <a:buNone/>
              <a:defRPr sz="813" b="1"/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</a:lstStyle>
          <a:p>
            <a:pPr lvl="0"/>
            <a:r>
              <a:rPr lang="en-US" dirty="0"/>
              <a:t>Graphic area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411CAE15-C5EB-3D4B-A338-A8DFD867076D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3346285" y="1520825"/>
            <a:ext cx="2451564" cy="4392613"/>
          </a:xfrm>
          <a:solidFill>
            <a:schemeClr val="accent3"/>
          </a:solidFill>
        </p:spPr>
        <p:txBody>
          <a:bodyPr lIns="108000" tIns="108000" bIns="0"/>
          <a:lstStyle>
            <a:lvl1pPr marL="0" indent="0" algn="l">
              <a:lnSpc>
                <a:spcPts val="1138"/>
              </a:lnSpc>
              <a:spcBef>
                <a:spcPts val="0"/>
              </a:spcBef>
              <a:buNone/>
              <a:defRPr sz="813" b="1"/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</a:lstStyle>
          <a:p>
            <a:pPr lvl="0"/>
            <a:r>
              <a:rPr lang="en-US" dirty="0"/>
              <a:t>Graphic area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74469F5C-298B-454F-B926-D3E03E23951A}"/>
              </a:ext>
            </a:extLst>
          </p:cNvPr>
          <p:cNvSpPr txBox="1">
            <a:spLocks/>
          </p:cNvSpPr>
          <p:nvPr/>
        </p:nvSpPr>
        <p:spPr>
          <a:xfrm>
            <a:off x="507340" y="6255021"/>
            <a:ext cx="994500" cy="1584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457200" rtl="0" eaLnBrk="1" latinLnBrk="0" hangingPunct="1">
              <a:lnSpc>
                <a:spcPts val="1400"/>
              </a:lnSpc>
              <a:defRPr sz="1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2DA9482-6D33-6D42-929F-85F73996AD74}" type="slidenum">
              <a:rPr lang="en-US" sz="813" smtClean="0">
                <a:solidFill>
                  <a:schemeClr val="tx1"/>
                </a:solidFill>
              </a:rPr>
              <a:pPr/>
              <a:t>‹#›</a:t>
            </a:fld>
            <a:endParaRPr lang="en-US" sz="813" dirty="0">
              <a:solidFill>
                <a:schemeClr val="tx1"/>
              </a:solidFill>
            </a:endParaRPr>
          </a:p>
        </p:txBody>
      </p:sp>
      <p:sp>
        <p:nvSpPr>
          <p:cNvPr id="19" name="Footer Placeholder 4">
            <a:extLst>
              <a:ext uri="{FF2B5EF4-FFF2-40B4-BE49-F238E27FC236}">
                <a16:creationId xmlns:a16="http://schemas.microsoft.com/office/drawing/2014/main" id="{9360CFE9-4D3B-994D-AC24-C63B0EFFDE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5732" y="6255020"/>
            <a:ext cx="2457000" cy="1584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lnSpc>
                <a:spcPts val="1138"/>
              </a:lnSpc>
              <a:defRPr sz="813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GB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62A0B97-C84F-E341-8F29-604DDCF5847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6748" t="76748"/>
          <a:stretch/>
        </p:blipFill>
        <p:spPr>
          <a:xfrm>
            <a:off x="7602654" y="5263376"/>
            <a:ext cx="2303346" cy="1594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773464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s text + graphics option 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FAFCA2F8-8D50-6549-84FB-0CC333A3EF9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07338" y="1520825"/>
            <a:ext cx="2451564" cy="4392613"/>
          </a:xfrm>
        </p:spPr>
        <p:txBody>
          <a:bodyPr bIns="0"/>
          <a:lstStyle>
            <a:lvl1pPr>
              <a:spcBef>
                <a:spcPts val="0"/>
              </a:spcBef>
              <a:defRPr/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</a:lstStyle>
          <a:p>
            <a:pPr lvl="0"/>
            <a:r>
              <a:rPr lang="en-US" dirty="0"/>
              <a:t>Edit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86162FEE-DCCC-EF4C-AE98-ED5B841C45B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7339" y="764314"/>
            <a:ext cx="8126015" cy="360000"/>
          </a:xfrm>
        </p:spPr>
        <p:txBody>
          <a:bodyPr bIns="0">
            <a:noAutofit/>
          </a:bodyPr>
          <a:lstStyle>
            <a:lvl1pPr marL="0" indent="0">
              <a:lnSpc>
                <a:spcPts val="2275"/>
              </a:lnSpc>
              <a:spcBef>
                <a:spcPts val="0"/>
              </a:spcBef>
              <a:buNone/>
              <a:defRPr sz="1950"/>
            </a:lvl1pPr>
            <a:lvl2pPr marL="371466" indent="0">
              <a:lnSpc>
                <a:spcPts val="3033"/>
              </a:lnSpc>
              <a:buNone/>
              <a:defRPr sz="2600"/>
            </a:lvl2pPr>
            <a:lvl3pPr marL="742931" indent="0">
              <a:lnSpc>
                <a:spcPts val="3033"/>
              </a:lnSpc>
              <a:buNone/>
              <a:defRPr sz="2600"/>
            </a:lvl3pPr>
            <a:lvl4pPr marL="1114397" indent="0">
              <a:lnSpc>
                <a:spcPts val="3033"/>
              </a:lnSpc>
              <a:buNone/>
              <a:defRPr sz="2600"/>
            </a:lvl4pPr>
            <a:lvl5pPr marL="1485863" indent="0">
              <a:lnSpc>
                <a:spcPts val="3033"/>
              </a:lnSpc>
              <a:buNone/>
              <a:defRPr sz="2600"/>
            </a:lvl5pPr>
          </a:lstStyle>
          <a:p>
            <a:pPr lvl="0"/>
            <a:r>
              <a:rPr lang="en-US" dirty="0" err="1"/>
              <a:t>Subheadline</a:t>
            </a:r>
            <a:endParaRPr lang="en-US" dirty="0"/>
          </a:p>
        </p:txBody>
      </p:sp>
      <p:sp>
        <p:nvSpPr>
          <p:cNvPr id="18" name="Title Placeholder 1">
            <a:extLst>
              <a:ext uri="{FF2B5EF4-FFF2-40B4-BE49-F238E27FC236}">
                <a16:creationId xmlns:a16="http://schemas.microsoft.com/office/drawing/2014/main" id="{7F9BCC3E-07ED-314B-B316-7DBE9B9374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7340" y="408469"/>
            <a:ext cx="8126015" cy="360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b="1"/>
            </a:lvl1pPr>
          </a:lstStyle>
          <a:p>
            <a:r>
              <a:rPr lang="en-US" dirty="0"/>
              <a:t>Headline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F5FB026D-3945-054C-8DE7-88368E99507A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3346285" y="1520825"/>
            <a:ext cx="2451564" cy="4392613"/>
          </a:xfrm>
        </p:spPr>
        <p:txBody>
          <a:bodyPr bIns="0"/>
          <a:lstStyle>
            <a:lvl1pPr>
              <a:spcBef>
                <a:spcPts val="0"/>
              </a:spcBef>
              <a:defRPr/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</a:lstStyle>
          <a:p>
            <a:pPr lvl="0"/>
            <a:r>
              <a:rPr lang="en-US" dirty="0"/>
              <a:t>Edit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F7677667-C063-7945-82A1-A60F6E68E8ED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6183511" y="1520825"/>
            <a:ext cx="2451290" cy="2088000"/>
          </a:xfrm>
          <a:solidFill>
            <a:schemeClr val="accent3"/>
          </a:solidFill>
        </p:spPr>
        <p:txBody>
          <a:bodyPr lIns="108000" tIns="108000" bIns="0"/>
          <a:lstStyle>
            <a:lvl1pPr marL="0" indent="0">
              <a:lnSpc>
                <a:spcPts val="1138"/>
              </a:lnSpc>
              <a:spcBef>
                <a:spcPts val="0"/>
              </a:spcBef>
              <a:buNone/>
              <a:defRPr sz="813" b="1"/>
            </a:lvl1pPr>
            <a:lvl2pPr marL="371466" indent="0">
              <a:lnSpc>
                <a:spcPts val="1950"/>
              </a:lnSpc>
              <a:spcBef>
                <a:spcPts val="0"/>
              </a:spcBef>
              <a:buNone/>
              <a:defRPr sz="1463"/>
            </a:lvl2pPr>
            <a:lvl3pPr marL="742931" indent="0">
              <a:lnSpc>
                <a:spcPts val="1950"/>
              </a:lnSpc>
              <a:spcBef>
                <a:spcPts val="0"/>
              </a:spcBef>
              <a:buNone/>
              <a:defRPr sz="1463"/>
            </a:lvl3pPr>
            <a:lvl4pPr marL="1114397" indent="0">
              <a:lnSpc>
                <a:spcPts val="1950"/>
              </a:lnSpc>
              <a:spcBef>
                <a:spcPts val="0"/>
              </a:spcBef>
              <a:buNone/>
              <a:defRPr sz="1463"/>
            </a:lvl4pPr>
            <a:lvl5pPr marL="1485863" indent="0">
              <a:lnSpc>
                <a:spcPts val="1950"/>
              </a:lnSpc>
              <a:spcBef>
                <a:spcPts val="0"/>
              </a:spcBef>
              <a:buNone/>
              <a:defRPr sz="1463"/>
            </a:lvl5pPr>
          </a:lstStyle>
          <a:p>
            <a:pPr lvl="0"/>
            <a:r>
              <a:rPr lang="en-US" dirty="0"/>
              <a:t>Graphic area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709A5C2C-579D-8745-BE3E-EFB3950341ED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6183511" y="3820037"/>
            <a:ext cx="2451290" cy="2088000"/>
          </a:xfrm>
          <a:solidFill>
            <a:schemeClr val="accent3"/>
          </a:solidFill>
        </p:spPr>
        <p:txBody>
          <a:bodyPr lIns="108000" tIns="108000" bIns="0"/>
          <a:lstStyle>
            <a:lvl1pPr marL="0" indent="0">
              <a:lnSpc>
                <a:spcPts val="1138"/>
              </a:lnSpc>
              <a:spcBef>
                <a:spcPts val="0"/>
              </a:spcBef>
              <a:buNone/>
              <a:defRPr sz="813" b="1"/>
            </a:lvl1pPr>
            <a:lvl2pPr marL="371466" indent="0">
              <a:lnSpc>
                <a:spcPts val="1950"/>
              </a:lnSpc>
              <a:spcBef>
                <a:spcPts val="0"/>
              </a:spcBef>
              <a:buNone/>
              <a:defRPr sz="1463"/>
            </a:lvl2pPr>
            <a:lvl3pPr marL="742931" indent="0">
              <a:lnSpc>
                <a:spcPts val="1950"/>
              </a:lnSpc>
              <a:spcBef>
                <a:spcPts val="0"/>
              </a:spcBef>
              <a:buNone/>
              <a:defRPr sz="1463"/>
            </a:lvl3pPr>
            <a:lvl4pPr marL="1114397" indent="0">
              <a:lnSpc>
                <a:spcPts val="1950"/>
              </a:lnSpc>
              <a:spcBef>
                <a:spcPts val="0"/>
              </a:spcBef>
              <a:buNone/>
              <a:defRPr sz="1463"/>
            </a:lvl4pPr>
            <a:lvl5pPr marL="1485863" indent="0">
              <a:lnSpc>
                <a:spcPts val="1950"/>
              </a:lnSpc>
              <a:spcBef>
                <a:spcPts val="0"/>
              </a:spcBef>
              <a:buNone/>
              <a:defRPr sz="1463"/>
            </a:lvl5pPr>
          </a:lstStyle>
          <a:p>
            <a:pPr lvl="0"/>
            <a:r>
              <a:rPr lang="en-US" dirty="0"/>
              <a:t>Graphic area</a:t>
            </a: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DC658DAF-63FD-5A4E-97DF-015AFD8232BF}"/>
              </a:ext>
            </a:extLst>
          </p:cNvPr>
          <p:cNvSpPr txBox="1">
            <a:spLocks/>
          </p:cNvSpPr>
          <p:nvPr/>
        </p:nvSpPr>
        <p:spPr>
          <a:xfrm>
            <a:off x="507340" y="6255021"/>
            <a:ext cx="994500" cy="1584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457200" rtl="0" eaLnBrk="1" latinLnBrk="0" hangingPunct="1">
              <a:lnSpc>
                <a:spcPts val="1400"/>
              </a:lnSpc>
              <a:defRPr sz="1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2DA9482-6D33-6D42-929F-85F73996AD74}" type="slidenum">
              <a:rPr lang="en-US" sz="813" smtClean="0">
                <a:solidFill>
                  <a:schemeClr val="tx1"/>
                </a:solidFill>
              </a:rPr>
              <a:pPr/>
              <a:t>‹#›</a:t>
            </a:fld>
            <a:endParaRPr lang="en-US" sz="813" dirty="0">
              <a:solidFill>
                <a:schemeClr val="tx1"/>
              </a:solidFill>
            </a:endParaRPr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18A29FC0-FCF2-9046-9D44-65ECF47F9D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5732" y="6255020"/>
            <a:ext cx="2457000" cy="1584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lnSpc>
                <a:spcPts val="1138"/>
              </a:lnSpc>
              <a:defRPr sz="813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GB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C36E599-F0E7-5442-8EE3-ED8B1294971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6748" t="76748"/>
          <a:stretch/>
        </p:blipFill>
        <p:spPr>
          <a:xfrm>
            <a:off x="7602654" y="5263376"/>
            <a:ext cx="2303346" cy="1594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176189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s text + graphics option 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09A948EA-A30E-E049-8C2A-1DE139C05966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507336" y="3301219"/>
            <a:ext cx="2451566" cy="2611696"/>
          </a:xfrm>
          <a:solidFill>
            <a:schemeClr val="accent3"/>
          </a:solidFill>
        </p:spPr>
        <p:txBody>
          <a:bodyPr lIns="108000" tIns="108000" bIns="0"/>
          <a:lstStyle>
            <a:lvl1pPr marL="0" indent="0">
              <a:lnSpc>
                <a:spcPts val="1138"/>
              </a:lnSpc>
              <a:spcBef>
                <a:spcPts val="0"/>
              </a:spcBef>
              <a:buNone/>
              <a:defRPr sz="813" b="1"/>
            </a:lvl1pPr>
            <a:lvl2pPr>
              <a:lnSpc>
                <a:spcPts val="1950"/>
              </a:lnSpc>
              <a:spcBef>
                <a:spcPts val="0"/>
              </a:spcBef>
              <a:defRPr sz="1463"/>
            </a:lvl2pPr>
            <a:lvl3pPr>
              <a:lnSpc>
                <a:spcPts val="1950"/>
              </a:lnSpc>
              <a:spcBef>
                <a:spcPts val="0"/>
              </a:spcBef>
              <a:defRPr sz="1463"/>
            </a:lvl3pPr>
            <a:lvl4pPr>
              <a:lnSpc>
                <a:spcPts val="1950"/>
              </a:lnSpc>
              <a:spcBef>
                <a:spcPts val="0"/>
              </a:spcBef>
              <a:defRPr sz="1463"/>
            </a:lvl4pPr>
            <a:lvl5pPr>
              <a:lnSpc>
                <a:spcPts val="1950"/>
              </a:lnSpc>
              <a:spcBef>
                <a:spcPts val="0"/>
              </a:spcBef>
              <a:defRPr sz="1463"/>
            </a:lvl5pPr>
          </a:lstStyle>
          <a:p>
            <a:pPr lvl="0"/>
            <a:r>
              <a:rPr lang="en-US" dirty="0"/>
              <a:t>Graphic area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739AE807-1EC5-7F46-B94D-FE942074E1A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07338" y="1520826"/>
            <a:ext cx="2450922" cy="1614481"/>
          </a:xfrm>
        </p:spPr>
        <p:txBody>
          <a:bodyPr bIns="0"/>
          <a:lstStyle>
            <a:lvl1pPr>
              <a:spcBef>
                <a:spcPts val="0"/>
              </a:spcBef>
              <a:defRPr/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</a:lstStyle>
          <a:p>
            <a:pPr lvl="0"/>
            <a:r>
              <a:rPr lang="en-US" dirty="0"/>
              <a:t>Edit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0" name="Text Placeholder 13">
            <a:extLst>
              <a:ext uri="{FF2B5EF4-FFF2-40B4-BE49-F238E27FC236}">
                <a16:creationId xmlns:a16="http://schemas.microsoft.com/office/drawing/2014/main" id="{1D4E2DC7-1584-7D41-AAFA-5AC6B5AEF99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7339" y="764314"/>
            <a:ext cx="8126015" cy="360000"/>
          </a:xfrm>
        </p:spPr>
        <p:txBody>
          <a:bodyPr bIns="0">
            <a:noAutofit/>
          </a:bodyPr>
          <a:lstStyle>
            <a:lvl1pPr marL="0" indent="0">
              <a:lnSpc>
                <a:spcPts val="2275"/>
              </a:lnSpc>
              <a:spcBef>
                <a:spcPts val="0"/>
              </a:spcBef>
              <a:buNone/>
              <a:defRPr sz="1950"/>
            </a:lvl1pPr>
            <a:lvl2pPr marL="371466" indent="0">
              <a:lnSpc>
                <a:spcPts val="3033"/>
              </a:lnSpc>
              <a:buNone/>
              <a:defRPr sz="2600"/>
            </a:lvl2pPr>
            <a:lvl3pPr marL="742931" indent="0">
              <a:lnSpc>
                <a:spcPts val="3033"/>
              </a:lnSpc>
              <a:buNone/>
              <a:defRPr sz="2600"/>
            </a:lvl3pPr>
            <a:lvl4pPr marL="1114397" indent="0">
              <a:lnSpc>
                <a:spcPts val="3033"/>
              </a:lnSpc>
              <a:buNone/>
              <a:defRPr sz="2600"/>
            </a:lvl4pPr>
            <a:lvl5pPr marL="1485863" indent="0">
              <a:lnSpc>
                <a:spcPts val="3033"/>
              </a:lnSpc>
              <a:buNone/>
              <a:defRPr sz="2600"/>
            </a:lvl5pPr>
          </a:lstStyle>
          <a:p>
            <a:pPr lvl="0"/>
            <a:r>
              <a:rPr lang="en-US" dirty="0" err="1"/>
              <a:t>Subheadline</a:t>
            </a:r>
            <a:endParaRPr lang="en-US" dirty="0"/>
          </a:p>
        </p:txBody>
      </p:sp>
      <p:sp>
        <p:nvSpPr>
          <p:cNvPr id="21" name="Title Placeholder 1">
            <a:extLst>
              <a:ext uri="{FF2B5EF4-FFF2-40B4-BE49-F238E27FC236}">
                <a16:creationId xmlns:a16="http://schemas.microsoft.com/office/drawing/2014/main" id="{2EFC3306-CB67-C549-B511-A431225DA2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7340" y="408469"/>
            <a:ext cx="8126015" cy="360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b="1"/>
            </a:lvl1pPr>
          </a:lstStyle>
          <a:p>
            <a:r>
              <a:rPr lang="en-US" dirty="0"/>
              <a:t>Headline</a:t>
            </a:r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155C0644-875C-3E4B-B85B-530CEDBA2D09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3344993" y="3301219"/>
            <a:ext cx="2451566" cy="2611696"/>
          </a:xfrm>
          <a:solidFill>
            <a:schemeClr val="accent3"/>
          </a:solidFill>
        </p:spPr>
        <p:txBody>
          <a:bodyPr lIns="108000" tIns="108000" bIns="0"/>
          <a:lstStyle>
            <a:lvl1pPr marL="0" indent="0">
              <a:lnSpc>
                <a:spcPts val="1138"/>
              </a:lnSpc>
              <a:spcBef>
                <a:spcPts val="0"/>
              </a:spcBef>
              <a:buNone/>
              <a:defRPr sz="813" b="1"/>
            </a:lvl1pPr>
            <a:lvl2pPr>
              <a:lnSpc>
                <a:spcPts val="1950"/>
              </a:lnSpc>
              <a:spcBef>
                <a:spcPts val="0"/>
              </a:spcBef>
              <a:defRPr sz="1463"/>
            </a:lvl2pPr>
            <a:lvl3pPr>
              <a:lnSpc>
                <a:spcPts val="1950"/>
              </a:lnSpc>
              <a:spcBef>
                <a:spcPts val="0"/>
              </a:spcBef>
              <a:defRPr sz="1463"/>
            </a:lvl3pPr>
            <a:lvl4pPr>
              <a:lnSpc>
                <a:spcPts val="1950"/>
              </a:lnSpc>
              <a:spcBef>
                <a:spcPts val="0"/>
              </a:spcBef>
              <a:defRPr sz="1463"/>
            </a:lvl4pPr>
            <a:lvl5pPr>
              <a:lnSpc>
                <a:spcPts val="1950"/>
              </a:lnSpc>
              <a:spcBef>
                <a:spcPts val="0"/>
              </a:spcBef>
              <a:defRPr sz="1463"/>
            </a:lvl5pPr>
          </a:lstStyle>
          <a:p>
            <a:pPr lvl="0"/>
            <a:r>
              <a:rPr lang="en-US" dirty="0"/>
              <a:t>Graphic area</a:t>
            </a:r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439089F5-8A71-0A44-87E4-8BE7BC12CD88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3344995" y="1520826"/>
            <a:ext cx="2450922" cy="1614481"/>
          </a:xfrm>
        </p:spPr>
        <p:txBody>
          <a:bodyPr bIns="0"/>
          <a:lstStyle>
            <a:lvl1pPr>
              <a:spcBef>
                <a:spcPts val="0"/>
              </a:spcBef>
              <a:defRPr/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</a:lstStyle>
          <a:p>
            <a:pPr lvl="0"/>
            <a:r>
              <a:rPr lang="en-US" dirty="0"/>
              <a:t>Edit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9" name="Content Placeholder 2">
            <a:extLst>
              <a:ext uri="{FF2B5EF4-FFF2-40B4-BE49-F238E27FC236}">
                <a16:creationId xmlns:a16="http://schemas.microsoft.com/office/drawing/2014/main" id="{0A1EDD8F-D82B-1845-A945-01CE8C2BE1C2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6181788" y="3301219"/>
            <a:ext cx="2451566" cy="2611696"/>
          </a:xfrm>
          <a:solidFill>
            <a:schemeClr val="accent3"/>
          </a:solidFill>
        </p:spPr>
        <p:txBody>
          <a:bodyPr lIns="108000" tIns="108000" bIns="0"/>
          <a:lstStyle>
            <a:lvl1pPr marL="0" indent="0">
              <a:lnSpc>
                <a:spcPts val="1138"/>
              </a:lnSpc>
              <a:spcBef>
                <a:spcPts val="0"/>
              </a:spcBef>
              <a:buNone/>
              <a:defRPr sz="813" b="1"/>
            </a:lvl1pPr>
            <a:lvl2pPr>
              <a:lnSpc>
                <a:spcPts val="1950"/>
              </a:lnSpc>
              <a:spcBef>
                <a:spcPts val="0"/>
              </a:spcBef>
              <a:defRPr sz="1463"/>
            </a:lvl2pPr>
            <a:lvl3pPr>
              <a:lnSpc>
                <a:spcPts val="1950"/>
              </a:lnSpc>
              <a:spcBef>
                <a:spcPts val="0"/>
              </a:spcBef>
              <a:defRPr sz="1463"/>
            </a:lvl3pPr>
            <a:lvl4pPr>
              <a:lnSpc>
                <a:spcPts val="1950"/>
              </a:lnSpc>
              <a:spcBef>
                <a:spcPts val="0"/>
              </a:spcBef>
              <a:defRPr sz="1463"/>
            </a:lvl4pPr>
            <a:lvl5pPr>
              <a:lnSpc>
                <a:spcPts val="1950"/>
              </a:lnSpc>
              <a:spcBef>
                <a:spcPts val="0"/>
              </a:spcBef>
              <a:defRPr sz="1463"/>
            </a:lvl5pPr>
          </a:lstStyle>
          <a:p>
            <a:pPr lvl="0"/>
            <a:r>
              <a:rPr lang="en-US" dirty="0"/>
              <a:t>Graphic area</a:t>
            </a:r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5D934342-4A9E-3941-ADB3-8692C36F7E4F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6181790" y="1520826"/>
            <a:ext cx="2450922" cy="1614481"/>
          </a:xfrm>
        </p:spPr>
        <p:txBody>
          <a:bodyPr bIns="0"/>
          <a:lstStyle>
            <a:lvl1pPr>
              <a:spcBef>
                <a:spcPts val="0"/>
              </a:spcBef>
              <a:defRPr/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</a:lstStyle>
          <a:p>
            <a:pPr lvl="0"/>
            <a:r>
              <a:rPr lang="en-US" dirty="0"/>
              <a:t>Edit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4272F08E-4D2C-D646-B6AE-E9CC72164032}"/>
              </a:ext>
            </a:extLst>
          </p:cNvPr>
          <p:cNvSpPr txBox="1">
            <a:spLocks/>
          </p:cNvSpPr>
          <p:nvPr/>
        </p:nvSpPr>
        <p:spPr>
          <a:xfrm>
            <a:off x="507340" y="6255021"/>
            <a:ext cx="994500" cy="1584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457200" rtl="0" eaLnBrk="1" latinLnBrk="0" hangingPunct="1">
              <a:lnSpc>
                <a:spcPts val="1400"/>
              </a:lnSpc>
              <a:defRPr sz="1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2DA9482-6D33-6D42-929F-85F73996AD74}" type="slidenum">
              <a:rPr lang="en-US" sz="813" smtClean="0">
                <a:solidFill>
                  <a:schemeClr val="tx1"/>
                </a:solidFill>
              </a:rPr>
              <a:pPr/>
              <a:t>‹#›</a:t>
            </a:fld>
            <a:endParaRPr lang="en-US" sz="813" dirty="0">
              <a:solidFill>
                <a:schemeClr val="tx1"/>
              </a:solidFill>
            </a:endParaRPr>
          </a:p>
        </p:txBody>
      </p:sp>
      <p:sp>
        <p:nvSpPr>
          <p:cNvPr id="22" name="Footer Placeholder 4">
            <a:extLst>
              <a:ext uri="{FF2B5EF4-FFF2-40B4-BE49-F238E27FC236}">
                <a16:creationId xmlns:a16="http://schemas.microsoft.com/office/drawing/2014/main" id="{D3810460-990D-F549-A1B4-CCDCD6D87F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5732" y="6255020"/>
            <a:ext cx="2457000" cy="1584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lnSpc>
                <a:spcPts val="1138"/>
              </a:lnSpc>
              <a:defRPr sz="813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GB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5E0619B-8E13-2B43-9577-518EC1C7088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6748" t="76748"/>
          <a:stretch/>
        </p:blipFill>
        <p:spPr>
          <a:xfrm>
            <a:off x="7602654" y="5263376"/>
            <a:ext cx="2303346" cy="1594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526495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s text + graphics option 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09A948EA-A30E-E049-8C2A-1DE139C05966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507336" y="3870282"/>
            <a:ext cx="2451566" cy="2043157"/>
          </a:xfrm>
          <a:solidFill>
            <a:schemeClr val="accent3"/>
          </a:solidFill>
        </p:spPr>
        <p:txBody>
          <a:bodyPr lIns="108000" tIns="108000" bIns="0"/>
          <a:lstStyle>
            <a:lvl1pPr marL="0" indent="0">
              <a:lnSpc>
                <a:spcPts val="1138"/>
              </a:lnSpc>
              <a:spcBef>
                <a:spcPts val="0"/>
              </a:spcBef>
              <a:buNone/>
              <a:defRPr sz="813" b="1"/>
            </a:lvl1pPr>
            <a:lvl2pPr>
              <a:lnSpc>
                <a:spcPts val="1950"/>
              </a:lnSpc>
              <a:spcBef>
                <a:spcPts val="0"/>
              </a:spcBef>
              <a:defRPr sz="1463"/>
            </a:lvl2pPr>
            <a:lvl3pPr>
              <a:lnSpc>
                <a:spcPts val="1950"/>
              </a:lnSpc>
              <a:spcBef>
                <a:spcPts val="0"/>
              </a:spcBef>
              <a:defRPr sz="1463"/>
            </a:lvl3pPr>
            <a:lvl4pPr>
              <a:lnSpc>
                <a:spcPts val="1950"/>
              </a:lnSpc>
              <a:spcBef>
                <a:spcPts val="0"/>
              </a:spcBef>
              <a:defRPr sz="1463"/>
            </a:lvl4pPr>
            <a:lvl5pPr>
              <a:lnSpc>
                <a:spcPts val="1950"/>
              </a:lnSpc>
              <a:spcBef>
                <a:spcPts val="0"/>
              </a:spcBef>
              <a:defRPr sz="1463"/>
            </a:lvl5pPr>
          </a:lstStyle>
          <a:p>
            <a:pPr lvl="0"/>
            <a:r>
              <a:rPr lang="en-US" dirty="0"/>
              <a:t>Graphic area</a:t>
            </a:r>
          </a:p>
        </p:txBody>
      </p:sp>
      <p:sp>
        <p:nvSpPr>
          <p:cNvPr id="20" name="Text Placeholder 13">
            <a:extLst>
              <a:ext uri="{FF2B5EF4-FFF2-40B4-BE49-F238E27FC236}">
                <a16:creationId xmlns:a16="http://schemas.microsoft.com/office/drawing/2014/main" id="{1D4E2DC7-1584-7D41-AAFA-5AC6B5AEF99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7339" y="764314"/>
            <a:ext cx="8126015" cy="360000"/>
          </a:xfrm>
        </p:spPr>
        <p:txBody>
          <a:bodyPr bIns="0">
            <a:noAutofit/>
          </a:bodyPr>
          <a:lstStyle>
            <a:lvl1pPr marL="0" indent="0">
              <a:lnSpc>
                <a:spcPts val="2275"/>
              </a:lnSpc>
              <a:spcBef>
                <a:spcPts val="0"/>
              </a:spcBef>
              <a:buNone/>
              <a:defRPr sz="1950"/>
            </a:lvl1pPr>
            <a:lvl2pPr marL="371466" indent="0">
              <a:lnSpc>
                <a:spcPts val="3033"/>
              </a:lnSpc>
              <a:buNone/>
              <a:defRPr sz="2600"/>
            </a:lvl2pPr>
            <a:lvl3pPr marL="742931" indent="0">
              <a:lnSpc>
                <a:spcPts val="3033"/>
              </a:lnSpc>
              <a:buNone/>
              <a:defRPr sz="2600"/>
            </a:lvl3pPr>
            <a:lvl4pPr marL="1114397" indent="0">
              <a:lnSpc>
                <a:spcPts val="3033"/>
              </a:lnSpc>
              <a:buNone/>
              <a:defRPr sz="2600"/>
            </a:lvl4pPr>
            <a:lvl5pPr marL="1485863" indent="0">
              <a:lnSpc>
                <a:spcPts val="3033"/>
              </a:lnSpc>
              <a:buNone/>
              <a:defRPr sz="2600"/>
            </a:lvl5pPr>
          </a:lstStyle>
          <a:p>
            <a:pPr lvl="0"/>
            <a:r>
              <a:rPr lang="en-US" dirty="0" err="1"/>
              <a:t>Subheadline</a:t>
            </a:r>
            <a:endParaRPr lang="en-US" dirty="0"/>
          </a:p>
        </p:txBody>
      </p:sp>
      <p:sp>
        <p:nvSpPr>
          <p:cNvPr id="21" name="Title Placeholder 1">
            <a:extLst>
              <a:ext uri="{FF2B5EF4-FFF2-40B4-BE49-F238E27FC236}">
                <a16:creationId xmlns:a16="http://schemas.microsoft.com/office/drawing/2014/main" id="{2EFC3306-CB67-C549-B511-A431225DA2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7340" y="408469"/>
            <a:ext cx="8126015" cy="360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b="1"/>
            </a:lvl1pPr>
          </a:lstStyle>
          <a:p>
            <a:r>
              <a:rPr lang="en-US" dirty="0"/>
              <a:t>Headline</a:t>
            </a:r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155C0644-875C-3E4B-B85B-530CEDBA2D09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3344993" y="3870282"/>
            <a:ext cx="2451566" cy="2043157"/>
          </a:xfrm>
          <a:solidFill>
            <a:schemeClr val="accent3"/>
          </a:solidFill>
        </p:spPr>
        <p:txBody>
          <a:bodyPr lIns="108000" tIns="108000" bIns="0"/>
          <a:lstStyle>
            <a:lvl1pPr marL="0" indent="0">
              <a:lnSpc>
                <a:spcPts val="1138"/>
              </a:lnSpc>
              <a:spcBef>
                <a:spcPts val="0"/>
              </a:spcBef>
              <a:buNone/>
              <a:defRPr sz="813" b="1"/>
            </a:lvl1pPr>
            <a:lvl2pPr>
              <a:lnSpc>
                <a:spcPts val="1950"/>
              </a:lnSpc>
              <a:spcBef>
                <a:spcPts val="0"/>
              </a:spcBef>
              <a:defRPr sz="1463"/>
            </a:lvl2pPr>
            <a:lvl3pPr>
              <a:lnSpc>
                <a:spcPts val="1950"/>
              </a:lnSpc>
              <a:spcBef>
                <a:spcPts val="0"/>
              </a:spcBef>
              <a:defRPr sz="1463"/>
            </a:lvl3pPr>
            <a:lvl4pPr>
              <a:lnSpc>
                <a:spcPts val="1950"/>
              </a:lnSpc>
              <a:spcBef>
                <a:spcPts val="0"/>
              </a:spcBef>
              <a:defRPr sz="1463"/>
            </a:lvl4pPr>
            <a:lvl5pPr>
              <a:lnSpc>
                <a:spcPts val="1950"/>
              </a:lnSpc>
              <a:spcBef>
                <a:spcPts val="0"/>
              </a:spcBef>
              <a:defRPr sz="1463"/>
            </a:lvl5pPr>
          </a:lstStyle>
          <a:p>
            <a:pPr lvl="0"/>
            <a:r>
              <a:rPr lang="en-US" dirty="0"/>
              <a:t>Graphic area</a:t>
            </a:r>
          </a:p>
        </p:txBody>
      </p:sp>
      <p:sp>
        <p:nvSpPr>
          <p:cNvPr id="29" name="Content Placeholder 2">
            <a:extLst>
              <a:ext uri="{FF2B5EF4-FFF2-40B4-BE49-F238E27FC236}">
                <a16:creationId xmlns:a16="http://schemas.microsoft.com/office/drawing/2014/main" id="{0A1EDD8F-D82B-1845-A945-01CE8C2BE1C2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6181788" y="3870282"/>
            <a:ext cx="2451566" cy="2043157"/>
          </a:xfrm>
          <a:solidFill>
            <a:schemeClr val="accent3"/>
          </a:solidFill>
        </p:spPr>
        <p:txBody>
          <a:bodyPr lIns="108000" tIns="108000" bIns="0"/>
          <a:lstStyle>
            <a:lvl1pPr marL="0" indent="0">
              <a:lnSpc>
                <a:spcPts val="1138"/>
              </a:lnSpc>
              <a:spcBef>
                <a:spcPts val="0"/>
              </a:spcBef>
              <a:buNone/>
              <a:defRPr sz="813" b="1"/>
            </a:lvl1pPr>
            <a:lvl2pPr>
              <a:lnSpc>
                <a:spcPts val="1950"/>
              </a:lnSpc>
              <a:spcBef>
                <a:spcPts val="0"/>
              </a:spcBef>
              <a:defRPr sz="1463"/>
            </a:lvl2pPr>
            <a:lvl3pPr>
              <a:lnSpc>
                <a:spcPts val="1950"/>
              </a:lnSpc>
              <a:spcBef>
                <a:spcPts val="0"/>
              </a:spcBef>
              <a:defRPr sz="1463"/>
            </a:lvl3pPr>
            <a:lvl4pPr>
              <a:lnSpc>
                <a:spcPts val="1950"/>
              </a:lnSpc>
              <a:spcBef>
                <a:spcPts val="0"/>
              </a:spcBef>
              <a:defRPr sz="1463"/>
            </a:lvl4pPr>
            <a:lvl5pPr>
              <a:lnSpc>
                <a:spcPts val="1950"/>
              </a:lnSpc>
              <a:spcBef>
                <a:spcPts val="0"/>
              </a:spcBef>
              <a:defRPr sz="1463"/>
            </a:lvl5pPr>
          </a:lstStyle>
          <a:p>
            <a:pPr lvl="0"/>
            <a:r>
              <a:rPr lang="en-US" dirty="0"/>
              <a:t>Graphic area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4272F08E-4D2C-D646-B6AE-E9CC72164032}"/>
              </a:ext>
            </a:extLst>
          </p:cNvPr>
          <p:cNvSpPr txBox="1">
            <a:spLocks/>
          </p:cNvSpPr>
          <p:nvPr/>
        </p:nvSpPr>
        <p:spPr>
          <a:xfrm>
            <a:off x="507340" y="6255021"/>
            <a:ext cx="994500" cy="1584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457200" rtl="0" eaLnBrk="1" latinLnBrk="0" hangingPunct="1">
              <a:lnSpc>
                <a:spcPts val="1400"/>
              </a:lnSpc>
              <a:defRPr sz="1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2DA9482-6D33-6D42-929F-85F73996AD74}" type="slidenum">
              <a:rPr lang="en-US" sz="813" smtClean="0">
                <a:solidFill>
                  <a:schemeClr val="tx1"/>
                </a:solidFill>
              </a:rPr>
              <a:pPr/>
              <a:t>‹#›</a:t>
            </a:fld>
            <a:endParaRPr lang="en-US" sz="813" dirty="0">
              <a:solidFill>
                <a:schemeClr val="tx1"/>
              </a:solidFill>
            </a:endParaRPr>
          </a:p>
        </p:txBody>
      </p:sp>
      <p:sp>
        <p:nvSpPr>
          <p:cNvPr id="35" name="Content Placeholder 2">
            <a:extLst>
              <a:ext uri="{FF2B5EF4-FFF2-40B4-BE49-F238E27FC236}">
                <a16:creationId xmlns:a16="http://schemas.microsoft.com/office/drawing/2014/main" id="{213C8055-678A-C047-9519-A46B3AA2F6B1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507336" y="1534926"/>
            <a:ext cx="2451566" cy="2043157"/>
          </a:xfrm>
          <a:solidFill>
            <a:schemeClr val="accent3"/>
          </a:solidFill>
        </p:spPr>
        <p:txBody>
          <a:bodyPr lIns="108000" tIns="108000" bIns="0"/>
          <a:lstStyle>
            <a:lvl1pPr marL="0" indent="0">
              <a:lnSpc>
                <a:spcPts val="1138"/>
              </a:lnSpc>
              <a:spcBef>
                <a:spcPts val="0"/>
              </a:spcBef>
              <a:buNone/>
              <a:defRPr sz="813" b="1"/>
            </a:lvl1pPr>
            <a:lvl2pPr>
              <a:lnSpc>
                <a:spcPts val="1950"/>
              </a:lnSpc>
              <a:spcBef>
                <a:spcPts val="0"/>
              </a:spcBef>
              <a:defRPr sz="1463"/>
            </a:lvl2pPr>
            <a:lvl3pPr>
              <a:lnSpc>
                <a:spcPts val="1950"/>
              </a:lnSpc>
              <a:spcBef>
                <a:spcPts val="0"/>
              </a:spcBef>
              <a:defRPr sz="1463"/>
            </a:lvl3pPr>
            <a:lvl4pPr>
              <a:lnSpc>
                <a:spcPts val="1950"/>
              </a:lnSpc>
              <a:spcBef>
                <a:spcPts val="0"/>
              </a:spcBef>
              <a:defRPr sz="1463"/>
            </a:lvl4pPr>
            <a:lvl5pPr>
              <a:lnSpc>
                <a:spcPts val="1950"/>
              </a:lnSpc>
              <a:spcBef>
                <a:spcPts val="0"/>
              </a:spcBef>
              <a:defRPr sz="1463"/>
            </a:lvl5pPr>
          </a:lstStyle>
          <a:p>
            <a:pPr lvl="0"/>
            <a:r>
              <a:rPr lang="en-US" dirty="0"/>
              <a:t>Graphic area</a:t>
            </a:r>
          </a:p>
        </p:txBody>
      </p:sp>
      <p:sp>
        <p:nvSpPr>
          <p:cNvPr id="36" name="Content Placeholder 2">
            <a:extLst>
              <a:ext uri="{FF2B5EF4-FFF2-40B4-BE49-F238E27FC236}">
                <a16:creationId xmlns:a16="http://schemas.microsoft.com/office/drawing/2014/main" id="{F4253D89-4589-8A42-B26C-6D93A6BDB4CA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3344993" y="1534926"/>
            <a:ext cx="2451566" cy="2043157"/>
          </a:xfrm>
          <a:solidFill>
            <a:schemeClr val="accent3"/>
          </a:solidFill>
        </p:spPr>
        <p:txBody>
          <a:bodyPr lIns="108000" tIns="108000" bIns="0"/>
          <a:lstStyle>
            <a:lvl1pPr marL="0" indent="0">
              <a:lnSpc>
                <a:spcPts val="1138"/>
              </a:lnSpc>
              <a:spcBef>
                <a:spcPts val="0"/>
              </a:spcBef>
              <a:buNone/>
              <a:defRPr sz="813" b="1"/>
            </a:lvl1pPr>
            <a:lvl2pPr>
              <a:lnSpc>
                <a:spcPts val="1950"/>
              </a:lnSpc>
              <a:spcBef>
                <a:spcPts val="0"/>
              </a:spcBef>
              <a:defRPr sz="1463"/>
            </a:lvl2pPr>
            <a:lvl3pPr>
              <a:lnSpc>
                <a:spcPts val="1950"/>
              </a:lnSpc>
              <a:spcBef>
                <a:spcPts val="0"/>
              </a:spcBef>
              <a:defRPr sz="1463"/>
            </a:lvl3pPr>
            <a:lvl4pPr>
              <a:lnSpc>
                <a:spcPts val="1950"/>
              </a:lnSpc>
              <a:spcBef>
                <a:spcPts val="0"/>
              </a:spcBef>
              <a:defRPr sz="1463"/>
            </a:lvl4pPr>
            <a:lvl5pPr>
              <a:lnSpc>
                <a:spcPts val="1950"/>
              </a:lnSpc>
              <a:spcBef>
                <a:spcPts val="0"/>
              </a:spcBef>
              <a:defRPr sz="1463"/>
            </a:lvl5pPr>
          </a:lstStyle>
          <a:p>
            <a:pPr lvl="0"/>
            <a:r>
              <a:rPr lang="en-US" dirty="0"/>
              <a:t>Graphic area</a:t>
            </a:r>
          </a:p>
        </p:txBody>
      </p:sp>
      <p:sp>
        <p:nvSpPr>
          <p:cNvPr id="37" name="Content Placeholder 2">
            <a:extLst>
              <a:ext uri="{FF2B5EF4-FFF2-40B4-BE49-F238E27FC236}">
                <a16:creationId xmlns:a16="http://schemas.microsoft.com/office/drawing/2014/main" id="{2CA35734-DF46-B64B-B153-3C74E7466381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6181788" y="1534926"/>
            <a:ext cx="2451566" cy="2043157"/>
          </a:xfrm>
          <a:solidFill>
            <a:schemeClr val="accent3"/>
          </a:solidFill>
        </p:spPr>
        <p:txBody>
          <a:bodyPr lIns="108000" tIns="108000" bIns="0"/>
          <a:lstStyle>
            <a:lvl1pPr marL="0" indent="0">
              <a:lnSpc>
                <a:spcPts val="1138"/>
              </a:lnSpc>
              <a:spcBef>
                <a:spcPts val="0"/>
              </a:spcBef>
              <a:buNone/>
              <a:defRPr sz="813" b="1"/>
            </a:lvl1pPr>
            <a:lvl2pPr>
              <a:lnSpc>
                <a:spcPts val="1950"/>
              </a:lnSpc>
              <a:spcBef>
                <a:spcPts val="0"/>
              </a:spcBef>
              <a:defRPr sz="1463"/>
            </a:lvl2pPr>
            <a:lvl3pPr>
              <a:lnSpc>
                <a:spcPts val="1950"/>
              </a:lnSpc>
              <a:spcBef>
                <a:spcPts val="0"/>
              </a:spcBef>
              <a:defRPr sz="1463"/>
            </a:lvl3pPr>
            <a:lvl4pPr>
              <a:lnSpc>
                <a:spcPts val="1950"/>
              </a:lnSpc>
              <a:spcBef>
                <a:spcPts val="0"/>
              </a:spcBef>
              <a:defRPr sz="1463"/>
            </a:lvl4pPr>
            <a:lvl5pPr>
              <a:lnSpc>
                <a:spcPts val="1950"/>
              </a:lnSpc>
              <a:spcBef>
                <a:spcPts val="0"/>
              </a:spcBef>
              <a:defRPr sz="1463"/>
            </a:lvl5pPr>
          </a:lstStyle>
          <a:p>
            <a:pPr lvl="0"/>
            <a:r>
              <a:rPr lang="en-US" dirty="0"/>
              <a:t>Graphic area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30A9E66C-ED3C-F542-95D6-9896AAD01F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5732" y="6255020"/>
            <a:ext cx="2457000" cy="1584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lnSpc>
                <a:spcPts val="1138"/>
              </a:lnSpc>
              <a:defRPr sz="813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GB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7092108-9D1D-FD4A-80E4-3F4C3B752B2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6748" t="76748"/>
          <a:stretch/>
        </p:blipFill>
        <p:spPr>
          <a:xfrm>
            <a:off x="7602654" y="5263376"/>
            <a:ext cx="2303346" cy="1594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781238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/3 Column text + half pag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F2664F2-35D9-B741-9708-420CFC42C3F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6736" t="76736"/>
          <a:stretch/>
        </p:blipFill>
        <p:spPr>
          <a:xfrm>
            <a:off x="7601480" y="5262564"/>
            <a:ext cx="2304521" cy="1595437"/>
          </a:xfrm>
          <a:prstGeom prst="rect">
            <a:avLst/>
          </a:prstGeom>
        </p:spPr>
      </p:pic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0B470D89-9EFE-7C47-B569-5F0E46D83FA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763824" y="1"/>
            <a:ext cx="5142177" cy="6858000"/>
          </a:xfrm>
          <a:solidFill>
            <a:srgbClr val="CDE3FB"/>
          </a:solidFill>
        </p:spPr>
        <p:txBody>
          <a:bodyPr lIns="180000" tIns="180000" anchor="t" anchorCtr="0"/>
          <a:lstStyle>
            <a:lvl1pPr marL="0" indent="0">
              <a:buNone/>
              <a:defRPr/>
            </a:lvl1pPr>
          </a:lstStyle>
          <a:p>
            <a:r>
              <a:rPr lang="en-US" dirty="0"/>
              <a:t>Half page picture area (click on image icon)</a:t>
            </a:r>
            <a:endParaRPr lang="en-GB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B116DD27-C198-B34C-84E2-EA7532967F8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07338" y="1520825"/>
            <a:ext cx="2451564" cy="4392613"/>
          </a:xfrm>
        </p:spPr>
        <p:txBody>
          <a:bodyPr bIns="0"/>
          <a:lstStyle>
            <a:lvl1pPr>
              <a:spcBef>
                <a:spcPts val="0"/>
              </a:spcBef>
              <a:defRPr/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</a:lstStyle>
          <a:p>
            <a:pPr lvl="0"/>
            <a:r>
              <a:rPr lang="en-US" dirty="0"/>
              <a:t>Edit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B6C5C33C-5A67-8A45-8CE4-7FAC999AD32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7340" y="764314"/>
            <a:ext cx="3873106" cy="360000"/>
          </a:xfrm>
        </p:spPr>
        <p:txBody>
          <a:bodyPr bIns="0">
            <a:noAutofit/>
          </a:bodyPr>
          <a:lstStyle>
            <a:lvl1pPr marL="0" indent="0">
              <a:lnSpc>
                <a:spcPts val="2275"/>
              </a:lnSpc>
              <a:spcBef>
                <a:spcPts val="0"/>
              </a:spcBef>
              <a:buNone/>
              <a:defRPr sz="1950"/>
            </a:lvl1pPr>
            <a:lvl2pPr marL="371466" indent="0">
              <a:lnSpc>
                <a:spcPts val="3033"/>
              </a:lnSpc>
              <a:buNone/>
              <a:defRPr sz="2600"/>
            </a:lvl2pPr>
            <a:lvl3pPr marL="742931" indent="0">
              <a:lnSpc>
                <a:spcPts val="3033"/>
              </a:lnSpc>
              <a:buNone/>
              <a:defRPr sz="2600"/>
            </a:lvl3pPr>
            <a:lvl4pPr marL="1114397" indent="0">
              <a:lnSpc>
                <a:spcPts val="3033"/>
              </a:lnSpc>
              <a:buNone/>
              <a:defRPr sz="2600"/>
            </a:lvl4pPr>
            <a:lvl5pPr marL="1485863" indent="0">
              <a:lnSpc>
                <a:spcPts val="3033"/>
              </a:lnSpc>
              <a:buNone/>
              <a:defRPr sz="2600"/>
            </a:lvl5pPr>
          </a:lstStyle>
          <a:p>
            <a:pPr lvl="0"/>
            <a:r>
              <a:rPr lang="en-US" dirty="0" err="1"/>
              <a:t>Subheadline</a:t>
            </a:r>
            <a:endParaRPr lang="en-US" dirty="0"/>
          </a:p>
        </p:txBody>
      </p:sp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EE9CB87E-183E-5B4B-9AC5-45E11AF700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7341" y="408469"/>
            <a:ext cx="3873106" cy="360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b="1"/>
            </a:lvl1pPr>
          </a:lstStyle>
          <a:p>
            <a:r>
              <a:rPr lang="en-US" dirty="0"/>
              <a:t>Headline</a:t>
            </a:r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BB30F6EA-F11C-684F-9995-F66AEAF73937}"/>
              </a:ext>
            </a:extLst>
          </p:cNvPr>
          <p:cNvSpPr txBox="1">
            <a:spLocks/>
          </p:cNvSpPr>
          <p:nvPr/>
        </p:nvSpPr>
        <p:spPr>
          <a:xfrm>
            <a:off x="507340" y="6255021"/>
            <a:ext cx="994500" cy="1584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457200" rtl="0" eaLnBrk="1" latinLnBrk="0" hangingPunct="1">
              <a:lnSpc>
                <a:spcPts val="1400"/>
              </a:lnSpc>
              <a:defRPr sz="1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2DA9482-6D33-6D42-929F-85F73996AD74}" type="slidenum">
              <a:rPr lang="en-US" sz="813" smtClean="0">
                <a:solidFill>
                  <a:schemeClr val="tx1"/>
                </a:solidFill>
              </a:rPr>
              <a:pPr/>
              <a:t>‹#›</a:t>
            </a:fld>
            <a:endParaRPr lang="en-US" sz="813" dirty="0">
              <a:solidFill>
                <a:schemeClr val="tx1"/>
              </a:solidFill>
            </a:endParaRPr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870934E6-1979-4C41-8E4A-F4F7DD308E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5736" y="6255020"/>
            <a:ext cx="2457000" cy="1584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lnSpc>
                <a:spcPts val="1138"/>
              </a:lnSpc>
              <a:defRPr sz="813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7751979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/3 Column text + graphics option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F04932EF-9D6D-C44B-B6BB-7024E3FE5B5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7339" y="764314"/>
            <a:ext cx="8126015" cy="360000"/>
          </a:xfrm>
        </p:spPr>
        <p:txBody>
          <a:bodyPr bIns="0">
            <a:noAutofit/>
          </a:bodyPr>
          <a:lstStyle>
            <a:lvl1pPr marL="0" indent="0">
              <a:lnSpc>
                <a:spcPts val="2275"/>
              </a:lnSpc>
              <a:spcBef>
                <a:spcPts val="0"/>
              </a:spcBef>
              <a:buNone/>
              <a:defRPr sz="1950"/>
            </a:lvl1pPr>
            <a:lvl2pPr marL="371466" indent="0">
              <a:lnSpc>
                <a:spcPts val="3033"/>
              </a:lnSpc>
              <a:buNone/>
              <a:defRPr sz="2600"/>
            </a:lvl2pPr>
            <a:lvl3pPr marL="742931" indent="0">
              <a:lnSpc>
                <a:spcPts val="3033"/>
              </a:lnSpc>
              <a:buNone/>
              <a:defRPr sz="2600"/>
            </a:lvl3pPr>
            <a:lvl4pPr marL="1114397" indent="0">
              <a:lnSpc>
                <a:spcPts val="3033"/>
              </a:lnSpc>
              <a:buNone/>
              <a:defRPr sz="2600"/>
            </a:lvl4pPr>
            <a:lvl5pPr marL="1485863" indent="0">
              <a:lnSpc>
                <a:spcPts val="3033"/>
              </a:lnSpc>
              <a:buNone/>
              <a:defRPr sz="2600"/>
            </a:lvl5pPr>
          </a:lstStyle>
          <a:p>
            <a:pPr lvl="0"/>
            <a:r>
              <a:rPr lang="en-US" dirty="0" err="1"/>
              <a:t>Subheadline</a:t>
            </a:r>
            <a:endParaRPr lang="en-US" dirty="0"/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7D1E016F-CA61-FB46-ABA4-D552E45BF6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7340" y="408469"/>
            <a:ext cx="8126015" cy="360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b="1"/>
            </a:lvl1pPr>
          </a:lstStyle>
          <a:p>
            <a:r>
              <a:rPr lang="en-US" dirty="0"/>
              <a:t>Headline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81A47C6A-A518-A449-B879-E00548A31C0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07338" y="1520825"/>
            <a:ext cx="2451564" cy="4392613"/>
          </a:xfrm>
        </p:spPr>
        <p:txBody>
          <a:bodyPr bIns="0"/>
          <a:lstStyle>
            <a:lvl1pPr>
              <a:spcBef>
                <a:spcPts val="0"/>
              </a:spcBef>
              <a:defRPr/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</a:lstStyle>
          <a:p>
            <a:pPr lvl="0"/>
            <a:r>
              <a:rPr lang="en-US" dirty="0"/>
              <a:t>Edit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A4BDCCE6-EDAE-944F-843F-53C2B7C17047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4761672" y="1520825"/>
            <a:ext cx="3871682" cy="4392613"/>
          </a:xfrm>
          <a:solidFill>
            <a:schemeClr val="accent3"/>
          </a:solidFill>
        </p:spPr>
        <p:txBody>
          <a:bodyPr lIns="108000" tIns="108000" bIns="0"/>
          <a:lstStyle>
            <a:lvl1pPr marL="0" indent="0">
              <a:lnSpc>
                <a:spcPts val="1138"/>
              </a:lnSpc>
              <a:spcBef>
                <a:spcPts val="0"/>
              </a:spcBef>
              <a:buNone/>
              <a:defRPr sz="813" b="1"/>
            </a:lvl1pPr>
            <a:lvl2pPr marL="371466" indent="0">
              <a:spcBef>
                <a:spcPts val="0"/>
              </a:spcBef>
              <a:buNone/>
              <a:defRPr/>
            </a:lvl2pPr>
            <a:lvl3pPr marL="742931" indent="0">
              <a:spcBef>
                <a:spcPts val="0"/>
              </a:spcBef>
              <a:buNone/>
              <a:defRPr/>
            </a:lvl3pPr>
            <a:lvl4pPr marL="1114397" indent="0">
              <a:spcBef>
                <a:spcPts val="0"/>
              </a:spcBef>
              <a:buNone/>
              <a:defRPr/>
            </a:lvl4pPr>
            <a:lvl5pPr marL="1485863" indent="0">
              <a:spcBef>
                <a:spcPts val="0"/>
              </a:spcBef>
              <a:buNone/>
              <a:defRPr/>
            </a:lvl5pPr>
          </a:lstStyle>
          <a:p>
            <a:pPr lvl="0"/>
            <a:r>
              <a:rPr lang="en-US" dirty="0"/>
              <a:t>Graphic area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D460F1B4-EAEF-C948-A0CF-5E9783A1034B}"/>
              </a:ext>
            </a:extLst>
          </p:cNvPr>
          <p:cNvSpPr txBox="1">
            <a:spLocks/>
          </p:cNvSpPr>
          <p:nvPr/>
        </p:nvSpPr>
        <p:spPr>
          <a:xfrm>
            <a:off x="507340" y="6255021"/>
            <a:ext cx="994500" cy="1584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457200" rtl="0" eaLnBrk="1" latinLnBrk="0" hangingPunct="1">
              <a:lnSpc>
                <a:spcPts val="1400"/>
              </a:lnSpc>
              <a:defRPr sz="1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2DA9482-6D33-6D42-929F-85F73996AD74}" type="slidenum">
              <a:rPr lang="en-US" sz="813" smtClean="0">
                <a:solidFill>
                  <a:schemeClr val="tx1"/>
                </a:solidFill>
              </a:rPr>
              <a:pPr/>
              <a:t>‹#›</a:t>
            </a:fld>
            <a:endParaRPr lang="en-US" sz="813" dirty="0">
              <a:solidFill>
                <a:schemeClr val="tx1"/>
              </a:solidFill>
            </a:endParaRP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16A42266-C1C2-2449-BABA-DF490DA911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5736" y="6255020"/>
            <a:ext cx="2457000" cy="1584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lnSpc>
                <a:spcPts val="1138"/>
              </a:lnSpc>
              <a:defRPr sz="813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F96F2F6-0125-DB49-933C-238BD94AE5D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6748" t="76748"/>
          <a:stretch/>
        </p:blipFill>
        <p:spPr>
          <a:xfrm>
            <a:off x="7602654" y="5263376"/>
            <a:ext cx="2303346" cy="1594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444087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/3 Column text + graphics option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D02A3C8C-B682-A541-BB5B-6F47628E6E9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7339" y="764314"/>
            <a:ext cx="8126015" cy="360000"/>
          </a:xfrm>
        </p:spPr>
        <p:txBody>
          <a:bodyPr bIns="0">
            <a:noAutofit/>
          </a:bodyPr>
          <a:lstStyle>
            <a:lvl1pPr marL="0" indent="0">
              <a:lnSpc>
                <a:spcPts val="2275"/>
              </a:lnSpc>
              <a:spcBef>
                <a:spcPts val="0"/>
              </a:spcBef>
              <a:buNone/>
              <a:defRPr sz="1950"/>
            </a:lvl1pPr>
            <a:lvl2pPr marL="371466" indent="0">
              <a:lnSpc>
                <a:spcPts val="3033"/>
              </a:lnSpc>
              <a:buNone/>
              <a:defRPr sz="2600"/>
            </a:lvl2pPr>
            <a:lvl3pPr marL="742931" indent="0">
              <a:lnSpc>
                <a:spcPts val="3033"/>
              </a:lnSpc>
              <a:buNone/>
              <a:defRPr sz="2600"/>
            </a:lvl3pPr>
            <a:lvl4pPr marL="1114397" indent="0">
              <a:lnSpc>
                <a:spcPts val="3033"/>
              </a:lnSpc>
              <a:buNone/>
              <a:defRPr sz="2600"/>
            </a:lvl4pPr>
            <a:lvl5pPr marL="1485863" indent="0">
              <a:lnSpc>
                <a:spcPts val="3033"/>
              </a:lnSpc>
              <a:buNone/>
              <a:defRPr sz="2600"/>
            </a:lvl5pPr>
          </a:lstStyle>
          <a:p>
            <a:pPr lvl="0"/>
            <a:r>
              <a:rPr lang="en-US" dirty="0" err="1"/>
              <a:t>Subheadline</a:t>
            </a:r>
            <a:endParaRPr lang="en-US" dirty="0"/>
          </a:p>
        </p:txBody>
      </p:sp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12112C66-65E3-994F-91E3-0069300358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7340" y="408469"/>
            <a:ext cx="8126015" cy="360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b="1"/>
            </a:lvl1pPr>
          </a:lstStyle>
          <a:p>
            <a:r>
              <a:rPr lang="en-US" dirty="0"/>
              <a:t>Headline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ACDBAD1D-063D-E144-827F-987F7180F06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07338" y="1520825"/>
            <a:ext cx="2451564" cy="4392613"/>
          </a:xfrm>
        </p:spPr>
        <p:txBody>
          <a:bodyPr bIns="0"/>
          <a:lstStyle>
            <a:lvl1pPr>
              <a:spcBef>
                <a:spcPts val="0"/>
              </a:spcBef>
              <a:defRPr/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</a:lstStyle>
          <a:p>
            <a:pPr lvl="0"/>
            <a:r>
              <a:rPr lang="en-US" dirty="0"/>
              <a:t>Edit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25F8C3CB-2A23-5E42-AE10-B8C68A3495DE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4762101" y="1520825"/>
            <a:ext cx="3872700" cy="2088000"/>
          </a:xfrm>
          <a:solidFill>
            <a:schemeClr val="accent3"/>
          </a:solidFill>
        </p:spPr>
        <p:txBody>
          <a:bodyPr lIns="108000" tIns="108000" bIns="0"/>
          <a:lstStyle>
            <a:lvl1pPr marL="0" indent="0">
              <a:lnSpc>
                <a:spcPts val="1138"/>
              </a:lnSpc>
              <a:spcBef>
                <a:spcPts val="0"/>
              </a:spcBef>
              <a:buNone/>
              <a:defRPr sz="813" b="1"/>
            </a:lvl1pPr>
            <a:lvl2pPr marL="371466" indent="0">
              <a:lnSpc>
                <a:spcPts val="1950"/>
              </a:lnSpc>
              <a:spcBef>
                <a:spcPts val="0"/>
              </a:spcBef>
              <a:buNone/>
              <a:defRPr sz="1463"/>
            </a:lvl2pPr>
            <a:lvl3pPr marL="742931" indent="0">
              <a:lnSpc>
                <a:spcPts val="1950"/>
              </a:lnSpc>
              <a:spcBef>
                <a:spcPts val="0"/>
              </a:spcBef>
              <a:buNone/>
              <a:defRPr sz="1463"/>
            </a:lvl3pPr>
            <a:lvl4pPr marL="1114397" indent="0">
              <a:lnSpc>
                <a:spcPts val="1950"/>
              </a:lnSpc>
              <a:spcBef>
                <a:spcPts val="0"/>
              </a:spcBef>
              <a:buNone/>
              <a:defRPr sz="1463"/>
            </a:lvl4pPr>
            <a:lvl5pPr marL="1485863" indent="0">
              <a:lnSpc>
                <a:spcPts val="1950"/>
              </a:lnSpc>
              <a:spcBef>
                <a:spcPts val="0"/>
              </a:spcBef>
              <a:buNone/>
              <a:defRPr sz="1463"/>
            </a:lvl5pPr>
          </a:lstStyle>
          <a:p>
            <a:pPr lvl="0"/>
            <a:r>
              <a:rPr lang="en-US" dirty="0"/>
              <a:t>Graphic area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02DC6EF5-FCAB-2746-B475-394EA3103E07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4762101" y="3820037"/>
            <a:ext cx="3872700" cy="2088000"/>
          </a:xfrm>
          <a:solidFill>
            <a:schemeClr val="accent3"/>
          </a:solidFill>
        </p:spPr>
        <p:txBody>
          <a:bodyPr lIns="108000" tIns="108000" bIns="0"/>
          <a:lstStyle>
            <a:lvl1pPr marL="0" indent="0">
              <a:lnSpc>
                <a:spcPts val="1138"/>
              </a:lnSpc>
              <a:spcBef>
                <a:spcPts val="0"/>
              </a:spcBef>
              <a:buNone/>
              <a:defRPr sz="813" b="1"/>
            </a:lvl1pPr>
            <a:lvl2pPr marL="371466" indent="0">
              <a:lnSpc>
                <a:spcPts val="1950"/>
              </a:lnSpc>
              <a:spcBef>
                <a:spcPts val="0"/>
              </a:spcBef>
              <a:buNone/>
              <a:defRPr sz="1463"/>
            </a:lvl2pPr>
            <a:lvl3pPr marL="742931" indent="0">
              <a:lnSpc>
                <a:spcPts val="1950"/>
              </a:lnSpc>
              <a:spcBef>
                <a:spcPts val="0"/>
              </a:spcBef>
              <a:buNone/>
              <a:defRPr sz="1463"/>
            </a:lvl3pPr>
            <a:lvl4pPr marL="1114397" indent="0">
              <a:lnSpc>
                <a:spcPts val="1950"/>
              </a:lnSpc>
              <a:spcBef>
                <a:spcPts val="0"/>
              </a:spcBef>
              <a:buNone/>
              <a:defRPr sz="1463"/>
            </a:lvl4pPr>
            <a:lvl5pPr marL="1485863" indent="0">
              <a:lnSpc>
                <a:spcPts val="1950"/>
              </a:lnSpc>
              <a:spcBef>
                <a:spcPts val="0"/>
              </a:spcBef>
              <a:buNone/>
              <a:defRPr sz="1463"/>
            </a:lvl5pPr>
          </a:lstStyle>
          <a:p>
            <a:pPr lvl="0"/>
            <a:r>
              <a:rPr lang="en-US" dirty="0"/>
              <a:t>Graphic area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DE1F0341-1639-274B-9FB3-75C89BF31EF5}"/>
              </a:ext>
            </a:extLst>
          </p:cNvPr>
          <p:cNvSpPr txBox="1">
            <a:spLocks/>
          </p:cNvSpPr>
          <p:nvPr/>
        </p:nvSpPr>
        <p:spPr>
          <a:xfrm>
            <a:off x="507340" y="6255021"/>
            <a:ext cx="994500" cy="1584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457200" rtl="0" eaLnBrk="1" latinLnBrk="0" hangingPunct="1">
              <a:lnSpc>
                <a:spcPts val="1400"/>
              </a:lnSpc>
              <a:defRPr sz="1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2DA9482-6D33-6D42-929F-85F73996AD74}" type="slidenum">
              <a:rPr lang="en-US" sz="813" smtClean="0">
                <a:solidFill>
                  <a:schemeClr val="tx1"/>
                </a:solidFill>
              </a:rPr>
              <a:pPr/>
              <a:t>‹#›</a:t>
            </a:fld>
            <a:endParaRPr lang="en-US" sz="813" dirty="0">
              <a:solidFill>
                <a:schemeClr val="tx1"/>
              </a:solidFill>
            </a:endParaRP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72E6F0B1-64EF-B24C-AC55-C3ABC44661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5736" y="6255020"/>
            <a:ext cx="2457000" cy="1584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lnSpc>
                <a:spcPts val="1138"/>
              </a:lnSpc>
              <a:defRPr sz="813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GB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909A80B-4F66-1246-87BD-8A958FCCEC2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6748" t="76748"/>
          <a:stretch/>
        </p:blipFill>
        <p:spPr>
          <a:xfrm>
            <a:off x="7602654" y="5263376"/>
            <a:ext cx="2303346" cy="1594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47621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/3 Column text + graphics option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C7C6200-6CDB-CC4F-98FE-B2EECEA9DA2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07338" y="1520825"/>
            <a:ext cx="5290510" cy="4392613"/>
          </a:xfrm>
        </p:spPr>
        <p:txBody>
          <a:bodyPr bIns="0"/>
          <a:lstStyle>
            <a:lvl1pPr>
              <a:spcBef>
                <a:spcPts val="0"/>
              </a:spcBef>
              <a:defRPr/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</a:lstStyle>
          <a:p>
            <a:pPr lvl="0"/>
            <a:r>
              <a:rPr lang="en-US" dirty="0"/>
              <a:t>Edit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F5D90D67-17EA-D245-A903-C1B0474D6FF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7339" y="764314"/>
            <a:ext cx="8126015" cy="360000"/>
          </a:xfrm>
        </p:spPr>
        <p:txBody>
          <a:bodyPr bIns="0">
            <a:noAutofit/>
          </a:bodyPr>
          <a:lstStyle>
            <a:lvl1pPr marL="0" indent="0">
              <a:lnSpc>
                <a:spcPts val="2275"/>
              </a:lnSpc>
              <a:spcBef>
                <a:spcPts val="0"/>
              </a:spcBef>
              <a:buNone/>
              <a:defRPr sz="1950"/>
            </a:lvl1pPr>
            <a:lvl2pPr marL="371466" indent="0">
              <a:lnSpc>
                <a:spcPts val="3033"/>
              </a:lnSpc>
              <a:buNone/>
              <a:defRPr sz="2600"/>
            </a:lvl2pPr>
            <a:lvl3pPr marL="742931" indent="0">
              <a:lnSpc>
                <a:spcPts val="3033"/>
              </a:lnSpc>
              <a:buNone/>
              <a:defRPr sz="2600"/>
            </a:lvl3pPr>
            <a:lvl4pPr marL="1114397" indent="0">
              <a:lnSpc>
                <a:spcPts val="3033"/>
              </a:lnSpc>
              <a:buNone/>
              <a:defRPr sz="2600"/>
            </a:lvl4pPr>
            <a:lvl5pPr marL="1485863" indent="0">
              <a:lnSpc>
                <a:spcPts val="3033"/>
              </a:lnSpc>
              <a:buNone/>
              <a:defRPr sz="2600"/>
            </a:lvl5pPr>
          </a:lstStyle>
          <a:p>
            <a:pPr lvl="0"/>
            <a:r>
              <a:rPr lang="en-US" dirty="0" err="1"/>
              <a:t>Subheadline</a:t>
            </a:r>
            <a:endParaRPr lang="en-US" dirty="0"/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0FA062B4-A9B7-EB4B-8AEE-CC8CB895C77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7340" y="408469"/>
            <a:ext cx="8126015" cy="360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b="1"/>
            </a:lvl1pPr>
          </a:lstStyle>
          <a:p>
            <a:r>
              <a:rPr lang="en-US" dirty="0"/>
              <a:t>Headline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0376305-D20B-4448-9673-3294BB773657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6181790" y="1520825"/>
            <a:ext cx="2451564" cy="4392613"/>
          </a:xfrm>
          <a:solidFill>
            <a:schemeClr val="accent3"/>
          </a:solidFill>
        </p:spPr>
        <p:txBody>
          <a:bodyPr lIns="108000" tIns="108000" bIns="0"/>
          <a:lstStyle>
            <a:lvl1pPr marL="0" indent="0" algn="l">
              <a:lnSpc>
                <a:spcPts val="1138"/>
              </a:lnSpc>
              <a:spcBef>
                <a:spcPts val="0"/>
              </a:spcBef>
              <a:buNone/>
              <a:defRPr sz="813" b="1"/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</a:lstStyle>
          <a:p>
            <a:pPr lvl="0"/>
            <a:r>
              <a:rPr lang="en-US" dirty="0"/>
              <a:t>Graphic area</a:t>
            </a: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F4A0ED73-04DD-554B-AFDE-6C9F038CD550}"/>
              </a:ext>
            </a:extLst>
          </p:cNvPr>
          <p:cNvSpPr txBox="1">
            <a:spLocks/>
          </p:cNvSpPr>
          <p:nvPr/>
        </p:nvSpPr>
        <p:spPr>
          <a:xfrm>
            <a:off x="507340" y="6255021"/>
            <a:ext cx="994500" cy="1584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457200" rtl="0" eaLnBrk="1" latinLnBrk="0" hangingPunct="1">
              <a:lnSpc>
                <a:spcPts val="1400"/>
              </a:lnSpc>
              <a:defRPr sz="1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2DA9482-6D33-6D42-929F-85F73996AD74}" type="slidenum">
              <a:rPr lang="en-US" sz="813" smtClean="0">
                <a:solidFill>
                  <a:schemeClr val="tx1"/>
                </a:solidFill>
              </a:rPr>
              <a:pPr/>
              <a:t>‹#›</a:t>
            </a:fld>
            <a:endParaRPr lang="en-US" sz="813" dirty="0">
              <a:solidFill>
                <a:schemeClr val="tx1"/>
              </a:solidFill>
            </a:endParaRP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90012231-6916-E44C-B325-9DCF08EA70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5736" y="6255020"/>
            <a:ext cx="2457000" cy="1584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lnSpc>
                <a:spcPts val="1138"/>
              </a:lnSpc>
              <a:defRPr sz="813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52F3DD6-37C7-754A-BF87-15803C78DA0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6748" t="76748"/>
          <a:stretch/>
        </p:blipFill>
        <p:spPr>
          <a:xfrm>
            <a:off x="7602654" y="5263376"/>
            <a:ext cx="2303346" cy="1594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495895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/3 Column Text + graphics option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87D0811F-BD44-AA43-9894-5B5AB6EE9F4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07338" y="1520825"/>
            <a:ext cx="5290510" cy="4392613"/>
          </a:xfrm>
        </p:spPr>
        <p:txBody>
          <a:bodyPr bIns="0"/>
          <a:lstStyle>
            <a:lvl1pPr>
              <a:spcBef>
                <a:spcPts val="0"/>
              </a:spcBef>
              <a:defRPr/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</a:lstStyle>
          <a:p>
            <a:pPr lvl="0"/>
            <a:r>
              <a:rPr lang="en-US" dirty="0"/>
              <a:t>Edit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080922FD-795A-E24E-9712-03B27298B86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7339" y="764314"/>
            <a:ext cx="8126015" cy="360000"/>
          </a:xfrm>
        </p:spPr>
        <p:txBody>
          <a:bodyPr bIns="0">
            <a:noAutofit/>
          </a:bodyPr>
          <a:lstStyle>
            <a:lvl1pPr marL="0" indent="0">
              <a:lnSpc>
                <a:spcPts val="2275"/>
              </a:lnSpc>
              <a:spcBef>
                <a:spcPts val="0"/>
              </a:spcBef>
              <a:buNone/>
              <a:defRPr sz="1950"/>
            </a:lvl1pPr>
            <a:lvl2pPr marL="371466" indent="0">
              <a:lnSpc>
                <a:spcPts val="3033"/>
              </a:lnSpc>
              <a:buNone/>
              <a:defRPr sz="2600"/>
            </a:lvl2pPr>
            <a:lvl3pPr marL="742931" indent="0">
              <a:lnSpc>
                <a:spcPts val="3033"/>
              </a:lnSpc>
              <a:buNone/>
              <a:defRPr sz="2600"/>
            </a:lvl3pPr>
            <a:lvl4pPr marL="1114397" indent="0">
              <a:lnSpc>
                <a:spcPts val="3033"/>
              </a:lnSpc>
              <a:buNone/>
              <a:defRPr sz="2600"/>
            </a:lvl4pPr>
            <a:lvl5pPr marL="1485863" indent="0">
              <a:lnSpc>
                <a:spcPts val="3033"/>
              </a:lnSpc>
              <a:buNone/>
              <a:defRPr sz="2600"/>
            </a:lvl5pPr>
          </a:lstStyle>
          <a:p>
            <a:pPr lvl="0"/>
            <a:r>
              <a:rPr lang="en-US" dirty="0" err="1"/>
              <a:t>Subheadline</a:t>
            </a:r>
            <a:endParaRPr lang="en-US" dirty="0"/>
          </a:p>
        </p:txBody>
      </p:sp>
      <p:sp>
        <p:nvSpPr>
          <p:cNvPr id="15" name="Title Placeholder 1">
            <a:extLst>
              <a:ext uri="{FF2B5EF4-FFF2-40B4-BE49-F238E27FC236}">
                <a16:creationId xmlns:a16="http://schemas.microsoft.com/office/drawing/2014/main" id="{DCC55CAE-01EC-3046-8A3E-6DE5CE1A4B1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7340" y="408469"/>
            <a:ext cx="8126015" cy="360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b="1"/>
            </a:lvl1pPr>
          </a:lstStyle>
          <a:p>
            <a:r>
              <a:rPr lang="en-US" dirty="0"/>
              <a:t>Headline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A51F5671-A78A-6549-98FB-DEE60F2187EA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6183511" y="1520825"/>
            <a:ext cx="2451290" cy="2088000"/>
          </a:xfrm>
          <a:solidFill>
            <a:schemeClr val="accent3"/>
          </a:solidFill>
        </p:spPr>
        <p:txBody>
          <a:bodyPr lIns="108000" tIns="108000" bIns="0"/>
          <a:lstStyle>
            <a:lvl1pPr marL="0" indent="0">
              <a:lnSpc>
                <a:spcPts val="1138"/>
              </a:lnSpc>
              <a:spcBef>
                <a:spcPts val="0"/>
              </a:spcBef>
              <a:buNone/>
              <a:defRPr sz="813" b="1"/>
            </a:lvl1pPr>
            <a:lvl2pPr marL="371466" indent="0">
              <a:lnSpc>
                <a:spcPts val="1950"/>
              </a:lnSpc>
              <a:spcBef>
                <a:spcPts val="0"/>
              </a:spcBef>
              <a:buNone/>
              <a:defRPr sz="1463"/>
            </a:lvl2pPr>
            <a:lvl3pPr marL="742931" indent="0">
              <a:lnSpc>
                <a:spcPts val="1950"/>
              </a:lnSpc>
              <a:spcBef>
                <a:spcPts val="0"/>
              </a:spcBef>
              <a:buNone/>
              <a:defRPr sz="1463"/>
            </a:lvl3pPr>
            <a:lvl4pPr marL="1114397" indent="0">
              <a:lnSpc>
                <a:spcPts val="1950"/>
              </a:lnSpc>
              <a:spcBef>
                <a:spcPts val="0"/>
              </a:spcBef>
              <a:buNone/>
              <a:defRPr sz="1463"/>
            </a:lvl4pPr>
            <a:lvl5pPr marL="1485863" indent="0">
              <a:lnSpc>
                <a:spcPts val="1950"/>
              </a:lnSpc>
              <a:spcBef>
                <a:spcPts val="0"/>
              </a:spcBef>
              <a:buNone/>
              <a:defRPr sz="1463"/>
            </a:lvl5pPr>
          </a:lstStyle>
          <a:p>
            <a:pPr lvl="0"/>
            <a:r>
              <a:rPr lang="en-US" dirty="0"/>
              <a:t>Graphic area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5F6C9671-D9C9-B940-87DE-BBFF046984D6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6183511" y="3820037"/>
            <a:ext cx="2451290" cy="2088000"/>
          </a:xfrm>
          <a:solidFill>
            <a:schemeClr val="accent3"/>
          </a:solidFill>
        </p:spPr>
        <p:txBody>
          <a:bodyPr lIns="108000" tIns="108000" bIns="0"/>
          <a:lstStyle>
            <a:lvl1pPr marL="0" indent="0">
              <a:lnSpc>
                <a:spcPts val="1138"/>
              </a:lnSpc>
              <a:spcBef>
                <a:spcPts val="0"/>
              </a:spcBef>
              <a:buNone/>
              <a:defRPr sz="813" b="1"/>
            </a:lvl1pPr>
            <a:lvl2pPr marL="371466" indent="0">
              <a:lnSpc>
                <a:spcPts val="1950"/>
              </a:lnSpc>
              <a:spcBef>
                <a:spcPts val="0"/>
              </a:spcBef>
              <a:buNone/>
              <a:defRPr sz="1463"/>
            </a:lvl2pPr>
            <a:lvl3pPr marL="742931" indent="0">
              <a:lnSpc>
                <a:spcPts val="1950"/>
              </a:lnSpc>
              <a:spcBef>
                <a:spcPts val="0"/>
              </a:spcBef>
              <a:buNone/>
              <a:defRPr sz="1463"/>
            </a:lvl3pPr>
            <a:lvl4pPr marL="1114397" indent="0">
              <a:lnSpc>
                <a:spcPts val="1950"/>
              </a:lnSpc>
              <a:spcBef>
                <a:spcPts val="0"/>
              </a:spcBef>
              <a:buNone/>
              <a:defRPr sz="1463"/>
            </a:lvl4pPr>
            <a:lvl5pPr marL="1485863" indent="0">
              <a:lnSpc>
                <a:spcPts val="1950"/>
              </a:lnSpc>
              <a:spcBef>
                <a:spcPts val="0"/>
              </a:spcBef>
              <a:buNone/>
              <a:defRPr sz="1463"/>
            </a:lvl5pPr>
          </a:lstStyle>
          <a:p>
            <a:pPr lvl="0"/>
            <a:r>
              <a:rPr lang="en-US" dirty="0"/>
              <a:t>Graphic area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64C9AE01-E233-954E-B107-0E3A128AD2C5}"/>
              </a:ext>
            </a:extLst>
          </p:cNvPr>
          <p:cNvSpPr txBox="1">
            <a:spLocks/>
          </p:cNvSpPr>
          <p:nvPr/>
        </p:nvSpPr>
        <p:spPr>
          <a:xfrm>
            <a:off x="507340" y="6255021"/>
            <a:ext cx="994500" cy="1584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457200" rtl="0" eaLnBrk="1" latinLnBrk="0" hangingPunct="1">
              <a:lnSpc>
                <a:spcPts val="1400"/>
              </a:lnSpc>
              <a:defRPr sz="1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2DA9482-6D33-6D42-929F-85F73996AD74}" type="slidenum">
              <a:rPr lang="en-US" sz="813" smtClean="0">
                <a:solidFill>
                  <a:schemeClr val="tx1"/>
                </a:solidFill>
              </a:rPr>
              <a:pPr/>
              <a:t>‹#›</a:t>
            </a:fld>
            <a:endParaRPr lang="en-US" sz="813" dirty="0">
              <a:solidFill>
                <a:schemeClr val="tx1"/>
              </a:solidFill>
            </a:endParaRP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F82D84C6-C54C-5349-ACB9-FE6932AD92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5736" y="6255020"/>
            <a:ext cx="2457000" cy="1584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lnSpc>
                <a:spcPts val="1138"/>
              </a:lnSpc>
              <a:defRPr sz="813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GB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F3D94B4-6B9C-A544-B506-A8F35C9240B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6748" t="76748"/>
          <a:stretch/>
        </p:blipFill>
        <p:spPr>
          <a:xfrm>
            <a:off x="7602654" y="5263376"/>
            <a:ext cx="2303346" cy="1594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050593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sclaimer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C3A45E1-3DF2-9F47-B12F-01187B40885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07339" y="1520826"/>
            <a:ext cx="8126016" cy="4867275"/>
          </a:xfrm>
        </p:spPr>
        <p:txBody>
          <a:bodyPr bIns="0"/>
          <a:lstStyle>
            <a:lvl1pPr marL="0" indent="0">
              <a:lnSpc>
                <a:spcPts val="975"/>
              </a:lnSpc>
              <a:spcBef>
                <a:spcPts val="0"/>
              </a:spcBef>
              <a:buNone/>
              <a:defRPr sz="650"/>
            </a:lvl1pPr>
            <a:lvl2pPr marL="371466" indent="0">
              <a:lnSpc>
                <a:spcPts val="975"/>
              </a:lnSpc>
              <a:spcBef>
                <a:spcPts val="0"/>
              </a:spcBef>
              <a:buNone/>
              <a:defRPr sz="650"/>
            </a:lvl2pPr>
            <a:lvl3pPr marL="742931" indent="0">
              <a:lnSpc>
                <a:spcPts val="975"/>
              </a:lnSpc>
              <a:spcBef>
                <a:spcPts val="0"/>
              </a:spcBef>
              <a:buNone/>
              <a:defRPr sz="650"/>
            </a:lvl3pPr>
            <a:lvl4pPr marL="1114397" indent="0">
              <a:lnSpc>
                <a:spcPts val="975"/>
              </a:lnSpc>
              <a:spcBef>
                <a:spcPts val="0"/>
              </a:spcBef>
              <a:buNone/>
              <a:defRPr sz="650"/>
            </a:lvl4pPr>
            <a:lvl5pPr marL="1485863" indent="0">
              <a:lnSpc>
                <a:spcPts val="975"/>
              </a:lnSpc>
              <a:spcBef>
                <a:spcPts val="0"/>
              </a:spcBef>
              <a:buNone/>
              <a:defRPr sz="650"/>
            </a:lvl5pPr>
          </a:lstStyle>
          <a:p>
            <a:pPr lvl="0"/>
            <a:r>
              <a:rPr lang="en-US" dirty="0"/>
              <a:t>Edit content</a:t>
            </a: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3878D1AC-92BD-1D41-A92D-FE62D13B76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7340" y="408469"/>
            <a:ext cx="8126015" cy="360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b="1"/>
            </a:lvl1pPr>
          </a:lstStyle>
          <a:p>
            <a:r>
              <a:rPr lang="en-US" dirty="0"/>
              <a:t>Disclaimer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CDE08E2-DD44-4045-A475-3371A39736D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6748" t="76748"/>
          <a:stretch/>
        </p:blipFill>
        <p:spPr>
          <a:xfrm>
            <a:off x="7602654" y="5263376"/>
            <a:ext cx="2303346" cy="1594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288920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 gradient">
    <p:bg>
      <p:bgPr>
        <a:gradFill>
          <a:gsLst>
            <a:gs pos="100000">
              <a:srgbClr val="2C3A87"/>
            </a:gs>
            <a:gs pos="0">
              <a:srgbClr val="0061C7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AE5FB06E-4674-2E46-B9C1-4670A9B05F3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71267" y="468312"/>
            <a:ext cx="7365150" cy="5040000"/>
          </a:xfrm>
        </p:spPr>
        <p:txBody>
          <a:bodyPr anchor="ctr"/>
          <a:lstStyle>
            <a:lvl1pPr marL="0" indent="0" algn="ctr">
              <a:lnSpc>
                <a:spcPts val="4063"/>
              </a:lnSpc>
              <a:buNone/>
              <a:defRPr sz="3413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Thank you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4EBFFC9-8789-FF48-B415-D569D45796E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6614" t="76614"/>
          <a:stretch/>
        </p:blipFill>
        <p:spPr>
          <a:xfrm>
            <a:off x="7589358" y="5254171"/>
            <a:ext cx="2316642" cy="1603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9495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287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2DDE12C2-35EE-6440-92BB-368EFE910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2422" t="62422"/>
          <a:stretch/>
        </p:blipFill>
        <p:spPr>
          <a:xfrm>
            <a:off x="6183511" y="4280892"/>
            <a:ext cx="3722489" cy="2577108"/>
          </a:xfrm>
          <a:prstGeom prst="rect">
            <a:avLst/>
          </a:prstGeo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3F849CD-2E5B-D346-8B31-ECC65C71E67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70425" y="468312"/>
            <a:ext cx="7365150" cy="5040000"/>
          </a:xfrm>
        </p:spPr>
        <p:txBody>
          <a:bodyPr anchor="ctr"/>
          <a:lstStyle>
            <a:lvl1pPr marL="0" indent="0" algn="ctr">
              <a:lnSpc>
                <a:spcPts val="4063"/>
              </a:lnSpc>
              <a:buNone/>
              <a:defRPr sz="3413" b="1"/>
            </a:lvl1pPr>
          </a:lstStyle>
          <a:p>
            <a:pPr lvl="0"/>
            <a:r>
              <a:rPr lang="en-US" dirty="0"/>
              <a:t>Thank you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DE8AD39-0379-F548-918F-0D2D792815A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6614" t="76614"/>
          <a:stretch/>
        </p:blipFill>
        <p:spPr>
          <a:xfrm>
            <a:off x="7589358" y="5254171"/>
            <a:ext cx="2316642" cy="1603829"/>
          </a:xfrm>
          <a:prstGeom prst="rect">
            <a:avLst/>
          </a:prstGeom>
        </p:spPr>
      </p:pic>
      <p:pic>
        <p:nvPicPr>
          <p:cNvPr id="2" name="Picture 1" descr="A blue and white logo&#10;&#10;Description automatically generated">
            <a:extLst>
              <a:ext uri="{FF2B5EF4-FFF2-40B4-BE49-F238E27FC236}">
                <a16:creationId xmlns:a16="http://schemas.microsoft.com/office/drawing/2014/main" id="{99C95B1E-D0D7-F4F2-2AD9-3048FEEF785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5200" y="342750"/>
            <a:ext cx="2305733" cy="363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38225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287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6389" y="695325"/>
            <a:ext cx="7950860" cy="600075"/>
          </a:xfrm>
        </p:spPr>
        <p:txBody>
          <a:bodyPr/>
          <a:lstStyle>
            <a:lvl1pPr>
              <a:defRPr sz="2800"/>
            </a:lvl1pPr>
          </a:lstStyle>
          <a:p>
            <a:r>
              <a:rPr kumimoji="0"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336259"/>
            <a:ext cx="8126015" cy="4391326"/>
          </a:xfrm>
        </p:spPr>
        <p:txBody>
          <a:bodyPr/>
          <a:lstStyle>
            <a:lvl1pPr>
              <a:buSzPct val="120000"/>
              <a:defRPr sz="1500"/>
            </a:lvl1pPr>
            <a:lvl2pPr>
              <a:buSzPct val="120000"/>
              <a:defRPr sz="1500"/>
            </a:lvl2pPr>
            <a:lvl3pPr>
              <a:buSzPct val="120000"/>
              <a:defRPr sz="1500"/>
            </a:lvl3pPr>
            <a:lvl4pPr>
              <a:buSzPct val="120000"/>
              <a:defRPr sz="1500"/>
            </a:lvl4pPr>
            <a:lvl5pPr>
              <a:buSzPct val="120000"/>
              <a:defRPr sz="1500"/>
            </a:lvl5pPr>
          </a:lstStyle>
          <a:p>
            <a:pPr lvl="0" eaLnBrk="1" latinLnBrk="0" hangingPunct="1"/>
            <a:r>
              <a:rPr lang="en-US" dirty="0"/>
              <a:t>Click to edit Master text styles</a:t>
            </a:r>
          </a:p>
          <a:p>
            <a:pPr lvl="1" eaLnBrk="1" latinLnBrk="0" hangingPunct="1"/>
            <a:r>
              <a:rPr lang="en-US" dirty="0"/>
              <a:t>Second level</a:t>
            </a:r>
          </a:p>
          <a:p>
            <a:pPr lvl="2" eaLnBrk="1" latinLnBrk="0" hangingPunct="1"/>
            <a:r>
              <a:rPr lang="en-US" dirty="0"/>
              <a:t>Third level</a:t>
            </a:r>
          </a:p>
          <a:p>
            <a:pPr lvl="3" eaLnBrk="1" latinLnBrk="0" hangingPunct="1"/>
            <a:r>
              <a:rPr lang="en-US" dirty="0"/>
              <a:t>Fourth level</a:t>
            </a:r>
          </a:p>
          <a:p>
            <a:pPr lvl="4" eaLnBrk="1" latinLnBrk="0" hangingPunct="1"/>
            <a:r>
              <a:rPr lang="en-US" dirty="0"/>
              <a:t>Fifth level</a:t>
            </a:r>
            <a:endParaRPr kumimoji="0"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633354" y="6255022"/>
            <a:ext cx="766435" cy="158193"/>
          </a:xfrm>
          <a:prstGeom prst="rect">
            <a:avLst/>
          </a:prstGeom>
        </p:spPr>
        <p:txBody>
          <a:bodyPr/>
          <a:lstStyle/>
          <a:p>
            <a:fld id="{C7AABF3E-EF9B-47F8-BC27-8C04233D4794}" type="datetimeFigureOut">
              <a:rPr lang="en-US" smtClean="0"/>
              <a:pPr/>
              <a:t>5/17/2024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96F9C-7FEE-48F2-A86C-DCFACBAB215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 descr="A blue and white logo&#10;&#10;Description automatically generated">
            <a:extLst>
              <a:ext uri="{FF2B5EF4-FFF2-40B4-BE49-F238E27FC236}">
                <a16:creationId xmlns:a16="http://schemas.microsoft.com/office/drawing/2014/main" id="{9CCF1D06-ECA3-C670-9AD3-C4B685E4383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5200" y="252056"/>
            <a:ext cx="2305733" cy="36335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143F96A-30DF-D040-271E-E160337F292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76614" t="76614"/>
          <a:stretch/>
        </p:blipFill>
        <p:spPr>
          <a:xfrm>
            <a:off x="7162800" y="5397600"/>
            <a:ext cx="2743200" cy="1543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47638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Waterm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CWB_PPT_Divider.jpg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121" b="2696"/>
          <a:stretch/>
        </p:blipFill>
        <p:spPr>
          <a:xfrm>
            <a:off x="2350" y="1088141"/>
            <a:ext cx="9903650" cy="5757259"/>
          </a:xfrm>
          <a:prstGeom prst="rect">
            <a:avLst/>
          </a:prstGeom>
        </p:spPr>
      </p:pic>
      <p:sp>
        <p:nvSpPr>
          <p:cNvPr id="4" name="Title 1"/>
          <p:cNvSpPr>
            <a:spLocks noGrp="1"/>
          </p:cNvSpPr>
          <p:nvPr>
            <p:ph type="ctrTitle"/>
          </p:nvPr>
        </p:nvSpPr>
        <p:spPr>
          <a:xfrm>
            <a:off x="340234" y="4833001"/>
            <a:ext cx="9259747" cy="1029600"/>
          </a:xfrm>
        </p:spPr>
        <p:txBody>
          <a:bodyPr anchor="t">
            <a:normAutofit/>
          </a:bodyPr>
          <a:lstStyle>
            <a:lvl1pPr algn="l">
              <a:defRPr sz="3500" baseline="0">
                <a:solidFill>
                  <a:schemeClr val="accent5"/>
                </a:solidFill>
                <a:latin typeface="Cover Title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ubtitle 2"/>
          <p:cNvSpPr>
            <a:spLocks noGrp="1"/>
          </p:cNvSpPr>
          <p:nvPr>
            <p:ph type="subTitle" idx="1"/>
          </p:nvPr>
        </p:nvSpPr>
        <p:spPr>
          <a:xfrm>
            <a:off x="340234" y="3709800"/>
            <a:ext cx="9243814" cy="966040"/>
          </a:xfrm>
        </p:spPr>
        <p:txBody>
          <a:bodyPr anchor="b">
            <a:normAutofit/>
          </a:bodyPr>
          <a:lstStyle>
            <a:lvl1pPr marL="0" indent="0" algn="l">
              <a:buNone/>
              <a:defRPr sz="2000" baseline="0">
                <a:solidFill>
                  <a:schemeClr val="tx1"/>
                </a:solidFill>
                <a:latin typeface="Cover Description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908260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/Agenda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Text Placeholder 2"/>
          <p:cNvSpPr>
            <a:spLocks noGrp="1"/>
          </p:cNvSpPr>
          <p:nvPr>
            <p:ph idx="1" hasCustomPrompt="1"/>
          </p:nvPr>
        </p:nvSpPr>
        <p:spPr>
          <a:xfrm>
            <a:off x="324091" y="1323001"/>
            <a:ext cx="9259747" cy="4847010"/>
          </a:xfrm>
          <a:prstGeom prst="rect">
            <a:avLst/>
          </a:prstGeom>
        </p:spPr>
        <p:txBody>
          <a:bodyPr vert="horz" lIns="0" tIns="72000" rIns="0" bIns="0" rtlCol="0">
            <a:normAutofit/>
          </a:bodyPr>
          <a:lstStyle>
            <a:lvl1pPr marL="328142" marR="0" indent="-328142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Tx/>
              <a:buFont typeface="Arial" panose="020B0604020202020204" pitchFamily="34" charset="0"/>
              <a:buNone/>
              <a:tabLst>
                <a:tab pos="6164618" algn="r"/>
              </a:tabLst>
              <a:defRPr baseline="0">
                <a:solidFill>
                  <a:schemeClr val="accent5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328142" indent="-328142">
              <a:lnSpc>
                <a:spcPct val="130000"/>
              </a:lnSpc>
              <a:spcBef>
                <a:spcPts val="0"/>
              </a:spcBef>
              <a:buNone/>
              <a:tabLst>
                <a:tab pos="6164618" algn="r"/>
              </a:tabLst>
            </a:pPr>
            <a:r>
              <a:rPr lang="en-GB" dirty="0">
                <a:solidFill>
                  <a:srgbClr val="6D6E71"/>
                </a:solidFill>
                <a:latin typeface="Arial" charset="0"/>
              </a:rPr>
              <a:t>Edit Page Title	#</a:t>
            </a:r>
          </a:p>
          <a:p>
            <a:pPr marL="328142" indent="-328142">
              <a:lnSpc>
                <a:spcPct val="130000"/>
              </a:lnSpc>
              <a:spcBef>
                <a:spcPts val="0"/>
              </a:spcBef>
              <a:buNone/>
              <a:tabLst>
                <a:tab pos="6164618" algn="r"/>
              </a:tabLst>
            </a:pPr>
            <a:r>
              <a:rPr lang="en-GB" dirty="0">
                <a:solidFill>
                  <a:srgbClr val="6D6E71"/>
                </a:solidFill>
                <a:latin typeface="Arial" charset="0"/>
              </a:rPr>
              <a:t>Edit Page Title	#</a:t>
            </a:r>
          </a:p>
          <a:p>
            <a:pPr marL="328142" indent="-328142">
              <a:lnSpc>
                <a:spcPct val="130000"/>
              </a:lnSpc>
              <a:spcBef>
                <a:spcPts val="0"/>
              </a:spcBef>
              <a:buNone/>
              <a:tabLst>
                <a:tab pos="6164618" algn="r"/>
              </a:tabLst>
            </a:pPr>
            <a:r>
              <a:rPr lang="en-GB" dirty="0">
                <a:solidFill>
                  <a:srgbClr val="6D6E71"/>
                </a:solidFill>
                <a:latin typeface="Arial" charset="0"/>
              </a:rPr>
              <a:t>Edit Page Title	#</a:t>
            </a:r>
          </a:p>
          <a:p>
            <a:pPr marL="328142" indent="-328142">
              <a:lnSpc>
                <a:spcPct val="130000"/>
              </a:lnSpc>
              <a:spcBef>
                <a:spcPts val="0"/>
              </a:spcBef>
              <a:buNone/>
              <a:tabLst>
                <a:tab pos="6164618" algn="r"/>
              </a:tabLst>
            </a:pPr>
            <a:r>
              <a:rPr lang="en-GB" dirty="0">
                <a:solidFill>
                  <a:srgbClr val="6D6E71"/>
                </a:solidFill>
                <a:latin typeface="Arial" charset="0"/>
              </a:rPr>
              <a:t>Edit Page Title	#</a:t>
            </a:r>
          </a:p>
        </p:txBody>
      </p:sp>
    </p:spTree>
    <p:extLst>
      <p:ext uri="{BB962C8B-B14F-4D97-AF65-F5344CB8AC3E}">
        <p14:creationId xmlns:p14="http://schemas.microsoft.com/office/powerpoint/2010/main" val="33162295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120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ing &amp; 1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5" name="Text Placeholder 2"/>
          <p:cNvSpPr>
            <a:spLocks noGrp="1" noChangeAspect="1"/>
          </p:cNvSpPr>
          <p:nvPr>
            <p:ph idx="1"/>
          </p:nvPr>
        </p:nvSpPr>
        <p:spPr>
          <a:xfrm>
            <a:off x="324091" y="1323001"/>
            <a:ext cx="9259747" cy="484701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187665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ing &amp; 2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5" name="Text Placeholder 2"/>
          <p:cNvSpPr>
            <a:spLocks noGrp="1"/>
          </p:cNvSpPr>
          <p:nvPr>
            <p:ph idx="1"/>
          </p:nvPr>
        </p:nvSpPr>
        <p:spPr>
          <a:xfrm>
            <a:off x="324091" y="1323001"/>
            <a:ext cx="4488509" cy="484701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2"/>
          <p:cNvSpPr>
            <a:spLocks noGrp="1"/>
          </p:cNvSpPr>
          <p:nvPr>
            <p:ph idx="12"/>
          </p:nvPr>
        </p:nvSpPr>
        <p:spPr>
          <a:xfrm>
            <a:off x="5093400" y="1323001"/>
            <a:ext cx="4490438" cy="484701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63806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32050" y="575759"/>
            <a:ext cx="8126015" cy="360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 dirty="0"/>
              <a:t>Headline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3000" y="1161357"/>
            <a:ext cx="8126015" cy="439132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824D3A7F-63D4-F649-B3C6-2F0258AB41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25732" y="6255020"/>
            <a:ext cx="2457000" cy="1584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lnSpc>
                <a:spcPts val="1138"/>
              </a:lnSpc>
              <a:defRPr sz="813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7F0634-457B-3A4E-B043-D075AB57B8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07340" y="6255020"/>
            <a:ext cx="1023750" cy="1584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75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fld id="{8BB4F8FE-2BDD-4B3D-B4DA-BA6EEF17F744}" type="slidenum">
              <a:rPr lang="en-GB" smtClean="0"/>
              <a:t>‹#›</a:t>
            </a:fld>
            <a:endParaRPr lang="en-GB"/>
          </a:p>
        </p:txBody>
      </p:sp>
      <p:sp>
        <p:nvSpPr>
          <p:cNvPr id="5" name="MSIPCMContentMarking" descr="{&quot;HashCode&quot;:-767040411,&quot;Placement&quot;:&quot;Header&quot;,&quot;Top&quot;:0.0,&quot;Left&quot;:0.0,&quot;SlideWidth&quot;:780,&quot;SlideHeight&quot;:540}">
            <a:extLst>
              <a:ext uri="{FF2B5EF4-FFF2-40B4-BE49-F238E27FC236}">
                <a16:creationId xmlns:a16="http://schemas.microsoft.com/office/drawing/2014/main" id="{27B485C3-B774-4E3C-8344-FCC647BC9350}"/>
              </a:ext>
            </a:extLst>
          </p:cNvPr>
          <p:cNvSpPr txBox="1"/>
          <p:nvPr/>
        </p:nvSpPr>
        <p:spPr>
          <a:xfrm>
            <a:off x="0" y="0"/>
            <a:ext cx="826000" cy="233422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GB" sz="900">
                <a:solidFill>
                  <a:srgbClr val="0078D7"/>
                </a:solidFill>
                <a:latin typeface="Arial" panose="020B0604020202020204" pitchFamily="34" charset="0"/>
              </a:rPr>
              <a:t>INTERNAL</a:t>
            </a:r>
          </a:p>
        </p:txBody>
      </p:sp>
      <p:sp>
        <p:nvSpPr>
          <p:cNvPr id="10" name="MSIPCMContentMarking" descr="{&quot;HashCode&quot;:-767040411,&quot;Placement&quot;:&quot;Header&quot;,&quot;Top&quot;:0.0,&quot;Left&quot;:0.0,&quot;SlideWidth&quot;:780,&quot;SlideHeight&quot;:540}">
            <a:extLst>
              <a:ext uri="{FF2B5EF4-FFF2-40B4-BE49-F238E27FC236}">
                <a16:creationId xmlns:a16="http://schemas.microsoft.com/office/drawing/2014/main" id="{694CACA4-4B3A-3F40-3792-98B2B4C3330D}"/>
              </a:ext>
            </a:extLst>
          </p:cNvPr>
          <p:cNvSpPr txBox="1"/>
          <p:nvPr userDrawn="1"/>
        </p:nvSpPr>
        <p:spPr>
          <a:xfrm>
            <a:off x="0" y="0"/>
            <a:ext cx="826000" cy="233422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GB" sz="900">
                <a:solidFill>
                  <a:srgbClr val="0078D7"/>
                </a:solidFill>
                <a:latin typeface="Arial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27905465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0" r:id="rId1"/>
    <p:sldLayoutId id="2147483791" r:id="rId2"/>
    <p:sldLayoutId id="2147483792" r:id="rId3"/>
    <p:sldLayoutId id="2147483793" r:id="rId4"/>
    <p:sldLayoutId id="2147483794" r:id="rId5"/>
    <p:sldLayoutId id="2147483795" r:id="rId6"/>
    <p:sldLayoutId id="2147483796" r:id="rId7"/>
    <p:sldLayoutId id="2147483797" r:id="rId8"/>
    <p:sldLayoutId id="2147483798" r:id="rId9"/>
    <p:sldLayoutId id="2147483799" r:id="rId10"/>
    <p:sldLayoutId id="2147483800" r:id="rId11"/>
    <p:sldLayoutId id="2147483801" r:id="rId12"/>
    <p:sldLayoutId id="2147483802" r:id="rId13"/>
    <p:sldLayoutId id="2147483803" r:id="rId14"/>
    <p:sldLayoutId id="2147483804" r:id="rId15"/>
    <p:sldLayoutId id="2147483805" r:id="rId16"/>
    <p:sldLayoutId id="2147483806" r:id="rId17"/>
    <p:sldLayoutId id="2147483807" r:id="rId18"/>
    <p:sldLayoutId id="2147483808" r:id="rId19"/>
    <p:sldLayoutId id="2147483809" r:id="rId20"/>
    <p:sldLayoutId id="2147483810" r:id="rId21"/>
    <p:sldLayoutId id="2147483811" r:id="rId22"/>
    <p:sldLayoutId id="2147483812" r:id="rId23"/>
    <p:sldLayoutId id="2147483813" r:id="rId24"/>
    <p:sldLayoutId id="2147483814" r:id="rId25"/>
    <p:sldLayoutId id="2147483815" r:id="rId26"/>
    <p:sldLayoutId id="2147483816" r:id="rId27"/>
    <p:sldLayoutId id="2147483817" r:id="rId28"/>
    <p:sldLayoutId id="2147483818" r:id="rId29"/>
    <p:sldLayoutId id="2147483819" r:id="rId30"/>
    <p:sldLayoutId id="2147483820" r:id="rId31"/>
    <p:sldLayoutId id="2147483821" r:id="rId32"/>
    <p:sldLayoutId id="2147483822" r:id="rId33"/>
    <p:sldLayoutId id="2147483823" r:id="rId34"/>
    <p:sldLayoutId id="2147483824" r:id="rId35"/>
    <p:sldLayoutId id="2147483825" r:id="rId36"/>
    <p:sldLayoutId id="2147483826" r:id="rId37"/>
    <p:sldLayoutId id="2147483827" r:id="rId38"/>
    <p:sldLayoutId id="2147483828" r:id="rId39"/>
    <p:sldLayoutId id="2147483829" r:id="rId40"/>
    <p:sldLayoutId id="2147483680" r:id="rId41"/>
    <p:sldLayoutId id="2147483701" r:id="rId42"/>
    <p:sldLayoutId id="2147483666" r:id="rId43"/>
    <p:sldLayoutId id="2147483668" r:id="rId44"/>
  </p:sldLayoutIdLst>
  <p:txStyles>
    <p:titleStyle>
      <a:lvl1pPr algn="l" defTabSz="742931" rtl="0" eaLnBrk="1" latinLnBrk="0" hangingPunct="1">
        <a:lnSpc>
          <a:spcPts val="2275"/>
        </a:lnSpc>
        <a:spcBef>
          <a:spcPct val="0"/>
        </a:spcBef>
        <a:buNone/>
        <a:defRPr sz="2400" b="1" kern="1200">
          <a:solidFill>
            <a:srgbClr val="006FE9"/>
          </a:solidFill>
          <a:latin typeface="+mj-lt"/>
          <a:ea typeface="+mj-ea"/>
          <a:cs typeface="Arial" panose="020B0604020202020204" pitchFamily="34" charset="0"/>
        </a:defRPr>
      </a:lvl1pPr>
    </p:titleStyle>
    <p:bodyStyle>
      <a:lvl1pPr marL="185733" indent="-185733" algn="l" defTabSz="742931" rtl="0" eaLnBrk="1" latinLnBrk="0" hangingPunct="1">
        <a:lnSpc>
          <a:spcPts val="1788"/>
        </a:lnSpc>
        <a:spcBef>
          <a:spcPts val="0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368550" indent="-185733" algn="l" defTabSz="742931" rtl="0" eaLnBrk="1" latinLnBrk="0" hangingPunct="1">
        <a:lnSpc>
          <a:spcPts val="1788"/>
        </a:lnSpc>
        <a:spcBef>
          <a:spcPts val="0"/>
        </a:spcBef>
        <a:buFont typeface="Arial" panose="020B0604020202020204" pitchFamily="34" charset="0"/>
        <a:buChar char="•"/>
        <a:defRPr sz="1463" kern="1200" baseline="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552825" indent="-185733" algn="l" defTabSz="742931" rtl="0" eaLnBrk="1" latinLnBrk="0" hangingPunct="1">
        <a:lnSpc>
          <a:spcPts val="1788"/>
        </a:lnSpc>
        <a:spcBef>
          <a:spcPts val="0"/>
        </a:spcBef>
        <a:buFont typeface="Arial" panose="020B0604020202020204" pitchFamily="34" charset="0"/>
        <a:buChar char="•"/>
        <a:defRPr sz="1463" kern="1200" baseline="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737100" indent="-185733" algn="l" defTabSz="742931" rtl="0" eaLnBrk="1" latinLnBrk="0" hangingPunct="1">
        <a:lnSpc>
          <a:spcPts val="1788"/>
        </a:lnSpc>
        <a:spcBef>
          <a:spcPts val="0"/>
        </a:spcBef>
        <a:buFont typeface="Arial" panose="020B0604020202020204" pitchFamily="34" charset="0"/>
        <a:buChar char="•"/>
        <a:defRPr sz="1463" kern="1200" baseline="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921375" indent="-185733" algn="l" defTabSz="742931" rtl="0" eaLnBrk="1" latinLnBrk="0" hangingPunct="1">
        <a:lnSpc>
          <a:spcPts val="1788"/>
        </a:lnSpc>
        <a:spcBef>
          <a:spcPts val="0"/>
        </a:spcBef>
        <a:buFont typeface="Arial" panose="020B0604020202020204" pitchFamily="34" charset="0"/>
        <a:buChar char="•"/>
        <a:defRPr sz="1463" kern="1200" baseline="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2043061" indent="-185733" algn="l" defTabSz="742931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414527" indent="-185733" algn="l" defTabSz="742931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785993" indent="-185733" algn="l" defTabSz="742931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3157459" indent="-185733" algn="l" defTabSz="742931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42931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1pPr>
      <a:lvl2pPr marL="371466" algn="l" defTabSz="742931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2pPr>
      <a:lvl3pPr marL="742931" algn="l" defTabSz="742931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3pPr>
      <a:lvl4pPr marL="1114397" algn="l" defTabSz="742931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485863" algn="l" defTabSz="742931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1857329" algn="l" defTabSz="742931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4" algn="l" defTabSz="742931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600260" algn="l" defTabSz="742931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2971726" algn="l" defTabSz="742931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>
          <p15:clr>
            <a:srgbClr val="F26B43"/>
          </p15:clr>
        </p15:guide>
        <p15:guide id="2" pos="7680">
          <p15:clr>
            <a:srgbClr val="F26B43"/>
          </p15:clr>
        </p15:guide>
        <p15:guide id="3" pos="393">
          <p15:clr>
            <a:srgbClr val="F26B43"/>
          </p15:clr>
        </p15:guide>
        <p15:guide id="4" pos="1194">
          <p15:clr>
            <a:srgbClr val="F26B43"/>
          </p15:clr>
        </p15:guide>
        <p15:guide id="5" pos="1493">
          <p15:clr>
            <a:srgbClr val="F26B43"/>
          </p15:clr>
        </p15:guide>
        <p15:guide id="6" pos="2294">
          <p15:clr>
            <a:srgbClr val="F26B43"/>
          </p15:clr>
        </p15:guide>
        <p15:guide id="7" pos="2594">
          <p15:clr>
            <a:srgbClr val="F26B43"/>
          </p15:clr>
        </p15:guide>
        <p15:guide id="8" pos="3395">
          <p15:clr>
            <a:srgbClr val="F26B43"/>
          </p15:clr>
        </p15:guide>
        <p15:guide id="9" pos="3694">
          <p15:clr>
            <a:srgbClr val="F26B43"/>
          </p15:clr>
        </p15:guide>
        <p15:guide id="10" pos="4495">
          <p15:clr>
            <a:srgbClr val="F26B43"/>
          </p15:clr>
        </p15:guide>
        <p15:guide id="11" pos="4794">
          <p15:clr>
            <a:srgbClr val="F26B43"/>
          </p15:clr>
        </p15:guide>
        <p15:guide id="12" pos="5595">
          <p15:clr>
            <a:srgbClr val="F26B43"/>
          </p15:clr>
        </p15:guide>
        <p15:guide id="13" pos="5894">
          <p15:clr>
            <a:srgbClr val="F26B43"/>
          </p15:clr>
        </p15:guide>
        <p15:guide id="14" pos="6695">
          <p15:clr>
            <a:srgbClr val="F26B43"/>
          </p15:clr>
        </p15:guide>
        <p15:guide id="15" orient="horz">
          <p15:clr>
            <a:srgbClr val="F26B43"/>
          </p15:clr>
        </p15:guide>
        <p15:guide id="16" orient="horz" pos="4320">
          <p15:clr>
            <a:srgbClr val="F26B43"/>
          </p15:clr>
        </p15:guide>
        <p15:guide id="17" orient="horz" pos="295">
          <p15:clr>
            <a:srgbClr val="F26B43"/>
          </p15:clr>
        </p15:guide>
        <p15:guide id="18" orient="horz" pos="4024">
          <p15:clr>
            <a:srgbClr val="F26B43"/>
          </p15:clr>
        </p15:guide>
        <p15:guide id="20" orient="horz" pos="3725">
          <p15:clr>
            <a:srgbClr val="F26B43"/>
          </p15:clr>
        </p15:guide>
        <p15:guide id="21" orient="horz" pos="95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start.spring.io/" TargetMode="External"/><Relationship Id="rId1" Type="http://schemas.openxmlformats.org/officeDocument/2006/relationships/slideLayout" Target="../slideLayouts/slideLayout4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javacodegeeks.com/2018/07/spring-boot-project-sts.html" TargetMode="Externa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javacodegeeks.com/2018/07/spring-boot-project-sts.html" TargetMode="Externa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javacodegeeks.com/2018/07/spring-boot-project-sts.html" TargetMode="Externa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0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javacodegeeks.com/2018/07/spring-boot-project-sts.html" TargetMode="Externa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0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javacodegeeks.com/2018/07/spring-boot-project-sts.html" TargetMode="Externa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0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javacodegeeks.com/2018/07/spring-boot-project-sts.html" TargetMode="Externa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0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0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0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0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0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0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0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0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0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spring.io/spring/docs/5.0.0.RC2/spring-framework-reference/overview.html" TargetMode="External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0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0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0.xml"/><Relationship Id="rId4" Type="http://schemas.openxmlformats.org/officeDocument/2006/relationships/image" Target="../media/image30.png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0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0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0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40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40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40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40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40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40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40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40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40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40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0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40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4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0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40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40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40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40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40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40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0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40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40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E15820C-C09D-AAA8-2F18-DDB33816A5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Spring Boot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80557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08BA33D-2A99-5C6F-0207-F5B7AEE5C5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9985" y="2667000"/>
            <a:ext cx="8126015" cy="648000"/>
          </a:xfrm>
        </p:spPr>
        <p:txBody>
          <a:bodyPr/>
          <a:lstStyle/>
          <a:p>
            <a:r>
              <a:rPr lang="en-US" dirty="0"/>
              <a:t>Module 1: Spring Boot Basics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215541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EC08CE-D734-4365-84DA-6E43F9805E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534" y="306470"/>
            <a:ext cx="8126015" cy="360000"/>
          </a:xfrm>
        </p:spPr>
        <p:txBody>
          <a:bodyPr/>
          <a:lstStyle/>
          <a:p>
            <a:r>
              <a:rPr lang="en-US" dirty="0">
                <a:latin typeface="Body Level 1"/>
              </a:rPr>
              <a:t>Module 1 Design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C37CE2DB-C1BC-4E74-8788-D1CCCFC271F9}"/>
              </a:ext>
            </a:extLst>
          </p:cNvPr>
          <p:cNvSpPr txBox="1"/>
          <p:nvPr/>
        </p:nvSpPr>
        <p:spPr>
          <a:xfrm>
            <a:off x="585534" y="5152882"/>
            <a:ext cx="2924947" cy="707886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5C84"/>
                </a:solidFill>
                <a:effectLst/>
                <a:uLnTx/>
                <a:uFillTx/>
                <a:latin typeface="Body Level 1"/>
                <a:ea typeface="+mn-ea"/>
                <a:cs typeface="Calibri" panose="020F0502020204030204" pitchFamily="34" charset="0"/>
              </a:rPr>
              <a:t>IDE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5C84"/>
                </a:solidFill>
                <a:effectLst/>
                <a:uLnTx/>
                <a:uFillTx/>
                <a:latin typeface="Body Level 1"/>
                <a:ea typeface="+mn-ea"/>
                <a:cs typeface="Calibri" panose="020F0502020204030204" pitchFamily="34" charset="0"/>
              </a:rPr>
              <a:t> : Spring Tool Suite 3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b="1" dirty="0">
                <a:solidFill>
                  <a:srgbClr val="005C84"/>
                </a:solidFill>
                <a:latin typeface="Body Level 1"/>
                <a:cs typeface="Calibri" panose="020F0502020204030204" pitchFamily="34" charset="0"/>
              </a:rPr>
              <a:t>Testing tool: </a:t>
            </a:r>
            <a:r>
              <a:rPr lang="en-US" sz="2000" dirty="0">
                <a:solidFill>
                  <a:srgbClr val="005C84"/>
                </a:solidFill>
                <a:latin typeface="Body Level 1"/>
                <a:cs typeface="Calibri" panose="020F0502020204030204" pitchFamily="34" charset="0"/>
              </a:rPr>
              <a:t>Postman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5C84"/>
              </a:solidFill>
              <a:effectLst/>
              <a:uLnTx/>
              <a:uFillTx/>
              <a:latin typeface="Body Level 1"/>
              <a:ea typeface="+mn-ea"/>
              <a:cs typeface="Calibri" panose="020F0502020204030204" pitchFamily="34" charset="0"/>
            </a:endParaRPr>
          </a:p>
        </p:txBody>
      </p:sp>
      <p:sp>
        <p:nvSpPr>
          <p:cNvPr id="78" name="Rectangle: Rounded Corners 77">
            <a:extLst>
              <a:ext uri="{FF2B5EF4-FFF2-40B4-BE49-F238E27FC236}">
                <a16:creationId xmlns:a16="http://schemas.microsoft.com/office/drawing/2014/main" id="{86D9A961-186F-425E-A1C2-C475C431DE37}"/>
              </a:ext>
            </a:extLst>
          </p:cNvPr>
          <p:cNvSpPr/>
          <p:nvPr/>
        </p:nvSpPr>
        <p:spPr>
          <a:xfrm>
            <a:off x="2693388" y="2977182"/>
            <a:ext cx="2174019" cy="1356071"/>
          </a:xfrm>
          <a:prstGeom prst="round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ody Level 1"/>
              <a:ea typeface="+mn-ea"/>
              <a:cs typeface="Calibri" panose="020F050202020403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ody Level 1"/>
                <a:ea typeface="+mn-ea"/>
                <a:cs typeface="Calibri" panose="020F0502020204030204" pitchFamily="34" charset="0"/>
              </a:rPr>
              <a:t>Use Case 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ody Level 1"/>
                <a:ea typeface="+mn-ea"/>
                <a:cs typeface="Calibri" panose="020F0502020204030204" pitchFamily="34" charset="0"/>
              </a:rPr>
              <a:t>A simple REST API for CRUD operations using POJOs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ody Level 1"/>
                <a:ea typeface="+mn-ea"/>
                <a:cs typeface="Calibri" panose="020F0502020204030204" pitchFamily="34" charset="0"/>
              </a:rPr>
              <a:t>(no database)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ody Level 1"/>
              <a:ea typeface="+mn-ea"/>
              <a:cs typeface="Calibri" panose="020F0502020204030204" pitchFamily="34" charset="0"/>
            </a:endParaRPr>
          </a:p>
        </p:txBody>
      </p: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4A5E4DBF-F6EB-4D34-AF73-1EB2E2A35E80}"/>
              </a:ext>
            </a:extLst>
          </p:cNvPr>
          <p:cNvGrpSpPr/>
          <p:nvPr/>
        </p:nvGrpSpPr>
        <p:grpSpPr>
          <a:xfrm>
            <a:off x="295408" y="393485"/>
            <a:ext cx="4760386" cy="3934507"/>
            <a:chOff x="117504" y="1521805"/>
            <a:chExt cx="5257305" cy="3980001"/>
          </a:xfrm>
        </p:grpSpPr>
        <p:sp>
          <p:nvSpPr>
            <p:cNvPr id="77" name="Rectangle: Rounded Corners 76">
              <a:extLst>
                <a:ext uri="{FF2B5EF4-FFF2-40B4-BE49-F238E27FC236}">
                  <a16:creationId xmlns:a16="http://schemas.microsoft.com/office/drawing/2014/main" id="{0FAD2F6E-8D24-4A84-BFF0-62184D6225BF}"/>
                </a:ext>
              </a:extLst>
            </p:cNvPr>
            <p:cNvSpPr/>
            <p:nvPr/>
          </p:nvSpPr>
          <p:spPr>
            <a:xfrm>
              <a:off x="117504" y="4130055"/>
              <a:ext cx="1979468" cy="1371751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ody Level 1"/>
                  <a:ea typeface="+mn-ea"/>
                  <a:cs typeface="Calibri" panose="020F0502020204030204" pitchFamily="34" charset="0"/>
                </a:rPr>
                <a:t>Module 1 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ody Level 1"/>
                  <a:ea typeface="+mn-ea"/>
                  <a:cs typeface="Calibri" panose="020F0502020204030204" pitchFamily="34" charset="0"/>
                </a:rPr>
                <a:t>Spring Boot Basics</a:t>
              </a:r>
            </a:p>
          </p:txBody>
        </p: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12405B6A-1CCB-4BB7-B586-8C87579D14F7}"/>
                </a:ext>
              </a:extLst>
            </p:cNvPr>
            <p:cNvSpPr txBox="1"/>
            <p:nvPr/>
          </p:nvSpPr>
          <p:spPr>
            <a:xfrm>
              <a:off x="5029240" y="1521805"/>
              <a:ext cx="345569" cy="37360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ody Level 1"/>
                  <a:ea typeface="+mn-ea"/>
                  <a:cs typeface="Calibri" panose="020F0502020204030204" pitchFamily="34" charset="0"/>
                </a:rPr>
                <a:t>2</a:t>
              </a:r>
            </a:p>
          </p:txBody>
        </p: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A3AD5077-C76D-4E07-A324-630E2A6046F3}"/>
              </a:ext>
            </a:extLst>
          </p:cNvPr>
          <p:cNvSpPr/>
          <p:nvPr/>
        </p:nvSpPr>
        <p:spPr>
          <a:xfrm>
            <a:off x="585534" y="4822301"/>
            <a:ext cx="2924947" cy="33058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F46"/>
                </a:solidFill>
                <a:effectLst/>
                <a:uLnTx/>
                <a:uFillTx/>
                <a:latin typeface="Body Level 1"/>
                <a:ea typeface="+mn-ea"/>
                <a:cs typeface="Calibri" panose="020F0502020204030204" pitchFamily="34" charset="0"/>
              </a:rPr>
              <a:t>S/W Requirements</a:t>
            </a:r>
            <a:endParaRPr kumimoji="0" lang="en-GB" sz="1800" b="1" i="0" u="none" strike="noStrike" kern="1200" cap="none" spc="0" normalizeH="0" baseline="0" noProof="0" dirty="0">
              <a:ln>
                <a:noFill/>
              </a:ln>
              <a:solidFill>
                <a:srgbClr val="000F46"/>
              </a:solidFill>
              <a:effectLst/>
              <a:uLnTx/>
              <a:uFillTx/>
              <a:latin typeface="Body Level 1"/>
              <a:ea typeface="+mn-ea"/>
              <a:cs typeface="Calibri" panose="020F0502020204030204" pitchFamily="34" charset="0"/>
            </a:endParaRPr>
          </a:p>
        </p:txBody>
      </p:sp>
      <p:sp>
        <p:nvSpPr>
          <p:cNvPr id="24" name="Speech Bubble: Oval 23">
            <a:extLst>
              <a:ext uri="{FF2B5EF4-FFF2-40B4-BE49-F238E27FC236}">
                <a16:creationId xmlns:a16="http://schemas.microsoft.com/office/drawing/2014/main" id="{FE2A6C49-0619-4805-BB2E-6DC55E3116F5}"/>
              </a:ext>
            </a:extLst>
          </p:cNvPr>
          <p:cNvSpPr/>
          <p:nvPr/>
        </p:nvSpPr>
        <p:spPr>
          <a:xfrm>
            <a:off x="185063" y="1131821"/>
            <a:ext cx="2637653" cy="990600"/>
          </a:xfrm>
          <a:prstGeom prst="wedgeEllipseCallout">
            <a:avLst>
              <a:gd name="adj1" fmla="val -10375"/>
              <a:gd name="adj2" fmla="val 131926"/>
            </a:avLst>
          </a:prstGeom>
          <a:solidFill>
            <a:srgbClr val="F9FC8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5C84"/>
                </a:solidFill>
                <a:effectLst/>
                <a:uLnTx/>
                <a:uFillTx/>
                <a:latin typeface="Body Level 1"/>
                <a:ea typeface="+mn-ea"/>
                <a:cs typeface="Calibri" panose="020F0502020204030204" pitchFamily="34" charset="0"/>
              </a:rPr>
              <a:t>Target CRUD Rest APIs that can be tested with tools such as Postman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B6FA7DE-AD15-4724-92E8-CDA68B36D559}"/>
              </a:ext>
            </a:extLst>
          </p:cNvPr>
          <p:cNvGrpSpPr/>
          <p:nvPr/>
        </p:nvGrpSpPr>
        <p:grpSpPr>
          <a:xfrm>
            <a:off x="3352800" y="914400"/>
            <a:ext cx="6024086" cy="1175436"/>
            <a:chOff x="3499310" y="4635272"/>
            <a:chExt cx="6186649" cy="1106044"/>
          </a:xfrm>
        </p:grpSpPr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4BC9D960-58C1-4F32-8BB6-9FA94F1728CC}"/>
                </a:ext>
              </a:extLst>
            </p:cNvPr>
            <p:cNvSpPr/>
            <p:nvPr/>
          </p:nvSpPr>
          <p:spPr>
            <a:xfrm>
              <a:off x="3499310" y="4642290"/>
              <a:ext cx="1749005" cy="1099026"/>
            </a:xfrm>
            <a:prstGeom prst="roundRect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ody Level 1"/>
                  <a:ea typeface="+mn-ea"/>
                  <a:cs typeface="Calibri" panose="020F0502020204030204" pitchFamily="34" charset="0"/>
                </a:rPr>
                <a:t>Overview, App Creation, Code Walkthrough</a:t>
              </a:r>
            </a:p>
          </p:txBody>
        </p:sp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024DCEEE-291F-4A5C-A32D-5C45132615A4}"/>
                </a:ext>
              </a:extLst>
            </p:cNvPr>
            <p:cNvSpPr/>
            <p:nvPr/>
          </p:nvSpPr>
          <p:spPr>
            <a:xfrm>
              <a:off x="5792703" y="4642290"/>
              <a:ext cx="1609776" cy="1044090"/>
            </a:xfrm>
            <a:prstGeom prst="roundRect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ody Level 1"/>
                  <a:ea typeface="+mn-ea"/>
                  <a:cs typeface="Calibri" panose="020F0502020204030204" pitchFamily="34" charset="0"/>
                </a:rPr>
                <a:t>Spring Basics, Spring Boot Benefits</a:t>
              </a:r>
            </a:p>
          </p:txBody>
        </p:sp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50F4F333-3876-4724-8D55-D2C6CA3A9073}"/>
                </a:ext>
              </a:extLst>
            </p:cNvPr>
            <p:cNvSpPr/>
            <p:nvPr/>
          </p:nvSpPr>
          <p:spPr>
            <a:xfrm>
              <a:off x="7946867" y="4635272"/>
              <a:ext cx="1739092" cy="1044090"/>
            </a:xfrm>
            <a:prstGeom prst="roundRect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600" dirty="0">
                  <a:solidFill>
                    <a:prstClr val="white"/>
                  </a:solidFill>
                  <a:latin typeface="Body Level 1"/>
                  <a:cs typeface="Calibri" panose="020F0502020204030204" pitchFamily="34" charset="0"/>
                </a:rPr>
                <a:t>Spring Boot Starters, </a:t>
              </a:r>
              <a:r>
                <a:rPr lang="en-US" sz="1600" dirty="0" err="1">
                  <a:solidFill>
                    <a:prstClr val="white"/>
                  </a:solidFill>
                  <a:latin typeface="Body Level 1"/>
                  <a:cs typeface="Calibri" panose="020F0502020204030204" pitchFamily="34" charset="0"/>
                </a:rPr>
                <a:t>Devtools</a:t>
              </a: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ody Level 1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37" name="Arrow: Right 36">
              <a:extLst>
                <a:ext uri="{FF2B5EF4-FFF2-40B4-BE49-F238E27FC236}">
                  <a16:creationId xmlns:a16="http://schemas.microsoft.com/office/drawing/2014/main" id="{7CA27DB9-5994-45DF-BD43-70172D20A861}"/>
                </a:ext>
              </a:extLst>
            </p:cNvPr>
            <p:cNvSpPr/>
            <p:nvPr/>
          </p:nvSpPr>
          <p:spPr>
            <a:xfrm>
              <a:off x="5248316" y="4928242"/>
              <a:ext cx="544388" cy="337994"/>
            </a:xfrm>
            <a:prstGeom prst="rightArrow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ody Level 1"/>
                <a:ea typeface="+mn-ea"/>
                <a:cs typeface="+mn-cs"/>
              </a:endParaRPr>
            </a:p>
          </p:txBody>
        </p:sp>
        <p:sp>
          <p:nvSpPr>
            <p:cNvPr id="38" name="Arrow: Right 37">
              <a:extLst>
                <a:ext uri="{FF2B5EF4-FFF2-40B4-BE49-F238E27FC236}">
                  <a16:creationId xmlns:a16="http://schemas.microsoft.com/office/drawing/2014/main" id="{627ECF95-85FE-4CE9-8D81-DB754FAE503A}"/>
                </a:ext>
              </a:extLst>
            </p:cNvPr>
            <p:cNvSpPr/>
            <p:nvPr/>
          </p:nvSpPr>
          <p:spPr>
            <a:xfrm>
              <a:off x="7406227" y="4968339"/>
              <a:ext cx="540640" cy="340671"/>
            </a:xfrm>
            <a:prstGeom prst="rightArrow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ody Level 1"/>
                <a:ea typeface="+mn-ea"/>
                <a:cs typeface="+mn-cs"/>
              </a:endParaRPr>
            </a:p>
          </p:txBody>
        </p:sp>
      </p:grpSp>
      <p:sp>
        <p:nvSpPr>
          <p:cNvPr id="34" name="Speech Bubble: Oval 33">
            <a:extLst>
              <a:ext uri="{FF2B5EF4-FFF2-40B4-BE49-F238E27FC236}">
                <a16:creationId xmlns:a16="http://schemas.microsoft.com/office/drawing/2014/main" id="{7945FE48-896B-47E4-B329-44143EB05AE5}"/>
              </a:ext>
            </a:extLst>
          </p:cNvPr>
          <p:cNvSpPr/>
          <p:nvPr/>
        </p:nvSpPr>
        <p:spPr>
          <a:xfrm>
            <a:off x="4284045" y="5031608"/>
            <a:ext cx="2043863" cy="827172"/>
          </a:xfrm>
          <a:prstGeom prst="wedgeEllipseCallout">
            <a:avLst>
              <a:gd name="adj1" fmla="val -57982"/>
              <a:gd name="adj2" fmla="val -130534"/>
            </a:avLst>
          </a:prstGeom>
          <a:solidFill>
            <a:srgbClr val="F9FC8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5C84"/>
                </a:solidFill>
                <a:effectLst/>
                <a:uLnTx/>
                <a:uFillTx/>
                <a:latin typeface="Body Level 1"/>
                <a:ea typeface="+mn-ea"/>
                <a:cs typeface="Calibri" panose="020F0502020204030204" pitchFamily="34" charset="0"/>
              </a:rPr>
              <a:t>Cheat Sheet for Spring Boot</a:t>
            </a: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6B82C8C9-11EE-4206-A2F2-A01B2668B9FE}"/>
              </a:ext>
            </a:extLst>
          </p:cNvPr>
          <p:cNvSpPr/>
          <p:nvPr/>
        </p:nvSpPr>
        <p:spPr>
          <a:xfrm>
            <a:off x="7493720" y="2757563"/>
            <a:ext cx="1912427" cy="1109595"/>
          </a:xfrm>
          <a:prstGeom prst="round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ody Level 1"/>
                <a:ea typeface="+mn-ea"/>
                <a:cs typeface="Calibri" panose="020F0502020204030204" pitchFamily="34" charset="0"/>
              </a:rPr>
              <a:t>Writing POJO classes for business entities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055669F2-8D1B-443E-99AE-D0BE5354BC9A}"/>
              </a:ext>
            </a:extLst>
          </p:cNvPr>
          <p:cNvSpPr/>
          <p:nvPr/>
        </p:nvSpPr>
        <p:spPr>
          <a:xfrm>
            <a:off x="7562938" y="4598084"/>
            <a:ext cx="1693395" cy="1109595"/>
          </a:xfrm>
          <a:prstGeom prst="round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en-US" sz="1600" dirty="0">
                <a:solidFill>
                  <a:prstClr val="white"/>
                </a:solidFill>
                <a:latin typeface="Body Level 1"/>
                <a:cs typeface="Calibri" panose="020F0502020204030204" pitchFamily="34" charset="0"/>
              </a:rPr>
              <a:t>Annotations, Rest Controllers, CRUD APIs</a:t>
            </a:r>
          </a:p>
        </p:txBody>
      </p:sp>
      <p:sp>
        <p:nvSpPr>
          <p:cNvPr id="53" name="Arrow: Right 52">
            <a:extLst>
              <a:ext uri="{FF2B5EF4-FFF2-40B4-BE49-F238E27FC236}">
                <a16:creationId xmlns:a16="http://schemas.microsoft.com/office/drawing/2014/main" id="{9CE3D361-1350-410C-BA1C-0A5EAC347146}"/>
              </a:ext>
            </a:extLst>
          </p:cNvPr>
          <p:cNvSpPr/>
          <p:nvPr/>
        </p:nvSpPr>
        <p:spPr>
          <a:xfrm>
            <a:off x="2093181" y="3460988"/>
            <a:ext cx="600208" cy="359199"/>
          </a:xfrm>
          <a:prstGeom prst="rightArrow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ody Level 1"/>
              <a:ea typeface="+mn-ea"/>
              <a:cs typeface="+mn-cs"/>
            </a:endParaRPr>
          </a:p>
        </p:txBody>
      </p:sp>
      <p:sp>
        <p:nvSpPr>
          <p:cNvPr id="20" name="Arrow: Up-Down 19">
            <a:extLst>
              <a:ext uri="{FF2B5EF4-FFF2-40B4-BE49-F238E27FC236}">
                <a16:creationId xmlns:a16="http://schemas.microsoft.com/office/drawing/2014/main" id="{F25C5A42-2391-4D93-8373-52A76FA90ABC}"/>
              </a:ext>
            </a:extLst>
          </p:cNvPr>
          <p:cNvSpPr/>
          <p:nvPr/>
        </p:nvSpPr>
        <p:spPr>
          <a:xfrm>
            <a:off x="4034646" y="2100596"/>
            <a:ext cx="304800" cy="899405"/>
          </a:xfrm>
          <a:prstGeom prst="upDownArrow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ody Level 1"/>
              <a:ea typeface="+mn-ea"/>
              <a:cs typeface="+mn-cs"/>
            </a:endParaRPr>
          </a:p>
        </p:txBody>
      </p:sp>
      <p:sp>
        <p:nvSpPr>
          <p:cNvPr id="21" name="Arrow: Up-Down 20">
            <a:extLst>
              <a:ext uri="{FF2B5EF4-FFF2-40B4-BE49-F238E27FC236}">
                <a16:creationId xmlns:a16="http://schemas.microsoft.com/office/drawing/2014/main" id="{339B52E3-0C37-4980-BBBD-B5E384A3CC44}"/>
              </a:ext>
            </a:extLst>
          </p:cNvPr>
          <p:cNvSpPr/>
          <p:nvPr/>
        </p:nvSpPr>
        <p:spPr>
          <a:xfrm>
            <a:off x="8257236" y="2031455"/>
            <a:ext cx="304800" cy="723466"/>
          </a:xfrm>
          <a:prstGeom prst="upDownArrow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ody Level 1"/>
              <a:ea typeface="+mn-ea"/>
              <a:cs typeface="+mn-cs"/>
            </a:endParaRPr>
          </a:p>
        </p:txBody>
      </p:sp>
      <p:sp>
        <p:nvSpPr>
          <p:cNvPr id="22" name="Arrow: Up-Down 21">
            <a:extLst>
              <a:ext uri="{FF2B5EF4-FFF2-40B4-BE49-F238E27FC236}">
                <a16:creationId xmlns:a16="http://schemas.microsoft.com/office/drawing/2014/main" id="{74BFCF79-23F2-4F87-849B-1968E3D2A397}"/>
              </a:ext>
            </a:extLst>
          </p:cNvPr>
          <p:cNvSpPr/>
          <p:nvPr/>
        </p:nvSpPr>
        <p:spPr>
          <a:xfrm>
            <a:off x="8257236" y="3857070"/>
            <a:ext cx="304800" cy="723466"/>
          </a:xfrm>
          <a:prstGeom prst="upDownArrow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ody Level 1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304585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2D53B-80B6-4381-99E2-E3C4098052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Module 1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EFB9BA-A064-4202-A5CA-FCBCCB4D8D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233337"/>
            <a:ext cx="8126015" cy="4391326"/>
          </a:xfrm>
        </p:spPr>
        <p:txBody>
          <a:bodyPr/>
          <a:lstStyle/>
          <a:p>
            <a:r>
              <a:rPr lang="en-IN" dirty="0"/>
              <a:t>Overview of Spring Framework and Spring Boot</a:t>
            </a:r>
          </a:p>
          <a:p>
            <a:r>
              <a:rPr lang="en-IN" dirty="0"/>
              <a:t>Getting started with a Spring Boot app (Creation, Running) etc</a:t>
            </a:r>
          </a:p>
          <a:p>
            <a:r>
              <a:rPr lang="en-IN" dirty="0"/>
              <a:t>Code walkthrough of a hello world app</a:t>
            </a:r>
          </a:p>
          <a:p>
            <a:r>
              <a:rPr lang="en-IN" dirty="0"/>
              <a:t>Basics of Spring framework</a:t>
            </a:r>
          </a:p>
          <a:p>
            <a:r>
              <a:rPr lang="en-IN" dirty="0"/>
              <a:t>Spring Modules Overview</a:t>
            </a:r>
          </a:p>
          <a:p>
            <a:r>
              <a:rPr lang="en-IN" dirty="0"/>
              <a:t>Spring to Spring Boot Evolution – In Detail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526960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455C35-911D-49BE-9DE2-53BB826B97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Use case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F0673E-C1B5-4E45-AE56-A06D446271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1" y="1276350"/>
            <a:ext cx="8839200" cy="5230199"/>
          </a:xfrm>
        </p:spPr>
        <p:txBody>
          <a:bodyPr/>
          <a:lstStyle/>
          <a:p>
            <a:r>
              <a:rPr lang="en-IN" dirty="0"/>
              <a:t>As part of the use case 1, you have to build a simple CRUD based REST API for dealing with customers data</a:t>
            </a:r>
          </a:p>
          <a:p>
            <a:r>
              <a:rPr lang="en-IN" dirty="0"/>
              <a:t>In this uses case 1, no database need to be used</a:t>
            </a:r>
          </a:p>
          <a:p>
            <a:r>
              <a:rPr lang="en-IN" dirty="0"/>
              <a:t>We will only use in-memory data structures such as a arrays or list to store and manipulate data</a:t>
            </a:r>
          </a:p>
          <a:p>
            <a:endParaRPr lang="en-IN" dirty="0"/>
          </a:p>
          <a:p>
            <a:r>
              <a:rPr lang="en-IN" dirty="0"/>
              <a:t>Use/Define a customer model/entity as shown</a:t>
            </a:r>
          </a:p>
          <a:p>
            <a:r>
              <a:rPr lang="en-IN" dirty="0"/>
              <a:t>There should be REST APIs built for</a:t>
            </a:r>
          </a:p>
          <a:p>
            <a:pPr lvl="1"/>
            <a:r>
              <a:rPr lang="en-IN" dirty="0"/>
              <a:t>Listing all customers</a:t>
            </a:r>
          </a:p>
          <a:p>
            <a:pPr lvl="1"/>
            <a:r>
              <a:rPr lang="en-IN" dirty="0"/>
              <a:t>Getting one customer details</a:t>
            </a:r>
          </a:p>
          <a:p>
            <a:pPr lvl="1"/>
            <a:r>
              <a:rPr lang="en-IN" dirty="0"/>
              <a:t>Creating a new customer</a:t>
            </a:r>
          </a:p>
          <a:p>
            <a:pPr lvl="1"/>
            <a:r>
              <a:rPr lang="en-IN" dirty="0"/>
              <a:t>Updating an existing customer</a:t>
            </a:r>
          </a:p>
          <a:p>
            <a:pPr lvl="1"/>
            <a:r>
              <a:rPr lang="en-IN" dirty="0"/>
              <a:t>Deleting an existing customer</a:t>
            </a:r>
          </a:p>
          <a:p>
            <a:pPr lvl="1"/>
            <a:endParaRPr lang="en-IN" dirty="0"/>
          </a:p>
          <a:p>
            <a:pPr marL="457200" lvl="1" indent="0">
              <a:buNone/>
            </a:pPr>
            <a:endParaRPr lang="en-IN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390C077-39DA-4F40-843D-42DB66B7AB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9878038"/>
              </p:ext>
            </p:extLst>
          </p:nvPr>
        </p:nvGraphicFramePr>
        <p:xfrm>
          <a:off x="5562600" y="2438400"/>
          <a:ext cx="2743200" cy="3365893"/>
        </p:xfrm>
        <a:graphic>
          <a:graphicData uri="http://schemas.openxmlformats.org/drawingml/2006/table">
            <a:tbl>
              <a:tblPr firstRow="1" bandRow="1">
                <a:tableStyleId>{18603FDC-E32A-4AB5-989C-0864C3EAD2B8}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561383226"/>
                    </a:ext>
                  </a:extLst>
                </a:gridCol>
              </a:tblGrid>
              <a:tr h="294106">
                <a:tc>
                  <a:txBody>
                    <a:bodyPr/>
                    <a:lstStyle/>
                    <a:p>
                      <a:r>
                        <a:rPr lang="en-IN" dirty="0"/>
                        <a:t>Customer Model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257410"/>
                  </a:ext>
                </a:extLst>
              </a:tr>
              <a:tr h="381438">
                <a:tc>
                  <a:txBody>
                    <a:bodyPr/>
                    <a:lstStyle/>
                    <a:p>
                      <a:r>
                        <a:rPr lang="en-IN" dirty="0"/>
                        <a:t>id - number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7915506"/>
                  </a:ext>
                </a:extLst>
              </a:tr>
              <a:tr h="381438">
                <a:tc>
                  <a:txBody>
                    <a:bodyPr/>
                    <a:lstStyle/>
                    <a:p>
                      <a:r>
                        <a:rPr lang="en-IN" dirty="0" err="1"/>
                        <a:t>firstName</a:t>
                      </a:r>
                      <a:r>
                        <a:rPr lang="en-IN" dirty="0"/>
                        <a:t> - string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9224374"/>
                  </a:ext>
                </a:extLst>
              </a:tr>
              <a:tr h="381438">
                <a:tc>
                  <a:txBody>
                    <a:bodyPr/>
                    <a:lstStyle/>
                    <a:p>
                      <a:r>
                        <a:rPr lang="en-IN" dirty="0" err="1"/>
                        <a:t>lastName</a:t>
                      </a:r>
                      <a:r>
                        <a:rPr lang="en-IN" dirty="0"/>
                        <a:t> - string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1464388"/>
                  </a:ext>
                </a:extLst>
              </a:tr>
              <a:tr h="381438">
                <a:tc>
                  <a:txBody>
                    <a:bodyPr/>
                    <a:lstStyle/>
                    <a:p>
                      <a:r>
                        <a:rPr lang="en-IN" dirty="0"/>
                        <a:t>email - string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3593197"/>
                  </a:ext>
                </a:extLst>
              </a:tr>
              <a:tr h="381438">
                <a:tc>
                  <a:txBody>
                    <a:bodyPr/>
                    <a:lstStyle/>
                    <a:p>
                      <a:r>
                        <a:rPr lang="en-IN" dirty="0"/>
                        <a:t>phone - string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6786266"/>
                  </a:ext>
                </a:extLst>
              </a:tr>
              <a:tr h="381438">
                <a:tc>
                  <a:txBody>
                    <a:bodyPr/>
                    <a:lstStyle/>
                    <a:p>
                      <a:r>
                        <a:rPr lang="en-IN" dirty="0"/>
                        <a:t>active - string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837305"/>
                  </a:ext>
                </a:extLst>
              </a:tr>
              <a:tr h="381438">
                <a:tc>
                  <a:txBody>
                    <a:bodyPr/>
                    <a:lstStyle/>
                    <a:p>
                      <a:r>
                        <a:rPr lang="en-IN" dirty="0"/>
                        <a:t>password – string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2885262"/>
                  </a:ext>
                </a:extLst>
              </a:tr>
              <a:tr h="381438">
                <a:tc>
                  <a:txBody>
                    <a:bodyPr/>
                    <a:lstStyle/>
                    <a:p>
                      <a:r>
                        <a:rPr lang="en-IN" dirty="0"/>
                        <a:t>role - string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93104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304067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901D0-A615-4039-8E25-76D12CA976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Use Case 1 – Output – GET All Customers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9DC1BE7-3E1C-435E-9725-E049208719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1295400"/>
            <a:ext cx="3532770" cy="4847010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423BDC9-D66F-4C68-B407-7354E0C59ED6}"/>
              </a:ext>
            </a:extLst>
          </p:cNvPr>
          <p:cNvSpPr txBox="1">
            <a:spLocks/>
          </p:cNvSpPr>
          <p:nvPr/>
        </p:nvSpPr>
        <p:spPr>
          <a:xfrm>
            <a:off x="4876800" y="1447800"/>
            <a:ext cx="4375708" cy="33528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Body Level 1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3"/>
              </a:buClr>
              <a:buSzPct val="100000"/>
              <a:buFont typeface="Wingdings" panose="05000000000000000000" pitchFamily="2" charset="2"/>
              <a:buChar char="§"/>
              <a:defRPr sz="1600" kern="1200" baseline="0">
                <a:solidFill>
                  <a:schemeClr val="tx1"/>
                </a:solidFill>
                <a:latin typeface="Body Level 2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3"/>
              </a:buClr>
              <a:buSzPct val="80000"/>
              <a:buFont typeface="Courier New" panose="02070309020205020404" pitchFamily="49" charset="0"/>
              <a:buChar char="o"/>
              <a:defRPr sz="1500" kern="1200" baseline="0">
                <a:solidFill>
                  <a:schemeClr val="tx1"/>
                </a:solidFill>
                <a:latin typeface="Body Level 3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3"/>
              </a:buClr>
              <a:buSzPct val="60000"/>
              <a:buFont typeface="Wingdings" panose="05000000000000000000" pitchFamily="2" charset="2"/>
              <a:buChar char="q"/>
              <a:defRPr sz="1400" kern="1200" baseline="0">
                <a:solidFill>
                  <a:schemeClr val="tx1"/>
                </a:solidFill>
                <a:latin typeface="Body Level 4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3"/>
              </a:buClr>
              <a:buFont typeface="Arial" panose="020B0604020202020204" pitchFamily="34" charset="0"/>
              <a:buChar char="-"/>
              <a:defRPr sz="1200" kern="1200" baseline="0">
                <a:solidFill>
                  <a:schemeClr val="tx1"/>
                </a:solidFill>
                <a:latin typeface="Body Level 5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  <a:p>
            <a:r>
              <a:rPr lang="en-US" dirty="0"/>
              <a:t>The REST API for </a:t>
            </a:r>
            <a:r>
              <a:rPr lang="en-US" b="1" dirty="0"/>
              <a:t>/</a:t>
            </a:r>
            <a:r>
              <a:rPr lang="en-US" b="1" dirty="0" err="1"/>
              <a:t>api</a:t>
            </a:r>
            <a:r>
              <a:rPr lang="en-US" b="1" dirty="0"/>
              <a:t>/customers</a:t>
            </a:r>
            <a:r>
              <a:rPr lang="en-US" dirty="0"/>
              <a:t> should return the output as shown in the left diagram</a:t>
            </a:r>
          </a:p>
          <a:p>
            <a:r>
              <a:rPr lang="en-US" dirty="0"/>
              <a:t>This demonstrates a typical HTTP GET operation on the </a:t>
            </a:r>
            <a:r>
              <a:rPr lang="en-US" dirty="0" err="1"/>
              <a:t>url</a:t>
            </a:r>
            <a:r>
              <a:rPr lang="en-US" dirty="0"/>
              <a:t> </a:t>
            </a:r>
            <a:r>
              <a:rPr lang="en-US" b="1" dirty="0"/>
              <a:t>http://localhost:8080/api/customers</a:t>
            </a:r>
          </a:p>
          <a:p>
            <a:r>
              <a:rPr lang="en-US" dirty="0"/>
              <a:t>The response should be a JSON, that contains an array of customers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96001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8A3ABD-DE94-4C6D-9ED2-3745BFF77E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62000"/>
            <a:ext cx="7950860" cy="600075"/>
          </a:xfrm>
        </p:spPr>
        <p:txBody>
          <a:bodyPr/>
          <a:lstStyle/>
          <a:p>
            <a:r>
              <a:rPr lang="en-IN" dirty="0"/>
              <a:t>Use Case 1 – GET One Customer Details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7D7FAE3-BF7A-4278-B6B4-8C7CC6941E13}"/>
              </a:ext>
            </a:extLst>
          </p:cNvPr>
          <p:cNvSpPr txBox="1">
            <a:spLocks/>
          </p:cNvSpPr>
          <p:nvPr/>
        </p:nvSpPr>
        <p:spPr>
          <a:xfrm>
            <a:off x="5334000" y="1447800"/>
            <a:ext cx="4114800" cy="32766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Body Level 1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3"/>
              </a:buClr>
              <a:buSzPct val="100000"/>
              <a:buFont typeface="Wingdings" panose="05000000000000000000" pitchFamily="2" charset="2"/>
              <a:buChar char="§"/>
              <a:defRPr sz="1600" kern="1200" baseline="0">
                <a:solidFill>
                  <a:schemeClr val="tx1"/>
                </a:solidFill>
                <a:latin typeface="Body Level 2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3"/>
              </a:buClr>
              <a:buSzPct val="80000"/>
              <a:buFont typeface="Courier New" panose="02070309020205020404" pitchFamily="49" charset="0"/>
              <a:buChar char="o"/>
              <a:defRPr sz="1500" kern="1200" baseline="0">
                <a:solidFill>
                  <a:schemeClr val="tx1"/>
                </a:solidFill>
                <a:latin typeface="Body Level 3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3"/>
              </a:buClr>
              <a:buSzPct val="60000"/>
              <a:buFont typeface="Wingdings" panose="05000000000000000000" pitchFamily="2" charset="2"/>
              <a:buChar char="q"/>
              <a:defRPr sz="1400" kern="1200" baseline="0">
                <a:solidFill>
                  <a:schemeClr val="tx1"/>
                </a:solidFill>
                <a:latin typeface="Body Level 4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3"/>
              </a:buClr>
              <a:buFont typeface="Arial" panose="020B0604020202020204" pitchFamily="34" charset="0"/>
              <a:buChar char="-"/>
              <a:defRPr sz="1200" kern="1200" baseline="0">
                <a:solidFill>
                  <a:schemeClr val="tx1"/>
                </a:solidFill>
                <a:latin typeface="Body Level 5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  <a:p>
            <a:r>
              <a:rPr lang="en-US" dirty="0"/>
              <a:t>The REST API for </a:t>
            </a:r>
            <a:r>
              <a:rPr lang="en-US" b="1" dirty="0"/>
              <a:t>/</a:t>
            </a:r>
            <a:r>
              <a:rPr lang="en-US" b="1" dirty="0" err="1"/>
              <a:t>api</a:t>
            </a:r>
            <a:r>
              <a:rPr lang="en-US" b="1" dirty="0"/>
              <a:t>/customers/1</a:t>
            </a:r>
            <a:r>
              <a:rPr lang="en-US" dirty="0"/>
              <a:t> should return the output as shown in the left diagram</a:t>
            </a:r>
          </a:p>
          <a:p>
            <a:r>
              <a:rPr lang="en-US" dirty="0"/>
              <a:t>This demonstrates a typical HTTP GET operation on the </a:t>
            </a:r>
            <a:r>
              <a:rPr lang="en-US" dirty="0" err="1"/>
              <a:t>url</a:t>
            </a:r>
            <a:r>
              <a:rPr lang="en-US" dirty="0"/>
              <a:t> </a:t>
            </a:r>
            <a:r>
              <a:rPr lang="en-US" b="1" dirty="0"/>
              <a:t>http://localhost:8080/api/customers/1</a:t>
            </a:r>
          </a:p>
          <a:p>
            <a:r>
              <a:rPr lang="en-US" dirty="0"/>
              <a:t>The response should be a JSON, that contains a single customer details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870801C-B875-4893-85EE-6AAB291404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752600"/>
            <a:ext cx="4352207" cy="2928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44214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12292D-E842-4FDC-ABC0-76241C6490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8290" y="645811"/>
            <a:ext cx="7950860" cy="600075"/>
          </a:xfrm>
        </p:spPr>
        <p:txBody>
          <a:bodyPr/>
          <a:lstStyle/>
          <a:p>
            <a:r>
              <a:rPr lang="en-IN" dirty="0"/>
              <a:t>Use case 1 – Create, Update and Delete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D0A993-59B3-4BBF-A691-50F74933DA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The previous 2 diagrams explained only the read operations (GET all, GET one)</a:t>
            </a:r>
          </a:p>
          <a:p>
            <a:r>
              <a:rPr lang="en-IN" dirty="0"/>
              <a:t>But the use case should also support the create, update and delete operation</a:t>
            </a:r>
          </a:p>
          <a:p>
            <a:r>
              <a:rPr lang="en-IN" dirty="0"/>
              <a:t>There should be REST APIs available for each one of the following</a:t>
            </a:r>
          </a:p>
          <a:p>
            <a:pPr lvl="1"/>
            <a:r>
              <a:rPr lang="en-IN" sz="1800" dirty="0">
                <a:latin typeface="Body Level 1"/>
              </a:rPr>
              <a:t>Create a new customer</a:t>
            </a:r>
          </a:p>
          <a:p>
            <a:pPr lvl="1"/>
            <a:r>
              <a:rPr lang="en-IN" sz="1800" dirty="0">
                <a:latin typeface="Body Level 1"/>
              </a:rPr>
              <a:t>Update an existing customer</a:t>
            </a:r>
          </a:p>
          <a:p>
            <a:pPr lvl="1"/>
            <a:r>
              <a:rPr lang="en-IN" sz="1800" dirty="0">
                <a:latin typeface="Body Level 1"/>
              </a:rPr>
              <a:t>Delete an existing customer</a:t>
            </a:r>
            <a:endParaRPr lang="en-IN" dirty="0"/>
          </a:p>
          <a:p>
            <a:r>
              <a:rPr lang="en-IN" dirty="0"/>
              <a:t>The below table explains the typical Create, Update and Delete operations involved in a REST API</a:t>
            </a:r>
          </a:p>
          <a:p>
            <a:pPr lvl="1"/>
            <a:endParaRPr lang="en-IN" sz="1800" dirty="0">
              <a:latin typeface="Body Level 1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3202FC9-8A61-45BA-BFF4-72F6FD424B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2375503"/>
              </p:ext>
            </p:extLst>
          </p:nvPr>
        </p:nvGraphicFramePr>
        <p:xfrm>
          <a:off x="914400" y="3451006"/>
          <a:ext cx="7467600" cy="20802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7800">
                  <a:extLst>
                    <a:ext uri="{9D8B030D-6E8A-4147-A177-3AD203B41FA5}">
                      <a16:colId xmlns:a16="http://schemas.microsoft.com/office/drawing/2014/main" val="4057336919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3873166067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996556800"/>
                    </a:ext>
                  </a:extLst>
                </a:gridCol>
                <a:gridCol w="1866900">
                  <a:extLst>
                    <a:ext uri="{9D8B030D-6E8A-4147-A177-3AD203B41FA5}">
                      <a16:colId xmlns:a16="http://schemas.microsoft.com/office/drawing/2014/main" val="1258823177"/>
                    </a:ext>
                  </a:extLst>
                </a:gridCol>
              </a:tblGrid>
              <a:tr h="312420"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Body Level 1"/>
                        </a:rPr>
                        <a:t>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Body Level 1"/>
                        </a:rPr>
                        <a:t>HTTP 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Body Level 1"/>
                        </a:rPr>
                        <a:t>Target URL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>
                          <a:latin typeface="Body Level 1"/>
                        </a:rPr>
                        <a:t>Request Body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363373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lang="en-IN" dirty="0"/>
                        <a:t>Create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/</a:t>
                      </a:r>
                      <a:r>
                        <a:rPr lang="en-IN" dirty="0" err="1"/>
                        <a:t>api</a:t>
                      </a:r>
                      <a:r>
                        <a:rPr lang="en-IN" dirty="0"/>
                        <a:t>/customers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Customer data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6314694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lang="en-IN" dirty="0"/>
                        <a:t>Update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/</a:t>
                      </a:r>
                      <a:r>
                        <a:rPr lang="en-IN" dirty="0" err="1"/>
                        <a:t>api</a:t>
                      </a:r>
                      <a:r>
                        <a:rPr lang="en-IN" dirty="0"/>
                        <a:t>/customers/123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Customer data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3082604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lang="en-IN" dirty="0"/>
                        <a:t>Delete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DELETE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/</a:t>
                      </a:r>
                      <a:r>
                        <a:rPr lang="en-IN" dirty="0" err="1"/>
                        <a:t>api</a:t>
                      </a:r>
                      <a:r>
                        <a:rPr lang="en-IN" dirty="0"/>
                        <a:t>/customers/123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None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21048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422798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08BA33D-2A99-5C6F-0207-F5B7AEE5C5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7800" y="2667000"/>
            <a:ext cx="8126015" cy="648000"/>
          </a:xfrm>
        </p:spPr>
        <p:txBody>
          <a:bodyPr/>
          <a:lstStyle/>
          <a:p>
            <a:r>
              <a:rPr lang="en-US" dirty="0"/>
              <a:t>Module 1: Spring Boot Basics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260096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F238F5-E2FC-4C78-AA54-441B0C899C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Spring Boot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439777-8842-45DB-BE75-3C33D56785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285875"/>
            <a:ext cx="6381509" cy="4087200"/>
          </a:xfrm>
        </p:spPr>
        <p:txBody>
          <a:bodyPr>
            <a:normAutofit/>
          </a:bodyPr>
          <a:lstStyle/>
          <a:p>
            <a:r>
              <a:rPr lang="en-US" dirty="0"/>
              <a:t>Spring Boot is an open-source framework that makes it easy to create stand-alone, production-grade Spring based applications</a:t>
            </a:r>
          </a:p>
          <a:p>
            <a:r>
              <a:rPr lang="en-US" dirty="0"/>
              <a:t>Spring Boot takes an opinionated view of the Spring platform and 3</a:t>
            </a:r>
            <a:r>
              <a:rPr lang="en-US" baseline="30000" dirty="0"/>
              <a:t>rd</a:t>
            </a:r>
            <a:r>
              <a:rPr lang="en-US" dirty="0"/>
              <a:t> party libraries</a:t>
            </a:r>
          </a:p>
          <a:p>
            <a:r>
              <a:rPr lang="en-US" dirty="0"/>
              <a:t>Spring Boot is developed on top of the most successful Spring framework/ecosystem</a:t>
            </a:r>
          </a:p>
          <a:p>
            <a:r>
              <a:rPr lang="en-US" dirty="0"/>
              <a:t>It is developed by the team at a company named Pivotal</a:t>
            </a:r>
            <a:r>
              <a:rPr lang="en-US" dirty="0">
                <a:cs typeface="Arial" pitchFamily="34" charset="0"/>
              </a:rPr>
              <a:t>	</a:t>
            </a:r>
          </a:p>
          <a:p>
            <a:r>
              <a:rPr lang="en-US" dirty="0">
                <a:cs typeface="Arial" pitchFamily="34" charset="0"/>
              </a:rPr>
              <a:t>Spring Boot is used at big brands such as at big brands like Netflix, Alibaba etc. for developing backend services/microservices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>
              <a:cs typeface="Arial" pitchFamily="34" charset="0"/>
            </a:endParaRP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6" name="Picture 5" descr="A picture containing clipart&#10;&#10;Description automatically generated">
            <a:extLst>
              <a:ext uri="{FF2B5EF4-FFF2-40B4-BE49-F238E27FC236}">
                <a16:creationId xmlns:a16="http://schemas.microsoft.com/office/drawing/2014/main" id="{1BBBAFB5-6CDD-47E4-A1BD-374932C69FD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9738" y="1676400"/>
            <a:ext cx="3053362" cy="3053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20172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E481AC-BCA0-4B0B-9473-76EB06A397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Spring Boot – Background &amp; Evolution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DA5BEC6-CD7C-4944-96E4-BA2A55B33F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Spring Boot is the successor to Spring framework</a:t>
            </a:r>
          </a:p>
          <a:p>
            <a:r>
              <a:rPr lang="en-IN" dirty="0"/>
              <a:t>Spring framework was one of the most successful enterprise application development framework </a:t>
            </a:r>
          </a:p>
          <a:p>
            <a:r>
              <a:rPr lang="en-IN" dirty="0"/>
              <a:t>But Spring had lots of manual configurations and wirings up that needed to be done</a:t>
            </a:r>
          </a:p>
          <a:p>
            <a:r>
              <a:rPr lang="en-IN" dirty="0"/>
              <a:t>So, Spring Boot was developed to simplify spring programming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319867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179BED-F233-4F2B-92E8-BB9D1E4718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Creating a Spring Boot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4AD5A3-856B-426A-BF6C-B5CDD9641F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1800" dirty="0"/>
              <a:t>There are 3 ways to get started with a spring boot project</a:t>
            </a:r>
          </a:p>
          <a:p>
            <a:pPr lvl="1"/>
            <a:r>
              <a:rPr lang="en-IN" sz="1600" dirty="0"/>
              <a:t>Through IDEs such as Spring Tool Suite 3 or Eclipse with plugins or IntelliJ Idea</a:t>
            </a:r>
          </a:p>
          <a:p>
            <a:pPr lvl="1"/>
            <a:r>
              <a:rPr lang="en-IN" sz="1600" dirty="0"/>
              <a:t>Through the web page </a:t>
            </a:r>
            <a:r>
              <a:rPr lang="en-IN" sz="1600" dirty="0">
                <a:hlinkClick r:id="rId2"/>
              </a:rPr>
              <a:t>https://start.spring.io/</a:t>
            </a:r>
            <a:endParaRPr lang="en-IN" sz="1600" dirty="0"/>
          </a:p>
          <a:p>
            <a:pPr lvl="1"/>
            <a:r>
              <a:rPr lang="en-IN" sz="1600" dirty="0"/>
              <a:t> Through the command line utilities</a:t>
            </a:r>
          </a:p>
          <a:p>
            <a:r>
              <a:rPr lang="en-IN" sz="1800" dirty="0"/>
              <a:t>The most common IDE used for creating spring boot app is STS (Spring Tool Suite)</a:t>
            </a:r>
          </a:p>
          <a:p>
            <a:r>
              <a:rPr lang="en-IN" sz="1800" dirty="0"/>
              <a:t>In the coming slides, we will see how to create a spring boot project through various means</a:t>
            </a:r>
          </a:p>
          <a:p>
            <a:endParaRPr lang="en-IN" sz="1800" dirty="0"/>
          </a:p>
          <a:p>
            <a:pPr lvl="1"/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12822331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B059FC-B838-4921-B615-E5F2EF7F17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Spring Boot Project through 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602302-9508-4815-8181-5F6DCAB430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6389" y="1295400"/>
            <a:ext cx="9259747" cy="5230199"/>
          </a:xfrm>
        </p:spPr>
        <p:txBody>
          <a:bodyPr/>
          <a:lstStyle/>
          <a:p>
            <a:r>
              <a:rPr lang="en-IN" dirty="0"/>
              <a:t>After STS is ready, right click on package explorer, then New -&gt; Spring Starter Project</a:t>
            </a:r>
          </a:p>
          <a:p>
            <a:r>
              <a:rPr lang="en-IN" dirty="0"/>
              <a:t>This can be invoked through File -&gt; New -&gt; Spring Starter Project also</a:t>
            </a:r>
          </a:p>
        </p:txBody>
      </p:sp>
      <p:pic>
        <p:nvPicPr>
          <p:cNvPr id="2052" name="Picture 4" descr="sts">
            <a:extLst>
              <a:ext uri="{FF2B5EF4-FFF2-40B4-BE49-F238E27FC236}">
                <a16:creationId xmlns:a16="http://schemas.microsoft.com/office/drawing/2014/main" id="{470EED0D-0DD5-454E-89EC-8E2BD03E4A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2209800"/>
            <a:ext cx="5486400" cy="35846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68359549-E441-4ED7-96F6-8ED32006989F}"/>
              </a:ext>
            </a:extLst>
          </p:cNvPr>
          <p:cNvSpPr/>
          <p:nvPr/>
        </p:nvSpPr>
        <p:spPr>
          <a:xfrm>
            <a:off x="609600" y="6050162"/>
            <a:ext cx="79248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Ref:- https://www.javacodegeeks.com/2018/07/spring-boot-project-sts.html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84055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877B55-0EEB-4B7D-8CD2-86EA24E516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STS – Project details screen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36C69D-A445-4DB5-8065-04657D9812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C84711E-03EF-4D11-A50C-5AF7E6A44FC9}"/>
              </a:ext>
            </a:extLst>
          </p:cNvPr>
          <p:cNvSpPr txBox="1">
            <a:spLocks/>
          </p:cNvSpPr>
          <p:nvPr/>
        </p:nvSpPr>
        <p:spPr>
          <a:xfrm>
            <a:off x="5329655" y="1325788"/>
            <a:ext cx="4375708" cy="2986049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Body Level 1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3"/>
              </a:buClr>
              <a:buSzPct val="100000"/>
              <a:buFont typeface="Wingdings" panose="05000000000000000000" pitchFamily="2" charset="2"/>
              <a:buChar char="§"/>
              <a:defRPr sz="1600" kern="1200" baseline="0">
                <a:solidFill>
                  <a:schemeClr val="tx1"/>
                </a:solidFill>
                <a:latin typeface="Body Level 2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3"/>
              </a:buClr>
              <a:buSzPct val="80000"/>
              <a:buFont typeface="Courier New" panose="02070309020205020404" pitchFamily="49" charset="0"/>
              <a:buChar char="o"/>
              <a:defRPr sz="1500" kern="1200" baseline="0">
                <a:solidFill>
                  <a:schemeClr val="tx1"/>
                </a:solidFill>
                <a:latin typeface="Body Level 3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3"/>
              </a:buClr>
              <a:buSzPct val="60000"/>
              <a:buFont typeface="Wingdings" panose="05000000000000000000" pitchFamily="2" charset="2"/>
              <a:buChar char="q"/>
              <a:defRPr sz="1400" kern="1200" baseline="0">
                <a:solidFill>
                  <a:schemeClr val="tx1"/>
                </a:solidFill>
                <a:latin typeface="Body Level 4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3"/>
              </a:buClr>
              <a:buFont typeface="Arial" panose="020B0604020202020204" pitchFamily="34" charset="0"/>
              <a:buChar char="-"/>
              <a:defRPr sz="1200" kern="1200" baseline="0">
                <a:solidFill>
                  <a:schemeClr val="tx1"/>
                </a:solidFill>
                <a:latin typeface="Body Level 5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  <a:p>
            <a:r>
              <a:rPr lang="en-US" dirty="0"/>
              <a:t>Next, In the project details screen, enter details such as the project name, group id, artifact id and the package name</a:t>
            </a:r>
          </a:p>
          <a:p>
            <a:endParaRPr lang="en-US" dirty="0"/>
          </a:p>
          <a:p>
            <a:r>
              <a:rPr lang="en-US" dirty="0"/>
              <a:t>We can also specify other details such as Java version, build tool(maven or </a:t>
            </a:r>
            <a:r>
              <a:rPr lang="en-US" dirty="0" err="1"/>
              <a:t>gradle</a:t>
            </a:r>
            <a:r>
              <a:rPr lang="en-US" dirty="0"/>
              <a:t>), packaging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B1AC626-285C-4A6F-8877-57AC672841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489" y="1265012"/>
            <a:ext cx="4688966" cy="494729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1E6EEB10-EEAE-4A12-AC11-AA6E4F15C80B}"/>
              </a:ext>
            </a:extLst>
          </p:cNvPr>
          <p:cNvSpPr/>
          <p:nvPr/>
        </p:nvSpPr>
        <p:spPr>
          <a:xfrm>
            <a:off x="324091" y="6406546"/>
            <a:ext cx="79248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Ref:- https://www.javacodegeeks.com/2018/07/spring-boot-project-sts.html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347453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EC6210-0A51-4EE4-8492-2EE25244F8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STS – Adding Project Dependencies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6E58AB-DA2E-4488-8637-12BE68B4EE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D5CECDA-E7C1-4C08-A2D3-7582C7B6AB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162" y="1310348"/>
            <a:ext cx="4837376" cy="4480852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B669D57-9893-4F67-A2AE-D7630C2613D5}"/>
              </a:ext>
            </a:extLst>
          </p:cNvPr>
          <p:cNvSpPr txBox="1">
            <a:spLocks/>
          </p:cNvSpPr>
          <p:nvPr/>
        </p:nvSpPr>
        <p:spPr>
          <a:xfrm>
            <a:off x="5184255" y="1365063"/>
            <a:ext cx="4375708" cy="3511737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Body Level 1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3"/>
              </a:buClr>
              <a:buSzPct val="100000"/>
              <a:buFont typeface="Wingdings" panose="05000000000000000000" pitchFamily="2" charset="2"/>
              <a:buChar char="§"/>
              <a:defRPr sz="1600" kern="1200" baseline="0">
                <a:solidFill>
                  <a:schemeClr val="tx1"/>
                </a:solidFill>
                <a:latin typeface="Body Level 2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3"/>
              </a:buClr>
              <a:buSzPct val="80000"/>
              <a:buFont typeface="Courier New" panose="02070309020205020404" pitchFamily="49" charset="0"/>
              <a:buChar char="o"/>
              <a:defRPr sz="1500" kern="1200" baseline="0">
                <a:solidFill>
                  <a:schemeClr val="tx1"/>
                </a:solidFill>
                <a:latin typeface="Body Level 3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3"/>
              </a:buClr>
              <a:buSzPct val="60000"/>
              <a:buFont typeface="Wingdings" panose="05000000000000000000" pitchFamily="2" charset="2"/>
              <a:buChar char="q"/>
              <a:defRPr sz="1400" kern="1200" baseline="0">
                <a:solidFill>
                  <a:schemeClr val="tx1"/>
                </a:solidFill>
                <a:latin typeface="Body Level 4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3"/>
              </a:buClr>
              <a:buFont typeface="Arial" panose="020B0604020202020204" pitchFamily="34" charset="0"/>
              <a:buChar char="-"/>
              <a:defRPr sz="1200" kern="1200" baseline="0">
                <a:solidFill>
                  <a:schemeClr val="tx1"/>
                </a:solidFill>
                <a:latin typeface="Body Level 5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r>
              <a:rPr lang="en-US" dirty="0"/>
              <a:t>In the dependencies screen, we can choose all the dependencies that the project needs</a:t>
            </a:r>
          </a:p>
          <a:p>
            <a:r>
              <a:rPr lang="en-US" dirty="0"/>
              <a:t>We can choose dependencies such as web, </a:t>
            </a:r>
            <a:r>
              <a:rPr lang="en-US" dirty="0" err="1"/>
              <a:t>jdbc</a:t>
            </a:r>
            <a:r>
              <a:rPr lang="en-US" dirty="0"/>
              <a:t>, </a:t>
            </a:r>
            <a:r>
              <a:rPr lang="en-US" dirty="0" err="1"/>
              <a:t>jpa</a:t>
            </a:r>
            <a:r>
              <a:rPr lang="en-US" dirty="0"/>
              <a:t> </a:t>
            </a:r>
            <a:r>
              <a:rPr lang="en-US" dirty="0" err="1"/>
              <a:t>etc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4FE833C-07B0-4F56-8924-6A4231F18D5F}"/>
              </a:ext>
            </a:extLst>
          </p:cNvPr>
          <p:cNvSpPr/>
          <p:nvPr/>
        </p:nvSpPr>
        <p:spPr>
          <a:xfrm>
            <a:off x="228600" y="6406546"/>
            <a:ext cx="79248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Ref:- https://www.javacodegeeks.com/2018/07/spring-boot-project-sts.html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782156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E27F58-10CD-4FD3-8720-9548F6729B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Spring Boot project structure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28DDA40-B960-48E7-9119-7D71A2AE65B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62000" y="1295400"/>
            <a:ext cx="2825768" cy="4848225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E3510E6-3209-49B3-8D7C-30680C77D5B0}"/>
              </a:ext>
            </a:extLst>
          </p:cNvPr>
          <p:cNvSpPr txBox="1">
            <a:spLocks/>
          </p:cNvSpPr>
          <p:nvPr/>
        </p:nvSpPr>
        <p:spPr>
          <a:xfrm>
            <a:off x="4572000" y="1600200"/>
            <a:ext cx="4375708" cy="3511737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Body Level 1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3"/>
              </a:buClr>
              <a:buSzPct val="100000"/>
              <a:buFont typeface="Wingdings" panose="05000000000000000000" pitchFamily="2" charset="2"/>
              <a:buChar char="§"/>
              <a:defRPr sz="1600" kern="1200" baseline="0">
                <a:solidFill>
                  <a:schemeClr val="tx1"/>
                </a:solidFill>
                <a:latin typeface="Body Level 2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3"/>
              </a:buClr>
              <a:buSzPct val="80000"/>
              <a:buFont typeface="Courier New" panose="02070309020205020404" pitchFamily="49" charset="0"/>
              <a:buChar char="o"/>
              <a:defRPr sz="1500" kern="1200" baseline="0">
                <a:solidFill>
                  <a:schemeClr val="tx1"/>
                </a:solidFill>
                <a:latin typeface="Body Level 3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3"/>
              </a:buClr>
              <a:buSzPct val="60000"/>
              <a:buFont typeface="Wingdings" panose="05000000000000000000" pitchFamily="2" charset="2"/>
              <a:buChar char="q"/>
              <a:defRPr sz="1400" kern="1200" baseline="0">
                <a:solidFill>
                  <a:schemeClr val="tx1"/>
                </a:solidFill>
                <a:latin typeface="Body Level 4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3"/>
              </a:buClr>
              <a:buFont typeface="Arial" panose="020B0604020202020204" pitchFamily="34" charset="0"/>
              <a:buChar char="-"/>
              <a:defRPr sz="1200" kern="1200" baseline="0">
                <a:solidFill>
                  <a:schemeClr val="tx1"/>
                </a:solidFill>
                <a:latin typeface="Body Level 5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r>
              <a:rPr lang="en-US" dirty="0"/>
              <a:t>After the project creation is finished, we will get a project structure as shown in the left picture</a:t>
            </a:r>
          </a:p>
          <a:p>
            <a:r>
              <a:rPr lang="en-US" dirty="0"/>
              <a:t>This is a typical maven project structure which contains</a:t>
            </a:r>
          </a:p>
          <a:p>
            <a:pPr lvl="1"/>
            <a:r>
              <a:rPr lang="en-US" dirty="0"/>
              <a:t>pom.xml – maven config file</a:t>
            </a:r>
          </a:p>
          <a:p>
            <a:pPr lvl="1"/>
            <a:r>
              <a:rPr lang="en-US" dirty="0" err="1"/>
              <a:t>src</a:t>
            </a:r>
            <a:r>
              <a:rPr lang="en-US" dirty="0"/>
              <a:t> – the source code of our project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02DEADE-5E88-41AC-A611-E5F6DF764BC6}"/>
              </a:ext>
            </a:extLst>
          </p:cNvPr>
          <p:cNvSpPr/>
          <p:nvPr/>
        </p:nvSpPr>
        <p:spPr>
          <a:xfrm>
            <a:off x="324091" y="6352559"/>
            <a:ext cx="79248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Ref:- https://www.javacodegeeks.com/2018/07/spring-boot-project-sts.html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55217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B7181C-A2B9-467C-BF88-45C2CEDE3C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Maven dependencies Section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38644F4-C773-4E48-A048-E57678FF0A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5800" y="1447800"/>
            <a:ext cx="3581400" cy="5086351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88AC645-6F6B-4340-8D4E-E94D82FE005C}"/>
              </a:ext>
            </a:extLst>
          </p:cNvPr>
          <p:cNvSpPr txBox="1">
            <a:spLocks/>
          </p:cNvSpPr>
          <p:nvPr/>
        </p:nvSpPr>
        <p:spPr>
          <a:xfrm>
            <a:off x="4572000" y="1600200"/>
            <a:ext cx="4375708" cy="3511737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Body Level 1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3"/>
              </a:buClr>
              <a:buSzPct val="100000"/>
              <a:buFont typeface="Wingdings" panose="05000000000000000000" pitchFamily="2" charset="2"/>
              <a:buChar char="§"/>
              <a:defRPr sz="1600" kern="1200" baseline="0">
                <a:solidFill>
                  <a:schemeClr val="tx1"/>
                </a:solidFill>
                <a:latin typeface="Body Level 2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3"/>
              </a:buClr>
              <a:buSzPct val="80000"/>
              <a:buFont typeface="Courier New" panose="02070309020205020404" pitchFamily="49" charset="0"/>
              <a:buChar char="o"/>
              <a:defRPr sz="1500" kern="1200" baseline="0">
                <a:solidFill>
                  <a:schemeClr val="tx1"/>
                </a:solidFill>
                <a:latin typeface="Body Level 3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3"/>
              </a:buClr>
              <a:buSzPct val="60000"/>
              <a:buFont typeface="Wingdings" panose="05000000000000000000" pitchFamily="2" charset="2"/>
              <a:buChar char="q"/>
              <a:defRPr sz="1400" kern="1200" baseline="0">
                <a:solidFill>
                  <a:schemeClr val="tx1"/>
                </a:solidFill>
                <a:latin typeface="Body Level 4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3"/>
              </a:buClr>
              <a:buFont typeface="Arial" panose="020B0604020202020204" pitchFamily="34" charset="0"/>
              <a:buChar char="-"/>
              <a:defRPr sz="1200" kern="1200" baseline="0">
                <a:solidFill>
                  <a:schemeClr val="tx1"/>
                </a:solidFill>
                <a:latin typeface="Body Level 5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r>
              <a:rPr lang="en-US" dirty="0"/>
              <a:t>In the package/project explorer, when you expand the </a:t>
            </a:r>
            <a:r>
              <a:rPr lang="en-US" b="1" dirty="0"/>
              <a:t>“Maven Dependencies”</a:t>
            </a:r>
            <a:r>
              <a:rPr lang="en-US" dirty="0"/>
              <a:t> section, we can see all the jars that are downloaded for this project</a:t>
            </a:r>
          </a:p>
          <a:p>
            <a:endParaRPr lang="en-US" dirty="0"/>
          </a:p>
          <a:p>
            <a:r>
              <a:rPr lang="en-US" dirty="0"/>
              <a:t>Even in an empty spring boot project, lots of spring core jars and some specific to spring boot’s common functionalities will be downloaded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615E79D-250F-4AB1-81D4-AF0A494255BC}"/>
              </a:ext>
            </a:extLst>
          </p:cNvPr>
          <p:cNvSpPr/>
          <p:nvPr/>
        </p:nvSpPr>
        <p:spPr>
          <a:xfrm>
            <a:off x="291173" y="6488668"/>
            <a:ext cx="79248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Ref:- https://www.javacodegeeks.com/2018/07/spring-boot-project-sts.html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769199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9550AA-54B2-4972-A21F-36EE6FB452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Spring Boot – Empty Project Pom.xml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1758C4-F567-44C4-8630-62A423E351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550EB8B-94B4-4A7B-AF8B-8AF7A174F6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143001"/>
            <a:ext cx="5334000" cy="4953000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D14425F-DC78-45A2-A6A2-0EEAF45DC8BB}"/>
              </a:ext>
            </a:extLst>
          </p:cNvPr>
          <p:cNvSpPr txBox="1">
            <a:spLocks/>
          </p:cNvSpPr>
          <p:nvPr/>
        </p:nvSpPr>
        <p:spPr>
          <a:xfrm>
            <a:off x="5896819" y="1600200"/>
            <a:ext cx="3323381" cy="33528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Body Level 1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3"/>
              </a:buClr>
              <a:buSzPct val="100000"/>
              <a:buFont typeface="Wingdings" panose="05000000000000000000" pitchFamily="2" charset="2"/>
              <a:buChar char="§"/>
              <a:defRPr sz="1600" kern="1200" baseline="0">
                <a:solidFill>
                  <a:schemeClr val="tx1"/>
                </a:solidFill>
                <a:latin typeface="Body Level 2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3"/>
              </a:buClr>
              <a:buSzPct val="80000"/>
              <a:buFont typeface="Courier New" panose="02070309020205020404" pitchFamily="49" charset="0"/>
              <a:buChar char="o"/>
              <a:defRPr sz="1500" kern="1200" baseline="0">
                <a:solidFill>
                  <a:schemeClr val="tx1"/>
                </a:solidFill>
                <a:latin typeface="Body Level 3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3"/>
              </a:buClr>
              <a:buSzPct val="60000"/>
              <a:buFont typeface="Wingdings" panose="05000000000000000000" pitchFamily="2" charset="2"/>
              <a:buChar char="q"/>
              <a:defRPr sz="1400" kern="1200" baseline="0">
                <a:solidFill>
                  <a:schemeClr val="tx1"/>
                </a:solidFill>
                <a:latin typeface="Body Level 4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3"/>
              </a:buClr>
              <a:buFont typeface="Arial" panose="020B0604020202020204" pitchFamily="34" charset="0"/>
              <a:buChar char="-"/>
              <a:defRPr sz="1200" kern="1200" baseline="0">
                <a:solidFill>
                  <a:schemeClr val="tx1"/>
                </a:solidFill>
                <a:latin typeface="Body Level 5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r>
              <a:rPr lang="en-US" dirty="0"/>
              <a:t>In the left picture, we can see that the pom.xml for an empty spring boot project</a:t>
            </a:r>
          </a:p>
          <a:p>
            <a:endParaRPr lang="en-US" dirty="0"/>
          </a:p>
          <a:p>
            <a:r>
              <a:rPr lang="en-US" dirty="0"/>
              <a:t>We have not chosen any dependencies(web, </a:t>
            </a:r>
            <a:r>
              <a:rPr lang="en-US" dirty="0" err="1"/>
              <a:t>jdbc</a:t>
            </a:r>
            <a:r>
              <a:rPr lang="en-US" dirty="0"/>
              <a:t> </a:t>
            </a:r>
            <a:r>
              <a:rPr lang="en-US" dirty="0" err="1"/>
              <a:t>etc</a:t>
            </a:r>
            <a:r>
              <a:rPr lang="en-US" dirty="0"/>
              <a:t>) for this project</a:t>
            </a:r>
          </a:p>
          <a:p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D60919D-50D3-4F68-A62D-5E6E7071F690}"/>
              </a:ext>
            </a:extLst>
          </p:cNvPr>
          <p:cNvSpPr/>
          <p:nvPr/>
        </p:nvSpPr>
        <p:spPr>
          <a:xfrm>
            <a:off x="260909" y="6381711"/>
            <a:ext cx="79248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Ref:- https://www.javacodegeeks.com/2018/07/spring-boot-project-sts.html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05083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ACAA6E-4CF9-4955-8D44-8DC57EC1DF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Pom.xml – parent section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BC3187-AB64-4FCE-9C64-FDD301E6FF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253" y="1315665"/>
            <a:ext cx="9259747" cy="4847010"/>
          </a:xfrm>
        </p:spPr>
        <p:txBody>
          <a:bodyPr/>
          <a:lstStyle/>
          <a:p>
            <a:r>
              <a:rPr lang="en-IN" dirty="0"/>
              <a:t>If you observe the </a:t>
            </a:r>
            <a:r>
              <a:rPr lang="en-IN" b="1" dirty="0"/>
              <a:t>&lt;parent&gt; </a:t>
            </a:r>
            <a:r>
              <a:rPr lang="en-IN" dirty="0"/>
              <a:t>tag in the pom.xml of our spring boot project, we can see that its referring to </a:t>
            </a:r>
            <a:r>
              <a:rPr lang="en-IN" b="1" dirty="0"/>
              <a:t>spring-boot-starter-parent</a:t>
            </a:r>
            <a:r>
              <a:rPr lang="en-IN" dirty="0"/>
              <a:t>, as shown below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Any maven project can inherit properties from a parent project. In a spring boot project, we are inheriting from the parent starter project named </a:t>
            </a:r>
            <a:r>
              <a:rPr lang="en-IN" b="1" dirty="0"/>
              <a:t>spring-boot-starter-parent</a:t>
            </a:r>
          </a:p>
          <a:p>
            <a:endParaRPr lang="en-IN" b="1" dirty="0"/>
          </a:p>
          <a:p>
            <a:r>
              <a:rPr lang="en-IN" dirty="0"/>
              <a:t>The </a:t>
            </a:r>
            <a:r>
              <a:rPr lang="en-IN" b="1" dirty="0"/>
              <a:t>spring-boot-starter-parent </a:t>
            </a:r>
            <a:r>
              <a:rPr lang="en-IN" dirty="0"/>
              <a:t>project provides the core functionalities of a spring boot project</a:t>
            </a:r>
          </a:p>
          <a:p>
            <a:endParaRPr lang="en-IN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91B672B-198B-5331-89DD-CCE687E517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2844" y="1981200"/>
            <a:ext cx="6457950" cy="1362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164629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E74ED5-CC9C-4D77-9593-C950608EB8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Spring Boot – Adding web dependency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600FFB-601A-46EF-A53B-F068F5ED27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285875"/>
            <a:ext cx="9048509" cy="5181600"/>
          </a:xfrm>
        </p:spPr>
        <p:txBody>
          <a:bodyPr/>
          <a:lstStyle/>
          <a:p>
            <a:r>
              <a:rPr lang="en-IN" dirty="0"/>
              <a:t>The first project we created was a blank project which doesn’t enable web functionalities</a:t>
            </a:r>
          </a:p>
          <a:p>
            <a:r>
              <a:rPr lang="en-IN" dirty="0"/>
              <a:t>To convert our spring boot project to a web backend API layer, we need to add the web dependencies in the pom.xml, as shown below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Once we add </a:t>
            </a:r>
            <a:r>
              <a:rPr lang="en-IN" b="1" dirty="0"/>
              <a:t>spring-boot-starter-web </a:t>
            </a:r>
            <a:r>
              <a:rPr lang="en-IN" dirty="0"/>
              <a:t>in pom.xml, all web dependencies, such as embedded tomcat, Jackson library for JSON processing, etc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68DC3D3-280F-4766-AFFA-B25F407DD5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2057400"/>
            <a:ext cx="6473658" cy="99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21424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C7BF9C-E07A-4B91-8F60-B84FEF6429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Spring Boot – Web related dependencies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4A6BC4F-B488-4328-9AA1-9BA5A92326F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9601" y="1600200"/>
            <a:ext cx="4361922" cy="4343400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2268B0C-4FE6-445F-8A7E-D92979669F19}"/>
              </a:ext>
            </a:extLst>
          </p:cNvPr>
          <p:cNvSpPr txBox="1">
            <a:spLocks/>
          </p:cNvSpPr>
          <p:nvPr/>
        </p:nvSpPr>
        <p:spPr>
          <a:xfrm>
            <a:off x="5638801" y="1600200"/>
            <a:ext cx="3733800" cy="38862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Body Level 1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3"/>
              </a:buClr>
              <a:buSzPct val="100000"/>
              <a:buFont typeface="Wingdings" panose="05000000000000000000" pitchFamily="2" charset="2"/>
              <a:buChar char="§"/>
              <a:defRPr sz="1600" kern="1200" baseline="0">
                <a:solidFill>
                  <a:schemeClr val="tx1"/>
                </a:solidFill>
                <a:latin typeface="Body Level 2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3"/>
              </a:buClr>
              <a:buSzPct val="80000"/>
              <a:buFont typeface="Courier New" panose="02070309020205020404" pitchFamily="49" charset="0"/>
              <a:buChar char="o"/>
              <a:defRPr sz="1500" kern="1200" baseline="0">
                <a:solidFill>
                  <a:schemeClr val="tx1"/>
                </a:solidFill>
                <a:latin typeface="Body Level 3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3"/>
              </a:buClr>
              <a:buSzPct val="60000"/>
              <a:buFont typeface="Wingdings" panose="05000000000000000000" pitchFamily="2" charset="2"/>
              <a:buChar char="q"/>
              <a:defRPr sz="1400" kern="1200" baseline="0">
                <a:solidFill>
                  <a:schemeClr val="tx1"/>
                </a:solidFill>
                <a:latin typeface="Body Level 4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3"/>
              </a:buClr>
              <a:buFont typeface="Arial" panose="020B0604020202020204" pitchFamily="34" charset="0"/>
              <a:buChar char="-"/>
              <a:defRPr sz="1200" kern="1200" baseline="0">
                <a:solidFill>
                  <a:schemeClr val="tx1"/>
                </a:solidFill>
                <a:latin typeface="Body Level 5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r>
              <a:rPr lang="en-US" dirty="0"/>
              <a:t>As shown in the picture, once the </a:t>
            </a:r>
            <a:r>
              <a:rPr lang="en-US" b="1" dirty="0"/>
              <a:t>spring-boot-starter-web </a:t>
            </a:r>
            <a:r>
              <a:rPr lang="en-US" dirty="0"/>
              <a:t>is added to the pom.xml, lots of extra dependencies are downloaded</a:t>
            </a:r>
          </a:p>
          <a:p>
            <a:r>
              <a:rPr lang="en-US" dirty="0"/>
              <a:t>They are </a:t>
            </a:r>
          </a:p>
          <a:p>
            <a:pPr lvl="1"/>
            <a:r>
              <a:rPr lang="en-US" dirty="0">
                <a:latin typeface="Body Level 1"/>
              </a:rPr>
              <a:t>Embedded tomcat</a:t>
            </a:r>
          </a:p>
          <a:p>
            <a:pPr lvl="1"/>
            <a:r>
              <a:rPr lang="en-US" dirty="0">
                <a:latin typeface="Body Level 1"/>
              </a:rPr>
              <a:t>Jackson Java parsing library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2362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61B6EF-7577-42EB-AE09-B116DD6A63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Spring Boot – The main file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0421F4-C39B-4BFB-9525-DA968393EE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4091" y="1323001"/>
            <a:ext cx="9259747" cy="5280398"/>
          </a:xfrm>
        </p:spPr>
        <p:txBody>
          <a:bodyPr/>
          <a:lstStyle/>
          <a:p>
            <a:r>
              <a:rPr lang="en-IN" dirty="0"/>
              <a:t>We have created a blank spring boot project and added the web dependency to it</a:t>
            </a:r>
          </a:p>
          <a:p>
            <a:r>
              <a:rPr lang="en-IN" dirty="0"/>
              <a:t>Spring Boot creates a main file, which looks like a standard java application, with a main method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The only difference here is that the main class is annotated with a </a:t>
            </a:r>
            <a:r>
              <a:rPr lang="en-IN" b="1" dirty="0"/>
              <a:t>@SpringBootApplication</a:t>
            </a:r>
            <a:endParaRPr lang="en-US" dirty="0"/>
          </a:p>
          <a:p>
            <a:r>
              <a:rPr lang="en-US" dirty="0"/>
              <a:t>From the main method of </a:t>
            </a:r>
            <a:r>
              <a:rPr lang="en-US" b="1" dirty="0"/>
              <a:t>Module1Application</a:t>
            </a:r>
            <a:r>
              <a:rPr lang="en-US" dirty="0"/>
              <a:t>, </a:t>
            </a:r>
            <a:r>
              <a:rPr lang="en-US" dirty="0" err="1"/>
              <a:t>SpringApplication</a:t>
            </a:r>
            <a:r>
              <a:rPr lang="en-US" dirty="0"/>
              <a:t> class’s run method is called</a:t>
            </a:r>
          </a:p>
          <a:p>
            <a:r>
              <a:rPr lang="en-US" dirty="0"/>
              <a:t>This run method ensures that the following steps are done</a:t>
            </a:r>
          </a:p>
          <a:p>
            <a:pPr lvl="1"/>
            <a:r>
              <a:rPr lang="en-US" sz="1800" dirty="0">
                <a:latin typeface="Body Level 1"/>
              </a:rPr>
              <a:t>Sets up default configuration</a:t>
            </a:r>
          </a:p>
          <a:p>
            <a:pPr lvl="1"/>
            <a:r>
              <a:rPr lang="en-US" sz="1800" dirty="0">
                <a:latin typeface="Body Level 1"/>
              </a:rPr>
              <a:t>Starts Spring application context</a:t>
            </a:r>
          </a:p>
          <a:p>
            <a:pPr lvl="1"/>
            <a:r>
              <a:rPr lang="en-US" sz="1800" dirty="0">
                <a:latin typeface="Body Level 1"/>
              </a:rPr>
              <a:t>Performs class path scan</a:t>
            </a:r>
          </a:p>
          <a:p>
            <a:pPr lvl="1"/>
            <a:r>
              <a:rPr lang="en-US" sz="1800" dirty="0">
                <a:latin typeface="Body Level 1"/>
              </a:rPr>
              <a:t>Starts tomcat server</a:t>
            </a:r>
          </a:p>
          <a:p>
            <a:endParaRPr lang="en-IN" dirty="0"/>
          </a:p>
          <a:p>
            <a:endParaRPr lang="en-IN" b="1" dirty="0"/>
          </a:p>
          <a:p>
            <a:endParaRPr lang="en-IN" b="1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CAF232D-9534-4583-9B31-85484D8453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752600"/>
            <a:ext cx="5410199" cy="1511149"/>
          </a:xfrm>
          <a:prstGeom prst="rect">
            <a:avLst/>
          </a:prstGeom>
        </p:spPr>
      </p:pic>
      <p:sp>
        <p:nvSpPr>
          <p:cNvPr id="5" name="Rectangle 2">
            <a:extLst>
              <a:ext uri="{FF2B5EF4-FFF2-40B4-BE49-F238E27FC236}">
                <a16:creationId xmlns:a16="http://schemas.microsoft.com/office/drawing/2014/main" id="{2AC1060C-2367-4FBE-92A7-D8310283B1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02599"/>
            <a:ext cx="65" cy="4051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12696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EB7033F4-B8FB-4AA6-9228-67584A5AED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-50199"/>
            <a:ext cx="65" cy="4051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12696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D8632E6F-9251-47FC-B7CA-92F2A50BB5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102201"/>
            <a:ext cx="65" cy="4051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12696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3C5889C2-E9B5-455A-BD0D-A898C3A816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254601"/>
            <a:ext cx="65" cy="4051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12696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793160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E8F565-C988-4CA0-A40F-51ADCBED2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Running the spring boot app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0741C2-4DD4-4210-8B47-FBF01DFFF8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4091" y="1323000"/>
            <a:ext cx="9259747" cy="5335200"/>
          </a:xfrm>
        </p:spPr>
        <p:txBody>
          <a:bodyPr/>
          <a:lstStyle/>
          <a:p>
            <a:r>
              <a:rPr lang="en-IN" dirty="0"/>
              <a:t>When you right click the project and select </a:t>
            </a:r>
            <a:r>
              <a:rPr lang="en-IN" b="1" dirty="0"/>
              <a:t>Run as</a:t>
            </a:r>
            <a:r>
              <a:rPr lang="en-IN" dirty="0"/>
              <a:t> </a:t>
            </a:r>
            <a:r>
              <a:rPr lang="en-IN" b="1" dirty="0"/>
              <a:t>-&gt;</a:t>
            </a:r>
            <a:r>
              <a:rPr lang="en-IN" dirty="0"/>
              <a:t> </a:t>
            </a:r>
            <a:r>
              <a:rPr lang="en-IN" b="1" dirty="0"/>
              <a:t>Spring Boot App</a:t>
            </a:r>
            <a:r>
              <a:rPr lang="en-IN" dirty="0"/>
              <a:t>, the web application should get deployed in the embedded tomcat server</a:t>
            </a:r>
          </a:p>
          <a:p>
            <a:r>
              <a:rPr lang="en-IN" dirty="0"/>
              <a:t>The below diagram clearly demonstrates that the embedded tomcat server is running and hosting the spring boot app in the default port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pPr marL="0" indent="0">
              <a:buNone/>
            </a:pPr>
            <a:endParaRPr lang="en-IN" dirty="0"/>
          </a:p>
          <a:p>
            <a:r>
              <a:rPr lang="en-IN" dirty="0"/>
              <a:t>The default port no is 8080 for a spring boot app</a:t>
            </a:r>
          </a:p>
          <a:p>
            <a:r>
              <a:rPr lang="en-IN" dirty="0"/>
              <a:t>The port no is configurable and multiple spring boot apps can be run locally in various ports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9FF19D2-AEE9-4349-80F9-D5FD38BAFC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162" y="2743200"/>
            <a:ext cx="9072409" cy="236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13805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7CC55B-D5C5-4B56-9944-93AE0B0A99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Spring Boot – </a:t>
            </a:r>
            <a:r>
              <a:rPr lang="en-IN"/>
              <a:t>Standard output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482C22-3162-4407-81FB-024D115BA9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The default app, after it started running, when we reach the web application through the default URL, we should get the below output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C91C21C-0141-4567-A645-2758042FE2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438400"/>
            <a:ext cx="6101192" cy="289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336422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911660-E116-43E6-8AE9-6B55F63CB2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Embedded Servlet Containers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58148C-0E6A-43F1-B80D-68E95F51CA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Traditionally, Spring applications have to be hosted on a web server such as Tomcat</a:t>
            </a:r>
          </a:p>
          <a:p>
            <a:r>
              <a:rPr lang="en-IN" dirty="0"/>
              <a:t>Tomcat serves as the Servlet container for running spring based applications</a:t>
            </a:r>
          </a:p>
          <a:p>
            <a:r>
              <a:rPr lang="en-IN" dirty="0"/>
              <a:t>So, there was a separate deployment step</a:t>
            </a:r>
          </a:p>
          <a:p>
            <a:r>
              <a:rPr lang="en-IN" dirty="0"/>
              <a:t>But Spring Boot comes with an embedded Tomcat server, which provides</a:t>
            </a:r>
          </a:p>
          <a:p>
            <a:pPr lvl="1"/>
            <a:r>
              <a:rPr lang="en-IN" dirty="0"/>
              <a:t>Convenience of deployment</a:t>
            </a:r>
          </a:p>
          <a:p>
            <a:pPr lvl="1"/>
            <a:r>
              <a:rPr lang="en-IN" dirty="0"/>
              <a:t>Stand alone application</a:t>
            </a:r>
          </a:p>
          <a:p>
            <a:r>
              <a:rPr lang="en-IN" dirty="0"/>
              <a:t>When we run the boot app, we can see that tomcat is running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8D6133C-2524-4729-AD32-A0C121B7D268}"/>
              </a:ext>
            </a:extLst>
          </p:cNvPr>
          <p:cNvSpPr/>
          <p:nvPr/>
        </p:nvSpPr>
        <p:spPr>
          <a:xfrm>
            <a:off x="6048375" y="3086647"/>
            <a:ext cx="2257425" cy="2970706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164005C-A41A-4893-A393-57FC939C0E64}"/>
              </a:ext>
            </a:extLst>
          </p:cNvPr>
          <p:cNvSpPr txBox="1"/>
          <p:nvPr/>
        </p:nvSpPr>
        <p:spPr>
          <a:xfrm>
            <a:off x="6162675" y="3298475"/>
            <a:ext cx="2514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latin typeface="Body Level 1"/>
              </a:rPr>
              <a:t>Spring Boot Application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C8AC6E4-1816-4EC6-9557-EA5EBB6EF4EF}"/>
              </a:ext>
            </a:extLst>
          </p:cNvPr>
          <p:cNvSpPr/>
          <p:nvPr/>
        </p:nvSpPr>
        <p:spPr>
          <a:xfrm>
            <a:off x="6138897" y="4671975"/>
            <a:ext cx="2019300" cy="1067894"/>
          </a:xfrm>
          <a:prstGeom prst="roundRect">
            <a:avLst/>
          </a:prstGeom>
          <a:solidFill>
            <a:srgbClr val="F9FC8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>
                <a:solidFill>
                  <a:schemeClr val="tx1"/>
                </a:solidFill>
                <a:latin typeface="Body Level 1"/>
              </a:rPr>
              <a:t>Embedded Tomcat Server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7CA9CE7-46A9-4EA5-B6A6-4194D60CCF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389" y="3551938"/>
            <a:ext cx="5221983" cy="1980106"/>
          </a:xfrm>
          <a:prstGeom prst="rect">
            <a:avLst/>
          </a:prstGeom>
        </p:spPr>
      </p:pic>
      <p:sp>
        <p:nvSpPr>
          <p:cNvPr id="12" name="Speech Bubble: Oval 11">
            <a:extLst>
              <a:ext uri="{FF2B5EF4-FFF2-40B4-BE49-F238E27FC236}">
                <a16:creationId xmlns:a16="http://schemas.microsoft.com/office/drawing/2014/main" id="{E696B2C5-5DD0-4E93-843C-F41A6F0B3DAF}"/>
              </a:ext>
            </a:extLst>
          </p:cNvPr>
          <p:cNvSpPr/>
          <p:nvPr/>
        </p:nvSpPr>
        <p:spPr>
          <a:xfrm>
            <a:off x="2057400" y="5639894"/>
            <a:ext cx="2590800" cy="572506"/>
          </a:xfrm>
          <a:prstGeom prst="wedgeEllipseCallout">
            <a:avLst>
              <a:gd name="adj1" fmla="val -31742"/>
              <a:gd name="adj2" fmla="val -140779"/>
            </a:avLst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 dirty="0" err="1">
                <a:solidFill>
                  <a:schemeClr val="tx1"/>
                </a:solidFill>
                <a:latin typeface="Body Level 1"/>
              </a:rPr>
              <a:t>Embdded</a:t>
            </a:r>
            <a:r>
              <a:rPr lang="en-IN" sz="1400" b="1" dirty="0">
                <a:solidFill>
                  <a:schemeClr val="tx1"/>
                </a:solidFill>
                <a:latin typeface="Body Level 1"/>
              </a:rPr>
              <a:t> Tomcat running in port 8080</a:t>
            </a:r>
          </a:p>
        </p:txBody>
      </p:sp>
    </p:spTree>
    <p:extLst>
      <p:ext uri="{BB962C8B-B14F-4D97-AF65-F5344CB8AC3E}">
        <p14:creationId xmlns:p14="http://schemas.microsoft.com/office/powerpoint/2010/main" val="365293472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D614C2-9A4F-44D6-A245-3D64308158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DevTools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9EA0FD-B654-4D3F-B523-540049DC4B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During the development process, we have to restart the dev server every time the code changes</a:t>
            </a:r>
          </a:p>
          <a:p>
            <a:r>
              <a:rPr lang="en-IN" dirty="0"/>
              <a:t>This leads to a slow iterative process of code, fix and debug cycle</a:t>
            </a:r>
          </a:p>
          <a:p>
            <a:r>
              <a:rPr lang="en-IN" dirty="0"/>
              <a:t>Hence, the spring ecosystem introduced a new starter package called </a:t>
            </a:r>
            <a:r>
              <a:rPr lang="en-IN" dirty="0" err="1"/>
              <a:t>Devtools</a:t>
            </a:r>
            <a:r>
              <a:rPr lang="en-IN" dirty="0"/>
              <a:t>, (Spring Development Tools)</a:t>
            </a:r>
          </a:p>
          <a:p>
            <a:r>
              <a:rPr lang="en-IN" dirty="0"/>
              <a:t>We need to include the </a:t>
            </a:r>
            <a:r>
              <a:rPr lang="en-IN" dirty="0" err="1"/>
              <a:t>Devtools</a:t>
            </a:r>
            <a:r>
              <a:rPr lang="en-IN" dirty="0"/>
              <a:t> starter package as a dependency in the pom.xml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After adding </a:t>
            </a:r>
            <a:r>
              <a:rPr lang="en-IN" dirty="0" err="1"/>
              <a:t>Devtools</a:t>
            </a:r>
            <a:r>
              <a:rPr lang="en-IN" dirty="0"/>
              <a:t>, if we start the local dev server, then onwards for any code file changes, the dev server will get restarted automatically</a:t>
            </a: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5C00290-EE92-4785-8C9B-0A247F7BFD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162" y="3048000"/>
            <a:ext cx="5550190" cy="985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895328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E481AC-BCA0-4B0B-9473-76EB06A397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Spring Boot Starters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DA5BEC6-CD7C-4944-96E4-BA2A55B33F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Bill of materials</a:t>
            </a:r>
          </a:p>
          <a:p>
            <a:r>
              <a:rPr lang="en-US" dirty="0"/>
              <a:t>Set of convenient dependency descriptors which we can include in our application</a:t>
            </a:r>
          </a:p>
          <a:p>
            <a:r>
              <a:rPr lang="en-US" dirty="0"/>
              <a:t>Makes development easier and rapid</a:t>
            </a:r>
          </a:p>
          <a:p>
            <a:r>
              <a:rPr lang="en-US" dirty="0"/>
              <a:t>For e.g. for using JPA for database access, include the </a:t>
            </a:r>
            <a:r>
              <a:rPr lang="en-US" b="1" dirty="0"/>
              <a:t>spring-boot-starter-data-</a:t>
            </a:r>
            <a:r>
              <a:rPr lang="en-US" b="1" dirty="0" err="1"/>
              <a:t>jpa</a:t>
            </a:r>
            <a:r>
              <a:rPr lang="en-US" dirty="0"/>
              <a:t> starter</a:t>
            </a:r>
          </a:p>
          <a:p>
            <a:r>
              <a:rPr lang="en-IN" dirty="0"/>
              <a:t>Most common starters for spring boot are provided under the </a:t>
            </a:r>
            <a:r>
              <a:rPr lang="en-IN" b="1" dirty="0" err="1"/>
              <a:t>org.springframework.boot</a:t>
            </a:r>
            <a:r>
              <a:rPr lang="en-IN" dirty="0"/>
              <a:t> group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4A620E6A-E87F-4BFB-97F3-57782368B67E}"/>
              </a:ext>
            </a:extLst>
          </p:cNvPr>
          <p:cNvSpPr/>
          <p:nvPr/>
        </p:nvSpPr>
        <p:spPr>
          <a:xfrm>
            <a:off x="2694709" y="3429000"/>
            <a:ext cx="2286000" cy="702000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>
                <a:latin typeface="Body Level 1"/>
              </a:rPr>
              <a:t>org.springframework.boot</a:t>
            </a:r>
            <a:endParaRPr lang="en-IN" sz="1400" b="1" dirty="0">
              <a:latin typeface="Body Level 1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DA2934F-354E-487D-9C0E-2BD381536508}"/>
              </a:ext>
            </a:extLst>
          </p:cNvPr>
          <p:cNvSpPr/>
          <p:nvPr/>
        </p:nvSpPr>
        <p:spPr>
          <a:xfrm>
            <a:off x="533400" y="4973890"/>
            <a:ext cx="1371600" cy="741110"/>
          </a:xfrm>
          <a:prstGeom prst="roundRect">
            <a:avLst/>
          </a:prstGeom>
          <a:solidFill>
            <a:srgbClr val="9FD18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 dirty="0">
                <a:solidFill>
                  <a:srgbClr val="002060"/>
                </a:solidFill>
                <a:latin typeface="Body Level 1"/>
              </a:rPr>
              <a:t>spring-boot-starter-web 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7825F46-9FE8-4D5D-B172-BA1F0488D655}"/>
              </a:ext>
            </a:extLst>
          </p:cNvPr>
          <p:cNvSpPr/>
          <p:nvPr/>
        </p:nvSpPr>
        <p:spPr>
          <a:xfrm>
            <a:off x="2438400" y="4973891"/>
            <a:ext cx="1371600" cy="741109"/>
          </a:xfrm>
          <a:prstGeom prst="roundRect">
            <a:avLst/>
          </a:prstGeom>
          <a:solidFill>
            <a:srgbClr val="9FD18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 dirty="0">
                <a:solidFill>
                  <a:srgbClr val="002060"/>
                </a:solidFill>
                <a:latin typeface="Body Level 1"/>
              </a:rPr>
              <a:t>spring-boot-starter-test 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D80A4B7-7A53-4D1E-80C9-32716B05CB38}"/>
              </a:ext>
            </a:extLst>
          </p:cNvPr>
          <p:cNvSpPr/>
          <p:nvPr/>
        </p:nvSpPr>
        <p:spPr>
          <a:xfrm>
            <a:off x="4146016" y="4973891"/>
            <a:ext cx="1527420" cy="741109"/>
          </a:xfrm>
          <a:prstGeom prst="roundRect">
            <a:avLst/>
          </a:prstGeom>
          <a:solidFill>
            <a:srgbClr val="9FD18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 dirty="0">
                <a:solidFill>
                  <a:srgbClr val="002060"/>
                </a:solidFill>
                <a:latin typeface="Body Level 1"/>
              </a:rPr>
              <a:t>spring-boot-starter-</a:t>
            </a:r>
            <a:r>
              <a:rPr lang="en-IN" sz="1400" b="1" dirty="0" err="1">
                <a:solidFill>
                  <a:srgbClr val="002060"/>
                </a:solidFill>
                <a:latin typeface="Body Level 1"/>
              </a:rPr>
              <a:t>jdbc</a:t>
            </a:r>
            <a:r>
              <a:rPr lang="en-IN" sz="1400" b="1" dirty="0">
                <a:solidFill>
                  <a:srgbClr val="002060"/>
                </a:solidFill>
                <a:latin typeface="Body Level 1"/>
              </a:rPr>
              <a:t> 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3D58CE8-E1BC-4D08-BF1E-A134A952DD3E}"/>
              </a:ext>
            </a:extLst>
          </p:cNvPr>
          <p:cNvSpPr/>
          <p:nvPr/>
        </p:nvSpPr>
        <p:spPr>
          <a:xfrm>
            <a:off x="6179126" y="4973891"/>
            <a:ext cx="1593273" cy="741109"/>
          </a:xfrm>
          <a:prstGeom prst="roundRect">
            <a:avLst/>
          </a:prstGeom>
          <a:solidFill>
            <a:srgbClr val="9FD18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 dirty="0">
                <a:solidFill>
                  <a:srgbClr val="002060"/>
                </a:solidFill>
                <a:latin typeface="Body Level 1"/>
              </a:rPr>
              <a:t>spring-boot-starter-actuator 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AF21362-D07D-4198-B674-5EBDC5B73BF0}"/>
              </a:ext>
            </a:extLst>
          </p:cNvPr>
          <p:cNvCxnSpPr>
            <a:endCxn id="4" idx="0"/>
          </p:cNvCxnSpPr>
          <p:nvPr/>
        </p:nvCxnSpPr>
        <p:spPr>
          <a:xfrm flipH="1">
            <a:off x="1219200" y="4114800"/>
            <a:ext cx="1676400" cy="85909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0DB0488-8577-4A58-A5F8-0E4C17961394}"/>
              </a:ext>
            </a:extLst>
          </p:cNvPr>
          <p:cNvCxnSpPr>
            <a:endCxn id="6" idx="0"/>
          </p:cNvCxnSpPr>
          <p:nvPr/>
        </p:nvCxnSpPr>
        <p:spPr>
          <a:xfrm flipH="1">
            <a:off x="3124200" y="4131000"/>
            <a:ext cx="381000" cy="84289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CFF0C24-9671-454B-BBC0-05CE83D9700A}"/>
              </a:ext>
            </a:extLst>
          </p:cNvPr>
          <p:cNvCxnSpPr>
            <a:cxnSpLocks/>
          </p:cNvCxnSpPr>
          <p:nvPr/>
        </p:nvCxnSpPr>
        <p:spPr>
          <a:xfrm>
            <a:off x="4275618" y="4131000"/>
            <a:ext cx="595000" cy="84289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0AE3549-7FF8-4ECC-BFE2-CAF305F05865}"/>
              </a:ext>
            </a:extLst>
          </p:cNvPr>
          <p:cNvCxnSpPr>
            <a:cxnSpLocks/>
            <a:endCxn id="8" idx="0"/>
          </p:cNvCxnSpPr>
          <p:nvPr/>
        </p:nvCxnSpPr>
        <p:spPr>
          <a:xfrm>
            <a:off x="4681828" y="4131000"/>
            <a:ext cx="2293935" cy="84289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652890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E222DF-AC9C-4715-8138-EF5306F221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Important Starters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7EAD0C-AB14-493C-B088-E57FD9866E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spring-boot-starter-web</a:t>
            </a:r>
          </a:p>
          <a:p>
            <a:pPr lvl="1"/>
            <a:r>
              <a:rPr lang="en-US" dirty="0"/>
              <a:t>It is used for building web, including RESTful, applications using Spring MVC. Uses Tomcat as the default embedded container</a:t>
            </a:r>
          </a:p>
          <a:p>
            <a:r>
              <a:rPr lang="en-IN" b="1" dirty="0"/>
              <a:t>spring-boot-starter-</a:t>
            </a:r>
            <a:r>
              <a:rPr lang="en-IN" b="1" dirty="0" err="1"/>
              <a:t>jdbc</a:t>
            </a:r>
            <a:endParaRPr lang="en-IN" b="1" dirty="0"/>
          </a:p>
          <a:p>
            <a:pPr lvl="1"/>
            <a:r>
              <a:rPr lang="en-US" dirty="0"/>
              <a:t>It is used for JDBC with the Tomcat JDBC connection pool</a:t>
            </a:r>
          </a:p>
          <a:p>
            <a:r>
              <a:rPr lang="en-IN" b="1" dirty="0"/>
              <a:t>spring-boot-starter-actuator</a:t>
            </a:r>
          </a:p>
          <a:p>
            <a:pPr lvl="1"/>
            <a:r>
              <a:rPr lang="en-US" dirty="0"/>
              <a:t>It provides production ready features to help you monitor and manage your application.</a:t>
            </a:r>
          </a:p>
          <a:p>
            <a:r>
              <a:rPr lang="en-IN" b="1" dirty="0"/>
              <a:t>spring-boot-starter-test</a:t>
            </a:r>
          </a:p>
          <a:p>
            <a:pPr lvl="1"/>
            <a:r>
              <a:rPr lang="en-US" dirty="0"/>
              <a:t>It is used to test Spring Boot applications with libraries including Junit and Mockito</a:t>
            </a:r>
          </a:p>
          <a:p>
            <a:r>
              <a:rPr lang="en-IN" b="1" dirty="0"/>
              <a:t>spring-boot-starter-data-rest</a:t>
            </a:r>
          </a:p>
          <a:p>
            <a:pPr lvl="1"/>
            <a:r>
              <a:rPr lang="en-US" dirty="0"/>
              <a:t>It is used for exposing Spring Data repositories over REST using Spring Data REST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27611344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9BE408-8A81-470A-924D-BFECEC35C4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Advantages of Spring framework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5FB602-A803-41BE-8AB9-37B654EF21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Spring enables developers to develop enterprise applications using POJOs (Plain Old Java Object)</a:t>
            </a:r>
            <a:endParaRPr lang="en-IN" dirty="0"/>
          </a:p>
          <a:p>
            <a:endParaRPr lang="en-IN" dirty="0"/>
          </a:p>
          <a:p>
            <a:r>
              <a:rPr lang="en-IN" dirty="0"/>
              <a:t>Spring provides an abstraction layer on existing technologies like servlets, JDBC, ORMs, Logging etc to simplify the development process</a:t>
            </a:r>
          </a:p>
          <a:p>
            <a:endParaRPr lang="en-US" dirty="0"/>
          </a:p>
          <a:p>
            <a:r>
              <a:rPr lang="en-US" dirty="0"/>
              <a:t>Spring WEB framework has a well-designed  web MVC framework</a:t>
            </a:r>
          </a:p>
          <a:p>
            <a:endParaRPr lang="en-US" dirty="0"/>
          </a:p>
          <a:p>
            <a:r>
              <a:rPr lang="en-US" dirty="0"/>
              <a:t>Spring framework has taken the best practice that have been proven over the years in several applications and formalized as design patterns</a:t>
            </a:r>
          </a:p>
          <a:p>
            <a:endParaRPr lang="en-US" dirty="0"/>
          </a:p>
          <a:p>
            <a:r>
              <a:rPr lang="en-US" dirty="0"/>
              <a:t>Spring gives built in middleware services like Connection pooling, Transaction management 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5820576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BDD318-6AFA-4165-A6C1-F49F1EBA40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Spring Framework Modules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3B2208-61DE-48DC-9A02-9B60C4CD92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4091" y="1323000"/>
            <a:ext cx="9259747" cy="5230199"/>
          </a:xfrm>
        </p:spPr>
        <p:txBody>
          <a:bodyPr/>
          <a:lstStyle/>
          <a:p>
            <a:r>
              <a:rPr lang="en-US" dirty="0"/>
              <a:t> Spring framework consists of features organized into about 20 modules, these modules are grouped into Core Container, Data Access/Integration, Web, Test and many more</a:t>
            </a:r>
          </a:p>
        </p:txBody>
      </p:sp>
      <p:pic>
        <p:nvPicPr>
          <p:cNvPr id="1026" name="Picture 2" descr="spring overview">
            <a:extLst>
              <a:ext uri="{FF2B5EF4-FFF2-40B4-BE49-F238E27FC236}">
                <a16:creationId xmlns:a16="http://schemas.microsoft.com/office/drawing/2014/main" id="{21FED53C-C5F3-4A45-BF25-2380646633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981200"/>
            <a:ext cx="5810491" cy="4357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93E1BEE-42C3-4196-A8A1-92909DA17048}"/>
              </a:ext>
            </a:extLst>
          </p:cNvPr>
          <p:cNvSpPr txBox="1">
            <a:spLocks/>
          </p:cNvSpPr>
          <p:nvPr/>
        </p:nvSpPr>
        <p:spPr>
          <a:xfrm>
            <a:off x="6248400" y="3183963"/>
            <a:ext cx="3392347" cy="283583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Body Level 1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3"/>
              </a:buClr>
              <a:buSzPct val="100000"/>
              <a:buFont typeface="Wingdings" panose="05000000000000000000" pitchFamily="2" charset="2"/>
              <a:buChar char="§"/>
              <a:defRPr sz="1600" kern="1200" baseline="0">
                <a:solidFill>
                  <a:schemeClr val="tx1"/>
                </a:solidFill>
                <a:latin typeface="Body Level 2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3"/>
              </a:buClr>
              <a:buSzPct val="80000"/>
              <a:buFont typeface="Courier New" panose="02070309020205020404" pitchFamily="49" charset="0"/>
              <a:buChar char="o"/>
              <a:defRPr sz="1500" kern="1200" baseline="0">
                <a:solidFill>
                  <a:schemeClr val="tx1"/>
                </a:solidFill>
                <a:latin typeface="Body Level 3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3"/>
              </a:buClr>
              <a:buSzPct val="60000"/>
              <a:buFont typeface="Wingdings" panose="05000000000000000000" pitchFamily="2" charset="2"/>
              <a:buChar char="q"/>
              <a:defRPr sz="1400" kern="1200" baseline="0">
                <a:solidFill>
                  <a:schemeClr val="tx1"/>
                </a:solidFill>
                <a:latin typeface="Body Level 4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3"/>
              </a:buClr>
              <a:buFont typeface="Arial" panose="020B0604020202020204" pitchFamily="34" charset="0"/>
              <a:buChar char="-"/>
              <a:defRPr sz="1200" kern="1200" baseline="0">
                <a:solidFill>
                  <a:schemeClr val="tx1"/>
                </a:solidFill>
                <a:latin typeface="Body Level 5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  <a:p>
            <a:r>
              <a:rPr lang="en-US" sz="1600" dirty="0"/>
              <a:t>Important Modules</a:t>
            </a:r>
          </a:p>
          <a:p>
            <a:pPr lvl="1"/>
            <a:r>
              <a:rPr lang="en-IN" dirty="0"/>
              <a:t>Spring Core Container</a:t>
            </a:r>
          </a:p>
          <a:p>
            <a:pPr lvl="1"/>
            <a:r>
              <a:rPr lang="en-US" dirty="0"/>
              <a:t>Spring JDBC and DAO Module</a:t>
            </a:r>
          </a:p>
          <a:p>
            <a:pPr lvl="1"/>
            <a:r>
              <a:rPr lang="en-IN" dirty="0"/>
              <a:t>ORM Module</a:t>
            </a:r>
          </a:p>
          <a:p>
            <a:pPr lvl="1"/>
            <a:r>
              <a:rPr lang="en-IN" dirty="0"/>
              <a:t>Web Module</a:t>
            </a:r>
          </a:p>
          <a:p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9138E68-3480-4406-B035-4ACB91B84D53}"/>
              </a:ext>
            </a:extLst>
          </p:cNvPr>
          <p:cNvSpPr txBox="1">
            <a:spLocks/>
          </p:cNvSpPr>
          <p:nvPr/>
        </p:nvSpPr>
        <p:spPr>
          <a:xfrm>
            <a:off x="956728" y="6152164"/>
            <a:ext cx="7010400" cy="587939"/>
          </a:xfrm>
          <a:prstGeom prst="rect">
            <a:avLst/>
          </a:prstGeom>
        </p:spPr>
        <p:txBody>
          <a:bodyPr vert="horz" lIns="0" tIns="0" rIns="0" bIns="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Body Level 1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3"/>
              </a:buClr>
              <a:buSzPct val="100000"/>
              <a:buFont typeface="Wingdings" panose="05000000000000000000" pitchFamily="2" charset="2"/>
              <a:buChar char="§"/>
              <a:defRPr sz="1600" kern="1200" baseline="0">
                <a:solidFill>
                  <a:schemeClr val="tx1"/>
                </a:solidFill>
                <a:latin typeface="Body Level 2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3"/>
              </a:buClr>
              <a:buSzPct val="80000"/>
              <a:buFont typeface="Courier New" panose="02070309020205020404" pitchFamily="49" charset="0"/>
              <a:buChar char="o"/>
              <a:defRPr sz="1500" kern="1200" baseline="0">
                <a:solidFill>
                  <a:schemeClr val="tx1"/>
                </a:solidFill>
                <a:latin typeface="Body Level 3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3"/>
              </a:buClr>
              <a:buSzPct val="60000"/>
              <a:buFont typeface="Wingdings" panose="05000000000000000000" pitchFamily="2" charset="2"/>
              <a:buChar char="q"/>
              <a:defRPr sz="1400" kern="1200" baseline="0">
                <a:solidFill>
                  <a:schemeClr val="tx1"/>
                </a:solidFill>
                <a:latin typeface="Body Level 4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3"/>
              </a:buClr>
              <a:buFont typeface="Arial" panose="020B0604020202020204" pitchFamily="34" charset="0"/>
              <a:buChar char="-"/>
              <a:defRPr sz="1200" kern="1200" baseline="0">
                <a:solidFill>
                  <a:schemeClr val="tx1"/>
                </a:solidFill>
                <a:latin typeface="Body Level 5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  <a:p>
            <a:r>
              <a:rPr lang="en-US" sz="1600" dirty="0"/>
              <a:t>Ref:- </a:t>
            </a:r>
            <a:r>
              <a:rPr lang="en-IN" sz="1600" dirty="0">
                <a:hlinkClick r:id="rId3"/>
              </a:rPr>
              <a:t>https://docs.spring.io/spring/docs/5.0.0.RC2/spring-framework-reference/overview.html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83506122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F7E39F-821B-46A6-860E-84D1BD6EB6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Spring Core Container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7E3891-5A9E-4F1A-9D59-C9D9FEB8CD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4091" y="1323000"/>
            <a:ext cx="9259747" cy="5153999"/>
          </a:xfrm>
        </p:spPr>
        <p:txBody>
          <a:bodyPr/>
          <a:lstStyle/>
          <a:p>
            <a:r>
              <a:rPr lang="en-US" dirty="0"/>
              <a:t>The Spring Core container is the basis for the complete spring framework</a:t>
            </a:r>
          </a:p>
          <a:p>
            <a:r>
              <a:rPr lang="en-US" dirty="0"/>
              <a:t>The Spring core container provides an implementation for </a:t>
            </a:r>
            <a:r>
              <a:rPr lang="en-US" dirty="0" err="1"/>
              <a:t>IoC</a:t>
            </a:r>
            <a:r>
              <a:rPr lang="en-US" dirty="0"/>
              <a:t> supporting Dependency Injection</a:t>
            </a:r>
          </a:p>
          <a:p>
            <a:endParaRPr lang="en-IN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347BF386-CBB6-4412-9DE7-F178180B7694}"/>
              </a:ext>
            </a:extLst>
          </p:cNvPr>
          <p:cNvSpPr txBox="1">
            <a:spLocks/>
          </p:cNvSpPr>
          <p:nvPr/>
        </p:nvSpPr>
        <p:spPr>
          <a:xfrm>
            <a:off x="5432146" y="3401447"/>
            <a:ext cx="4375708" cy="2986049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Body Level 1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3"/>
              </a:buClr>
              <a:buSzPct val="100000"/>
              <a:buFont typeface="Wingdings" panose="05000000000000000000" pitchFamily="2" charset="2"/>
              <a:buChar char="§"/>
              <a:defRPr sz="1600" kern="1200" baseline="0">
                <a:solidFill>
                  <a:schemeClr val="tx1"/>
                </a:solidFill>
                <a:latin typeface="Body Level 2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3"/>
              </a:buClr>
              <a:buSzPct val="80000"/>
              <a:buFont typeface="Courier New" panose="02070309020205020404" pitchFamily="49" charset="0"/>
              <a:buChar char="o"/>
              <a:defRPr sz="1500" kern="1200" baseline="0">
                <a:solidFill>
                  <a:schemeClr val="tx1"/>
                </a:solidFill>
                <a:latin typeface="Body Level 3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3"/>
              </a:buClr>
              <a:buSzPct val="60000"/>
              <a:buFont typeface="Wingdings" panose="05000000000000000000" pitchFamily="2" charset="2"/>
              <a:buChar char="q"/>
              <a:defRPr sz="1400" kern="1200" baseline="0">
                <a:solidFill>
                  <a:schemeClr val="tx1"/>
                </a:solidFill>
                <a:latin typeface="Body Level 4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3"/>
              </a:buClr>
              <a:buFont typeface="Arial" panose="020B0604020202020204" pitchFamily="34" charset="0"/>
              <a:buChar char="-"/>
              <a:defRPr sz="1200" kern="1200" baseline="0">
                <a:solidFill>
                  <a:schemeClr val="tx1"/>
                </a:solidFill>
                <a:latin typeface="Body Level 5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  <a:p>
            <a:r>
              <a:rPr lang="en-US" dirty="0"/>
              <a:t>The Spring Container is responsible for managing the objects life cycle such as</a:t>
            </a:r>
          </a:p>
          <a:p>
            <a:pPr lvl="1"/>
            <a:r>
              <a:rPr lang="en-US" sz="1800" dirty="0"/>
              <a:t>Creating the Objects</a:t>
            </a:r>
          </a:p>
          <a:p>
            <a:pPr lvl="1"/>
            <a:r>
              <a:rPr lang="en-US" sz="1800" dirty="0"/>
              <a:t>Calling initialization methods</a:t>
            </a:r>
          </a:p>
          <a:p>
            <a:pPr lvl="1"/>
            <a:r>
              <a:rPr lang="en-US" sz="1800" dirty="0"/>
              <a:t>Configuring objects by writing them together</a:t>
            </a:r>
          </a:p>
          <a:p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528BCE4-3E74-4282-8246-97873DFAE150}"/>
              </a:ext>
            </a:extLst>
          </p:cNvPr>
          <p:cNvSpPr/>
          <p:nvPr/>
        </p:nvSpPr>
        <p:spPr>
          <a:xfrm>
            <a:off x="2971800" y="3727171"/>
            <a:ext cx="1600200" cy="824401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solidFill>
                  <a:schemeClr val="bg1"/>
                </a:solidFill>
                <a:latin typeface="Body Level 1"/>
              </a:rPr>
              <a:t>Spring IOC Container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65874E8-DEF2-4053-8D6B-2C03CD484385}"/>
              </a:ext>
            </a:extLst>
          </p:cNvPr>
          <p:cNvSpPr/>
          <p:nvPr/>
        </p:nvSpPr>
        <p:spPr>
          <a:xfrm>
            <a:off x="2971800" y="5237372"/>
            <a:ext cx="1600200" cy="824401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solidFill>
                  <a:schemeClr val="bg1"/>
                </a:solidFill>
                <a:latin typeface="Body Level 1"/>
              </a:rPr>
              <a:t>Java Application (Ready For Use)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5823BC5-2C4D-4DC7-823F-CF4CAB04B7AA}"/>
              </a:ext>
            </a:extLst>
          </p:cNvPr>
          <p:cNvSpPr/>
          <p:nvPr/>
        </p:nvSpPr>
        <p:spPr>
          <a:xfrm>
            <a:off x="3276600" y="2590800"/>
            <a:ext cx="990600" cy="51435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solidFill>
                  <a:schemeClr val="tx2"/>
                </a:solidFill>
                <a:latin typeface="Body Level 1"/>
              </a:rPr>
              <a:t>Business POJOs</a:t>
            </a:r>
          </a:p>
        </p:txBody>
      </p:sp>
      <p:sp>
        <p:nvSpPr>
          <p:cNvPr id="14" name="Flowchart: Document 13">
            <a:extLst>
              <a:ext uri="{FF2B5EF4-FFF2-40B4-BE49-F238E27FC236}">
                <a16:creationId xmlns:a16="http://schemas.microsoft.com/office/drawing/2014/main" id="{DA731056-4344-415A-BB07-06C5DE69AB54}"/>
              </a:ext>
            </a:extLst>
          </p:cNvPr>
          <p:cNvSpPr/>
          <p:nvPr/>
        </p:nvSpPr>
        <p:spPr>
          <a:xfrm>
            <a:off x="895109" y="3757651"/>
            <a:ext cx="1390891" cy="870121"/>
          </a:xfrm>
          <a:prstGeom prst="flowChartDocumen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solidFill>
                  <a:schemeClr val="tx2"/>
                </a:solidFill>
                <a:latin typeface="Body Level 1"/>
              </a:rPr>
              <a:t>Configuration Metadata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E1BD738-CD9C-447D-8BEF-4F93FFC7872B}"/>
              </a:ext>
            </a:extLst>
          </p:cNvPr>
          <p:cNvCxnSpPr>
            <a:cxnSpLocks/>
            <a:stCxn id="14" idx="3"/>
            <a:endCxn id="8" idx="1"/>
          </p:cNvCxnSpPr>
          <p:nvPr/>
        </p:nvCxnSpPr>
        <p:spPr>
          <a:xfrm flipV="1">
            <a:off x="2286000" y="4139372"/>
            <a:ext cx="685800" cy="5334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336047FA-BFEF-4328-A1E8-EFB9F87B7619}"/>
              </a:ext>
            </a:extLst>
          </p:cNvPr>
          <p:cNvCxnSpPr>
            <a:stCxn id="10" idx="2"/>
            <a:endCxn id="8" idx="0"/>
          </p:cNvCxnSpPr>
          <p:nvPr/>
        </p:nvCxnSpPr>
        <p:spPr>
          <a:xfrm>
            <a:off x="3771900" y="3105150"/>
            <a:ext cx="0" cy="62202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0C32C9A6-459C-4583-9416-1055FED5E067}"/>
              </a:ext>
            </a:extLst>
          </p:cNvPr>
          <p:cNvCxnSpPr>
            <a:stCxn id="8" idx="2"/>
            <a:endCxn id="9" idx="0"/>
          </p:cNvCxnSpPr>
          <p:nvPr/>
        </p:nvCxnSpPr>
        <p:spPr>
          <a:xfrm>
            <a:off x="3771900" y="4551572"/>
            <a:ext cx="0" cy="6858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814881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BAFFEE-EFC8-4349-A30C-564F54D383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is dependency injection?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0EBB74-6918-4253-B797-1B96BB95B8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4091" y="1323000"/>
            <a:ext cx="9200909" cy="5581409"/>
          </a:xfrm>
        </p:spPr>
        <p:txBody>
          <a:bodyPr/>
          <a:lstStyle/>
          <a:p>
            <a:r>
              <a:rPr lang="en-IN" dirty="0"/>
              <a:t>Before understanding dependency injection, lets try to understand the term “dependency” in our software code 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01CE3E2-B5C1-4282-8237-034CA9A3EEDD}"/>
              </a:ext>
            </a:extLst>
          </p:cNvPr>
          <p:cNvSpPr/>
          <p:nvPr/>
        </p:nvSpPr>
        <p:spPr>
          <a:xfrm>
            <a:off x="1066800" y="2057400"/>
            <a:ext cx="2133600" cy="674038"/>
          </a:xfrm>
          <a:prstGeom prst="roundRect">
            <a:avLst/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>
                <a:solidFill>
                  <a:schemeClr val="bg1"/>
                </a:solidFill>
                <a:latin typeface="Body Level 1"/>
              </a:rPr>
              <a:t>Presentation Layer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72FEF38-018D-4EFE-AD8D-4F8CA0D5ED00}"/>
              </a:ext>
            </a:extLst>
          </p:cNvPr>
          <p:cNvSpPr/>
          <p:nvPr/>
        </p:nvSpPr>
        <p:spPr>
          <a:xfrm>
            <a:off x="1066800" y="3286173"/>
            <a:ext cx="2133600" cy="739517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  <a:latin typeface="Body Level 1"/>
              </a:rPr>
              <a:t>Business Layer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D9D58F2-418E-4836-9723-C30D2F18C39E}"/>
              </a:ext>
            </a:extLst>
          </p:cNvPr>
          <p:cNvSpPr/>
          <p:nvPr/>
        </p:nvSpPr>
        <p:spPr>
          <a:xfrm>
            <a:off x="1066800" y="4569811"/>
            <a:ext cx="2066696" cy="628168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>
                <a:solidFill>
                  <a:schemeClr val="bg1"/>
                </a:solidFill>
                <a:latin typeface="Body Level 1"/>
              </a:rPr>
              <a:t>Data Layer</a:t>
            </a:r>
          </a:p>
        </p:txBody>
      </p:sp>
      <p:sp>
        <p:nvSpPr>
          <p:cNvPr id="7" name="Arrow: Down 6">
            <a:extLst>
              <a:ext uri="{FF2B5EF4-FFF2-40B4-BE49-F238E27FC236}">
                <a16:creationId xmlns:a16="http://schemas.microsoft.com/office/drawing/2014/main" id="{2CFE49C6-FC06-4A40-8545-3CDB0BB2124C}"/>
              </a:ext>
            </a:extLst>
          </p:cNvPr>
          <p:cNvSpPr/>
          <p:nvPr/>
        </p:nvSpPr>
        <p:spPr>
          <a:xfrm>
            <a:off x="1754016" y="2647453"/>
            <a:ext cx="220370" cy="674038"/>
          </a:xfrm>
          <a:prstGeom prst="downArrow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Arrow: Down 8">
            <a:extLst>
              <a:ext uri="{FF2B5EF4-FFF2-40B4-BE49-F238E27FC236}">
                <a16:creationId xmlns:a16="http://schemas.microsoft.com/office/drawing/2014/main" id="{9A99C6B1-8A10-419B-BAB7-9352A50F8FCC}"/>
              </a:ext>
            </a:extLst>
          </p:cNvPr>
          <p:cNvSpPr/>
          <p:nvPr/>
        </p:nvSpPr>
        <p:spPr>
          <a:xfrm>
            <a:off x="1770476" y="3975656"/>
            <a:ext cx="220370" cy="674038"/>
          </a:xfrm>
          <a:prstGeom prst="downArrow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AA5ED18-D7EE-4EAF-99E0-9991B0583421}"/>
              </a:ext>
            </a:extLst>
          </p:cNvPr>
          <p:cNvSpPr txBox="1"/>
          <p:nvPr/>
        </p:nvSpPr>
        <p:spPr>
          <a:xfrm>
            <a:off x="1974386" y="2855505"/>
            <a:ext cx="14677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solidFill>
                  <a:schemeClr val="tx2">
                    <a:lumMod val="90000"/>
                    <a:lumOff val="10000"/>
                  </a:schemeClr>
                </a:solidFill>
                <a:latin typeface="Body Level 1"/>
              </a:rPr>
              <a:t>Dependency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5F1FA1F-2101-41A9-8C47-BA6FE1815E58}"/>
              </a:ext>
            </a:extLst>
          </p:cNvPr>
          <p:cNvSpPr txBox="1"/>
          <p:nvPr/>
        </p:nvSpPr>
        <p:spPr>
          <a:xfrm>
            <a:off x="2012791" y="4158786"/>
            <a:ext cx="14677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solidFill>
                  <a:schemeClr val="tx2">
                    <a:lumMod val="90000"/>
                    <a:lumOff val="10000"/>
                  </a:schemeClr>
                </a:solidFill>
                <a:latin typeface="Body Level 1"/>
              </a:rPr>
              <a:t>Dependency</a:t>
            </a:r>
          </a:p>
        </p:txBody>
      </p:sp>
      <p:sp>
        <p:nvSpPr>
          <p:cNvPr id="16" name="Cylinder 15">
            <a:extLst>
              <a:ext uri="{FF2B5EF4-FFF2-40B4-BE49-F238E27FC236}">
                <a16:creationId xmlns:a16="http://schemas.microsoft.com/office/drawing/2014/main" id="{0279B6E0-7B3A-4E01-B4C9-820C7DC24BB9}"/>
              </a:ext>
            </a:extLst>
          </p:cNvPr>
          <p:cNvSpPr/>
          <p:nvPr/>
        </p:nvSpPr>
        <p:spPr>
          <a:xfrm>
            <a:off x="928716" y="5596252"/>
            <a:ext cx="1058570" cy="1106838"/>
          </a:xfrm>
          <a:prstGeom prst="can">
            <a:avLst/>
          </a:prstGeom>
          <a:solidFill>
            <a:srgbClr val="FF99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latin typeface="Body Level 1"/>
              </a:rPr>
              <a:t>Database</a:t>
            </a:r>
          </a:p>
        </p:txBody>
      </p:sp>
      <p:sp>
        <p:nvSpPr>
          <p:cNvPr id="17" name="Arrow: Down 16">
            <a:extLst>
              <a:ext uri="{FF2B5EF4-FFF2-40B4-BE49-F238E27FC236}">
                <a16:creationId xmlns:a16="http://schemas.microsoft.com/office/drawing/2014/main" id="{8D8FA546-3F3D-42F3-B434-72E514493FD9}"/>
              </a:ext>
            </a:extLst>
          </p:cNvPr>
          <p:cNvSpPr/>
          <p:nvPr/>
        </p:nvSpPr>
        <p:spPr>
          <a:xfrm>
            <a:off x="1379112" y="5040137"/>
            <a:ext cx="220370" cy="757434"/>
          </a:xfrm>
          <a:prstGeom prst="downArrow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5AD9AD0A-98E5-4622-BB5F-4436433781FB}"/>
              </a:ext>
            </a:extLst>
          </p:cNvPr>
          <p:cNvSpPr/>
          <p:nvPr/>
        </p:nvSpPr>
        <p:spPr>
          <a:xfrm>
            <a:off x="2133600" y="5577421"/>
            <a:ext cx="1600200" cy="804751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>
                <a:solidFill>
                  <a:schemeClr val="bg1"/>
                </a:solidFill>
                <a:latin typeface="Body Level 1"/>
              </a:rPr>
              <a:t>Services</a:t>
            </a:r>
          </a:p>
        </p:txBody>
      </p:sp>
      <p:sp>
        <p:nvSpPr>
          <p:cNvPr id="19" name="Arrow: Down 18">
            <a:extLst>
              <a:ext uri="{FF2B5EF4-FFF2-40B4-BE49-F238E27FC236}">
                <a16:creationId xmlns:a16="http://schemas.microsoft.com/office/drawing/2014/main" id="{CC707585-C64F-4BCF-8493-A461C05AA168}"/>
              </a:ext>
            </a:extLst>
          </p:cNvPr>
          <p:cNvSpPr/>
          <p:nvPr/>
        </p:nvSpPr>
        <p:spPr>
          <a:xfrm>
            <a:off x="2654503" y="5046233"/>
            <a:ext cx="220370" cy="674038"/>
          </a:xfrm>
          <a:prstGeom prst="downArrow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8FA9875B-4CAA-4F9E-8B53-46E9D012421E}"/>
              </a:ext>
            </a:extLst>
          </p:cNvPr>
          <p:cNvSpPr txBox="1">
            <a:spLocks/>
          </p:cNvSpPr>
          <p:nvPr/>
        </p:nvSpPr>
        <p:spPr>
          <a:xfrm>
            <a:off x="4489596" y="2211930"/>
            <a:ext cx="4654404" cy="380787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Body Level 1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3"/>
              </a:buClr>
              <a:buSzPct val="100000"/>
              <a:buFont typeface="Wingdings" panose="05000000000000000000" pitchFamily="2" charset="2"/>
              <a:buChar char="§"/>
              <a:defRPr sz="1600" kern="1200" baseline="0">
                <a:solidFill>
                  <a:schemeClr val="tx1"/>
                </a:solidFill>
                <a:latin typeface="Body Level 2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3"/>
              </a:buClr>
              <a:buSzPct val="80000"/>
              <a:buFont typeface="Courier New" panose="02070309020205020404" pitchFamily="49" charset="0"/>
              <a:buChar char="o"/>
              <a:defRPr sz="1500" kern="1200" baseline="0">
                <a:solidFill>
                  <a:schemeClr val="tx1"/>
                </a:solidFill>
                <a:latin typeface="Body Level 3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3"/>
              </a:buClr>
              <a:buSzPct val="60000"/>
              <a:buFont typeface="Wingdings" panose="05000000000000000000" pitchFamily="2" charset="2"/>
              <a:buChar char="q"/>
              <a:defRPr sz="1400" kern="1200" baseline="0">
                <a:solidFill>
                  <a:schemeClr val="tx1"/>
                </a:solidFill>
                <a:latin typeface="Body Level 4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3"/>
              </a:buClr>
              <a:buFont typeface="Arial" panose="020B0604020202020204" pitchFamily="34" charset="0"/>
              <a:buChar char="-"/>
              <a:defRPr sz="1200" kern="1200" baseline="0">
                <a:solidFill>
                  <a:schemeClr val="tx1"/>
                </a:solidFill>
                <a:latin typeface="Body Level 5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  <a:p>
            <a:r>
              <a:rPr lang="en-US" dirty="0"/>
              <a:t>As shown, we have the following dependencies in software layer</a:t>
            </a:r>
          </a:p>
          <a:p>
            <a:pPr lvl="1"/>
            <a:r>
              <a:rPr lang="en-US" sz="1800" dirty="0"/>
              <a:t>The presentation layer depends on the business layer</a:t>
            </a:r>
          </a:p>
          <a:p>
            <a:pPr lvl="1"/>
            <a:r>
              <a:rPr lang="en-US" sz="1800" dirty="0"/>
              <a:t>The business layer depends on the data access layer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692763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A5E24-1E6E-45B4-BF9E-993F779998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Dependency Injection – Loosely Coupled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182B91-15C8-425C-9312-3573A5BD7C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As seen in the slide earlier, the clients have to create and manage their dependencies</a:t>
            </a:r>
          </a:p>
          <a:p>
            <a:r>
              <a:rPr lang="en-IN" dirty="0"/>
              <a:t>When each software layer manages their own dependencies, it becomes a tightly coupled system</a:t>
            </a:r>
          </a:p>
          <a:p>
            <a:r>
              <a:rPr lang="en-IN" dirty="0"/>
              <a:t>Tightly coupled systems are very difficult to manage, fix errors, or test or even modify/upgrade</a:t>
            </a:r>
          </a:p>
          <a:p>
            <a:r>
              <a:rPr lang="en-IN" dirty="0"/>
              <a:t>Hence the modern enterprises prefer loosely coupled systems</a:t>
            </a:r>
          </a:p>
          <a:p>
            <a:r>
              <a:rPr lang="en-IN" dirty="0"/>
              <a:t>Dependency injection helps to build loosely coupled systems by delegating the job of managing the dependencies to a common module named injector</a:t>
            </a:r>
          </a:p>
          <a:p>
            <a:r>
              <a:rPr lang="en-IN" dirty="0"/>
              <a:t>The injector takes care of creating and maintaining the dependencies</a:t>
            </a:r>
          </a:p>
          <a:p>
            <a:r>
              <a:rPr lang="en-IN" dirty="0"/>
              <a:t>Hence the name Dependency injection</a:t>
            </a:r>
          </a:p>
          <a:p>
            <a:r>
              <a:rPr lang="en-IN" dirty="0"/>
              <a:t>There are so many dependency injection frameworks, but the most popular in the Java world is Spring framework</a:t>
            </a:r>
          </a:p>
          <a:p>
            <a:r>
              <a:rPr lang="en-IN" dirty="0"/>
              <a:t>DI is one of the functionalities of Spring framework apart from so many other features</a:t>
            </a:r>
          </a:p>
        </p:txBody>
      </p:sp>
    </p:spTree>
    <p:extLst>
      <p:ext uri="{BB962C8B-B14F-4D97-AF65-F5344CB8AC3E}">
        <p14:creationId xmlns:p14="http://schemas.microsoft.com/office/powerpoint/2010/main" val="323595108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E0AAA6-BA74-41F7-AF05-BB07A37C26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 Sample dependency injection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773059-55A6-4704-AD65-2BA3451554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4091" y="1323000"/>
            <a:ext cx="9259747" cy="5382599"/>
          </a:xfrm>
        </p:spPr>
        <p:txBody>
          <a:bodyPr/>
          <a:lstStyle/>
          <a:p>
            <a:r>
              <a:rPr lang="en-IN" dirty="0"/>
              <a:t>The below piece of code shows that the </a:t>
            </a:r>
            <a:r>
              <a:rPr lang="en-IN" dirty="0" err="1"/>
              <a:t>CustomerService</a:t>
            </a:r>
            <a:r>
              <a:rPr lang="en-IN" dirty="0"/>
              <a:t> class is dependent on </a:t>
            </a:r>
            <a:r>
              <a:rPr lang="en-IN" dirty="0" err="1"/>
              <a:t>CustomerDAO</a:t>
            </a:r>
            <a:r>
              <a:rPr lang="en-IN" dirty="0"/>
              <a:t> class.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Instead of creating and managing the </a:t>
            </a:r>
            <a:r>
              <a:rPr lang="en-IN" b="1" dirty="0" err="1"/>
              <a:t>customerDAO</a:t>
            </a:r>
            <a:r>
              <a:rPr lang="en-IN" dirty="0"/>
              <a:t> object by itself, the customer service class delegates that dependency management to the DI framework (Spring framework)</a:t>
            </a:r>
          </a:p>
          <a:p>
            <a:endParaRPr lang="en-IN" dirty="0"/>
          </a:p>
          <a:p>
            <a:r>
              <a:rPr lang="en-IN" dirty="0"/>
              <a:t>Hence, the service class needs to worry only about business services rather than the pain of creating and managing the object lifecycle of its dependency(</a:t>
            </a:r>
            <a:r>
              <a:rPr lang="en-IN" b="1" dirty="0"/>
              <a:t>DAO class</a:t>
            </a:r>
            <a:r>
              <a:rPr lang="en-IN" dirty="0"/>
              <a:t>)</a:t>
            </a:r>
          </a:p>
          <a:p>
            <a:endParaRPr lang="en-IN" dirty="0"/>
          </a:p>
          <a:p>
            <a:r>
              <a:rPr lang="en-IN" dirty="0"/>
              <a:t>More on Spring Boot Annotations later</a:t>
            </a: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548042B-78F7-47E2-8D69-8F7E3BBAB6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051296"/>
            <a:ext cx="6294421" cy="1295399"/>
          </a:xfrm>
          <a:prstGeom prst="rect">
            <a:avLst/>
          </a:prstGeom>
        </p:spPr>
      </p:pic>
      <p:sp>
        <p:nvSpPr>
          <p:cNvPr id="5" name="Speech Bubble: Oval 4">
            <a:extLst>
              <a:ext uri="{FF2B5EF4-FFF2-40B4-BE49-F238E27FC236}">
                <a16:creationId xmlns:a16="http://schemas.microsoft.com/office/drawing/2014/main" id="{761FE61B-C7A3-465E-8FA0-886BA1707AA7}"/>
              </a:ext>
            </a:extLst>
          </p:cNvPr>
          <p:cNvSpPr/>
          <p:nvPr/>
        </p:nvSpPr>
        <p:spPr>
          <a:xfrm>
            <a:off x="6553200" y="2226848"/>
            <a:ext cx="2438400" cy="944294"/>
          </a:xfrm>
          <a:prstGeom prst="wedgeEllipseCallout">
            <a:avLst>
              <a:gd name="adj1" fmla="val -142470"/>
              <a:gd name="adj2" fmla="val 37871"/>
            </a:avLst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solidFill>
                  <a:schemeClr val="tx2">
                    <a:lumMod val="90000"/>
                    <a:lumOff val="10000"/>
                  </a:schemeClr>
                </a:solidFill>
                <a:latin typeface="Body Level 1"/>
              </a:rPr>
              <a:t>DAO object will be injected by Spring framework</a:t>
            </a:r>
          </a:p>
        </p:txBody>
      </p:sp>
    </p:spTree>
    <p:extLst>
      <p:ext uri="{BB962C8B-B14F-4D97-AF65-F5344CB8AC3E}">
        <p14:creationId xmlns:p14="http://schemas.microsoft.com/office/powerpoint/2010/main" val="178653230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026E87-1913-4592-9FBF-FB5A275B51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Spring Problems/Disadvantages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372EB3-632A-4D8B-A74B-383268EBA0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Spring is a huge framework which has so many moving parts</a:t>
            </a:r>
          </a:p>
          <a:p>
            <a:r>
              <a:rPr lang="en-IN" dirty="0"/>
              <a:t>Multiple setup steps</a:t>
            </a:r>
          </a:p>
          <a:p>
            <a:r>
              <a:rPr lang="en-IN" dirty="0"/>
              <a:t>Multiple configuration steps</a:t>
            </a:r>
          </a:p>
          <a:p>
            <a:r>
              <a:rPr lang="en-IN" dirty="0"/>
              <a:t>Multiple build and deploy steps</a:t>
            </a:r>
          </a:p>
        </p:txBody>
      </p:sp>
    </p:spTree>
    <p:extLst>
      <p:ext uri="{BB962C8B-B14F-4D97-AF65-F5344CB8AC3E}">
        <p14:creationId xmlns:p14="http://schemas.microsoft.com/office/powerpoint/2010/main" val="216678659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9D4E61-D465-416A-9109-FF179D0CB2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Spring Boot – But Why?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F53C92-0EE6-4ED0-8F01-52C4D91BF7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Spring Boot is not a whole new framework from scratch</a:t>
            </a:r>
          </a:p>
          <a:p>
            <a:r>
              <a:rPr lang="en-IN" dirty="0"/>
              <a:t>Spring Boot is just an abstraction layer top of Spring</a:t>
            </a:r>
          </a:p>
          <a:p>
            <a:r>
              <a:rPr lang="en-IN" dirty="0"/>
              <a:t>Spring Boot is opinionated</a:t>
            </a:r>
          </a:p>
          <a:p>
            <a:r>
              <a:rPr lang="en-IN" dirty="0"/>
              <a:t>We are no throwing away Spring, rather we are just building on Spring</a:t>
            </a:r>
          </a:p>
          <a:p>
            <a:endParaRPr lang="en-IN" dirty="0"/>
          </a:p>
          <a:p>
            <a:r>
              <a:rPr lang="en-IN" dirty="0"/>
              <a:t>Basically, Spring Boot is built with the following things in mind</a:t>
            </a:r>
          </a:p>
          <a:p>
            <a:pPr lvl="1"/>
            <a:r>
              <a:rPr lang="en-IN" sz="1800" dirty="0">
                <a:latin typeface="Body Level 1"/>
              </a:rPr>
              <a:t>Very less configuration</a:t>
            </a:r>
          </a:p>
          <a:p>
            <a:pPr lvl="1"/>
            <a:r>
              <a:rPr lang="en-IN" sz="1800" dirty="0">
                <a:latin typeface="Body Level 1"/>
              </a:rPr>
              <a:t>Convention based framework</a:t>
            </a:r>
          </a:p>
          <a:p>
            <a:pPr lvl="1"/>
            <a:r>
              <a:rPr lang="en-IN" sz="1800" dirty="0">
                <a:latin typeface="Body Level 1"/>
              </a:rPr>
              <a:t>JAR incompatibilities are taken care of by using starters</a:t>
            </a:r>
          </a:p>
          <a:p>
            <a:pPr lvl="1"/>
            <a:r>
              <a:rPr lang="en-IN" sz="1800" dirty="0">
                <a:latin typeface="Body Level 1"/>
              </a:rPr>
              <a:t>Simplifies overall development experience</a:t>
            </a:r>
          </a:p>
          <a:p>
            <a:pPr lvl="1"/>
            <a:r>
              <a:rPr lang="en-IN" sz="1800" dirty="0">
                <a:latin typeface="Body Level 1"/>
              </a:rPr>
              <a:t>Less plumbing/configuration code, but more business logic code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7766735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F238F5-E2FC-4C78-AA54-441B0C899C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Spring Boot Benefits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439777-8842-45DB-BE75-3C33D56785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4091" y="1323000"/>
            <a:ext cx="8743709" cy="4392000"/>
          </a:xfrm>
        </p:spPr>
        <p:txBody>
          <a:bodyPr>
            <a:normAutofit/>
          </a:bodyPr>
          <a:lstStyle/>
          <a:p>
            <a:r>
              <a:rPr lang="en-US" dirty="0"/>
              <a:t>Spring Boot takes a convention based approach and hence manual configurations are not needed</a:t>
            </a:r>
          </a:p>
          <a:p>
            <a:r>
              <a:rPr lang="en-US" dirty="0"/>
              <a:t>It uses an annotation based approach which is more friendlier than the clumsy XML configurations</a:t>
            </a:r>
          </a:p>
          <a:p>
            <a:r>
              <a:rPr lang="en-US" dirty="0"/>
              <a:t>Embed Tomcat, Jetty or Undertow directly (no need to deploy WAR files)</a:t>
            </a:r>
          </a:p>
          <a:p>
            <a:r>
              <a:rPr lang="en-IN" dirty="0"/>
              <a:t>Hence, It allows to create stand-alone Spring applications</a:t>
            </a:r>
          </a:p>
          <a:p>
            <a:endParaRPr lang="en-US" dirty="0"/>
          </a:p>
          <a:p>
            <a:r>
              <a:rPr lang="en-US" dirty="0"/>
              <a:t>It simplifies dependency management of our application</a:t>
            </a:r>
          </a:p>
          <a:p>
            <a:r>
              <a:rPr lang="en-US" dirty="0"/>
              <a:t>Increases productivity and reduces the development time</a:t>
            </a:r>
          </a:p>
          <a:p>
            <a:r>
              <a:rPr lang="en-US" dirty="0"/>
              <a:t>Provide opinionated 'starter' dependencies to simplify your build configuration</a:t>
            </a:r>
          </a:p>
          <a:p>
            <a:r>
              <a:rPr lang="en-US" dirty="0"/>
              <a:t>Automatically configure Spring and 3rd party libraries whenever possible</a:t>
            </a:r>
          </a:p>
          <a:p>
            <a:r>
              <a:rPr lang="en-US" dirty="0"/>
              <a:t>Provide production-ready features such as metrics, health checks and externalized configuration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251112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4ED246-732A-495D-8EB5-30285A5EF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API first approach – Spring Boot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800E9D-229E-4F78-84CE-FAE60B1F91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The modern enterprise application development takes an API first approach</a:t>
            </a:r>
          </a:p>
          <a:p>
            <a:r>
              <a:rPr lang="en-IN" dirty="0"/>
              <a:t>The APIs could be consumed by a browser app or a mobile app or a TV app or a smart watch app</a:t>
            </a:r>
          </a:p>
          <a:p>
            <a:r>
              <a:rPr lang="en-IN" dirty="0"/>
              <a:t>Gone are the days, where in we had only desktop apps or console only apps</a:t>
            </a:r>
          </a:p>
          <a:p>
            <a:r>
              <a:rPr lang="en-IN" dirty="0"/>
              <a:t>In a full stack development, the server side is taken care by Spring Boot REST APIs</a:t>
            </a:r>
          </a:p>
          <a:p>
            <a:r>
              <a:rPr lang="en-IN" dirty="0"/>
              <a:t>In case of web apps, the front end could be a SPA framework like React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8803128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32DC84-81F0-409B-9C1C-23F33B4673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MVC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3C3D90-4CA6-407E-9F6B-DC15276BEA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4091" y="1323000"/>
            <a:ext cx="9259747" cy="5230199"/>
          </a:xfrm>
        </p:spPr>
        <p:txBody>
          <a:bodyPr/>
          <a:lstStyle/>
          <a:p>
            <a:r>
              <a:rPr lang="en-IN" dirty="0"/>
              <a:t>MVC architecture is the most common architecture used in modern web applications</a:t>
            </a:r>
          </a:p>
          <a:p>
            <a:r>
              <a:rPr lang="en-IN" dirty="0"/>
              <a:t>MVC stands for Model, View and Controller</a:t>
            </a:r>
          </a:p>
          <a:p>
            <a:r>
              <a:rPr lang="en-IN" dirty="0"/>
              <a:t>MVC provides </a:t>
            </a:r>
            <a:r>
              <a:rPr lang="en-IN" b="1" dirty="0"/>
              <a:t>‘separation of concern’ </a:t>
            </a:r>
            <a:r>
              <a:rPr lang="en-IN" dirty="0"/>
              <a:t>concept, where each part has its own responsibility</a:t>
            </a:r>
          </a:p>
          <a:p>
            <a:r>
              <a:rPr lang="en-IN" dirty="0"/>
              <a:t>A typical MVC architecture is shown in the below diagram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7A64921-7849-42DC-9DA2-C782A97F4138}"/>
              </a:ext>
            </a:extLst>
          </p:cNvPr>
          <p:cNvSpPr/>
          <p:nvPr/>
        </p:nvSpPr>
        <p:spPr>
          <a:xfrm>
            <a:off x="2888672" y="3144300"/>
            <a:ext cx="1752600" cy="533400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 dirty="0">
                <a:solidFill>
                  <a:schemeClr val="tx2"/>
                </a:solidFill>
              </a:rPr>
              <a:t>Client(Browser)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DA423F1-23BE-46C3-B8B9-C64D27FC6C2A}"/>
              </a:ext>
            </a:extLst>
          </p:cNvPr>
          <p:cNvSpPr/>
          <p:nvPr/>
        </p:nvSpPr>
        <p:spPr>
          <a:xfrm>
            <a:off x="3124200" y="4495800"/>
            <a:ext cx="1295400" cy="53340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 dirty="0"/>
              <a:t>Controller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81A78A9-4335-44D3-9C8B-A91B44F5297F}"/>
              </a:ext>
            </a:extLst>
          </p:cNvPr>
          <p:cNvSpPr/>
          <p:nvPr/>
        </p:nvSpPr>
        <p:spPr>
          <a:xfrm>
            <a:off x="4031672" y="5354441"/>
            <a:ext cx="1295400" cy="533400"/>
          </a:xfrm>
          <a:prstGeom prst="roundRect">
            <a:avLst/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 dirty="0"/>
              <a:t>View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7957D9E-67A5-4691-AD2F-0568D24E022F}"/>
              </a:ext>
            </a:extLst>
          </p:cNvPr>
          <p:cNvSpPr/>
          <p:nvPr/>
        </p:nvSpPr>
        <p:spPr>
          <a:xfrm>
            <a:off x="2279072" y="5354441"/>
            <a:ext cx="1295400" cy="533400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 dirty="0"/>
              <a:t>Model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4FE062E-074F-4835-8CCC-692B2BBAA805}"/>
              </a:ext>
            </a:extLst>
          </p:cNvPr>
          <p:cNvCxnSpPr>
            <a:cxnSpLocks/>
            <a:stCxn id="4" idx="2"/>
            <a:endCxn id="7" idx="0"/>
          </p:cNvCxnSpPr>
          <p:nvPr/>
        </p:nvCxnSpPr>
        <p:spPr>
          <a:xfrm>
            <a:off x="3764972" y="3677700"/>
            <a:ext cx="6928" cy="81810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AA1EB714-8021-4109-B1C2-D6CF4EDE708D}"/>
              </a:ext>
            </a:extLst>
          </p:cNvPr>
          <p:cNvSpPr/>
          <p:nvPr/>
        </p:nvSpPr>
        <p:spPr>
          <a:xfrm>
            <a:off x="1593272" y="4211100"/>
            <a:ext cx="4558144" cy="20574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F13D9AD-84AC-412F-9BBC-701DF04C219C}"/>
              </a:ext>
            </a:extLst>
          </p:cNvPr>
          <p:cNvSpPr txBox="1"/>
          <p:nvPr/>
        </p:nvSpPr>
        <p:spPr>
          <a:xfrm>
            <a:off x="5005819" y="4341911"/>
            <a:ext cx="12070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>
                <a:solidFill>
                  <a:schemeClr val="tx2"/>
                </a:solidFill>
              </a:rPr>
              <a:t>MVC App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45F46DC8-B8E2-4C09-9B0E-BB03649B5DD6}"/>
              </a:ext>
            </a:extLst>
          </p:cNvPr>
          <p:cNvCxnSpPr>
            <a:endCxn id="8" idx="0"/>
          </p:cNvCxnSpPr>
          <p:nvPr/>
        </p:nvCxnSpPr>
        <p:spPr>
          <a:xfrm>
            <a:off x="4336472" y="5029200"/>
            <a:ext cx="342900" cy="32524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FC0DBD48-C874-4916-BA62-31FBABBA722A}"/>
              </a:ext>
            </a:extLst>
          </p:cNvPr>
          <p:cNvCxnSpPr>
            <a:endCxn id="9" idx="0"/>
          </p:cNvCxnSpPr>
          <p:nvPr/>
        </p:nvCxnSpPr>
        <p:spPr>
          <a:xfrm flipH="1">
            <a:off x="2926772" y="5029200"/>
            <a:ext cx="419100" cy="32524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484651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A9CBF3-C8E8-41CE-B249-8E89AFAB36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MVC - An explanation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7BB425-5DCB-4A23-938D-F26B1E81BC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Models</a:t>
            </a:r>
          </a:p>
          <a:p>
            <a:pPr lvl="1"/>
            <a:r>
              <a:rPr lang="en-IN" dirty="0"/>
              <a:t>This layer typically represents the tight bonding with the databases (relational or other form of databases)</a:t>
            </a:r>
          </a:p>
          <a:p>
            <a:pPr lvl="1"/>
            <a:r>
              <a:rPr lang="en-IN" dirty="0"/>
              <a:t>This layer might handle validations and association between models</a:t>
            </a:r>
          </a:p>
          <a:p>
            <a:pPr marL="457200" lvl="1" indent="0">
              <a:buNone/>
            </a:pPr>
            <a:endParaRPr lang="en-IN" dirty="0"/>
          </a:p>
          <a:p>
            <a:r>
              <a:rPr lang="en-IN" b="1" dirty="0"/>
              <a:t>View</a:t>
            </a:r>
          </a:p>
          <a:p>
            <a:pPr lvl="1"/>
            <a:r>
              <a:rPr lang="en-US" dirty="0"/>
              <a:t>Presents data in a particular format, triggered by a controller’s decision</a:t>
            </a:r>
          </a:p>
          <a:p>
            <a:pPr lvl="1"/>
            <a:r>
              <a:rPr lang="en-IN" dirty="0"/>
              <a:t>This presentation can be of various format types such as HTML, JSON, XML or even PDFs etc</a:t>
            </a:r>
          </a:p>
          <a:p>
            <a:pPr lvl="1"/>
            <a:r>
              <a:rPr lang="en-IN" dirty="0"/>
              <a:t>The final result of the view is nothing but the user interface (UI), that the user sees</a:t>
            </a:r>
          </a:p>
          <a:p>
            <a:pPr marL="457200" lvl="1" indent="0">
              <a:buNone/>
            </a:pPr>
            <a:endParaRPr lang="en-IN" dirty="0"/>
          </a:p>
          <a:p>
            <a:r>
              <a:rPr lang="en-IN" b="1" dirty="0"/>
              <a:t>Controllers</a:t>
            </a:r>
          </a:p>
          <a:p>
            <a:pPr lvl="1"/>
            <a:r>
              <a:rPr lang="en-IN" dirty="0"/>
              <a:t>This layer is the orchestration layer that controls the flow between the client, the models and view</a:t>
            </a:r>
          </a:p>
          <a:p>
            <a:pPr lvl="1"/>
            <a:r>
              <a:rPr lang="en-IN" dirty="0"/>
              <a:t>Controllers receive the request from the client, decides which model data should be used, and then decides which view should be used to render the data to the client</a:t>
            </a:r>
          </a:p>
          <a:p>
            <a:pPr lvl="1"/>
            <a:r>
              <a:rPr lang="en-IN" dirty="0"/>
              <a:t>Controllers can also do some </a:t>
            </a:r>
            <a:r>
              <a:rPr lang="en-IN" dirty="0" err="1"/>
              <a:t>cleanup</a:t>
            </a:r>
            <a:r>
              <a:rPr lang="en-IN" dirty="0"/>
              <a:t> of data received from the client</a:t>
            </a:r>
          </a:p>
          <a:p>
            <a:pPr marL="457200" lvl="1" indent="0">
              <a:buNone/>
            </a:pPr>
            <a:endParaRPr lang="en-IN" dirty="0"/>
          </a:p>
          <a:p>
            <a:pPr lvl="1"/>
            <a:endParaRPr lang="en-IN" dirty="0"/>
          </a:p>
          <a:p>
            <a:pPr lvl="1"/>
            <a:endParaRPr lang="en-IN" dirty="0"/>
          </a:p>
          <a:p>
            <a:pPr marL="457200" lvl="1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0731808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D3CF2A-B1A3-4F94-9156-33D615AB68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MVC – More detailed diagram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87F18E-6D90-4F4F-A4CA-CB228E23BE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4091" y="1323000"/>
            <a:ext cx="9259747" cy="5335199"/>
          </a:xfrm>
        </p:spPr>
        <p:txBody>
          <a:bodyPr/>
          <a:lstStyle/>
          <a:p>
            <a:r>
              <a:rPr lang="en-IN" dirty="0"/>
              <a:t>A more detailed flow of the MVC architecture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4EC66A9-D60D-4CE4-AF65-9D6900D69357}"/>
              </a:ext>
            </a:extLst>
          </p:cNvPr>
          <p:cNvSpPr/>
          <p:nvPr/>
        </p:nvSpPr>
        <p:spPr>
          <a:xfrm>
            <a:off x="3200400" y="1981200"/>
            <a:ext cx="4953000" cy="411475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9A03D0F-BA60-42D4-9DFF-A0672168ED5B}"/>
              </a:ext>
            </a:extLst>
          </p:cNvPr>
          <p:cNvSpPr/>
          <p:nvPr/>
        </p:nvSpPr>
        <p:spPr>
          <a:xfrm>
            <a:off x="3522562" y="2692403"/>
            <a:ext cx="1295400" cy="533400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 dirty="0"/>
              <a:t>Web Server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1A9D7D-7C05-4609-AACA-4A30E3441298}"/>
              </a:ext>
            </a:extLst>
          </p:cNvPr>
          <p:cNvSpPr txBox="1"/>
          <p:nvPr/>
        </p:nvSpPr>
        <p:spPr>
          <a:xfrm>
            <a:off x="4495800" y="2971800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3114CC-A0B3-447A-9B13-E0312C5C112B}"/>
              </a:ext>
            </a:extLst>
          </p:cNvPr>
          <p:cNvSpPr txBox="1"/>
          <p:nvPr/>
        </p:nvSpPr>
        <p:spPr>
          <a:xfrm>
            <a:off x="4419600" y="2104801"/>
            <a:ext cx="3200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>
                <a:solidFill>
                  <a:schemeClr val="tx2"/>
                </a:solidFill>
              </a:rPr>
              <a:t>Spring Boot (embedded tomcat)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D2A9A27-2FCD-461D-B449-D5C4F74B21E7}"/>
              </a:ext>
            </a:extLst>
          </p:cNvPr>
          <p:cNvSpPr/>
          <p:nvPr/>
        </p:nvSpPr>
        <p:spPr>
          <a:xfrm>
            <a:off x="5257800" y="2657096"/>
            <a:ext cx="1447800" cy="609600"/>
          </a:xfrm>
          <a:prstGeom prst="rect">
            <a:avLst/>
          </a:prstGeom>
          <a:solidFill>
            <a:srgbClr val="FF99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 dirty="0">
                <a:solidFill>
                  <a:schemeClr val="tx2"/>
                </a:solidFill>
              </a:rPr>
              <a:t>Routing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526DC79-AAD4-43AB-ADE2-822C4711D309}"/>
              </a:ext>
            </a:extLst>
          </p:cNvPr>
          <p:cNvSpPr/>
          <p:nvPr/>
        </p:nvSpPr>
        <p:spPr>
          <a:xfrm>
            <a:off x="5295227" y="3832057"/>
            <a:ext cx="1447800" cy="6096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 dirty="0"/>
              <a:t>Controllers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0C0E4AD-E5D3-4700-8AC7-E66B6C976BAA}"/>
              </a:ext>
            </a:extLst>
          </p:cNvPr>
          <p:cNvSpPr/>
          <p:nvPr/>
        </p:nvSpPr>
        <p:spPr>
          <a:xfrm>
            <a:off x="6291262" y="4979250"/>
            <a:ext cx="1318972" cy="609600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 dirty="0"/>
              <a:t>Models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DD471BB-ADD0-4E8B-A181-2666995F97F2}"/>
              </a:ext>
            </a:extLst>
          </p:cNvPr>
          <p:cNvSpPr/>
          <p:nvPr/>
        </p:nvSpPr>
        <p:spPr>
          <a:xfrm>
            <a:off x="4556023" y="4979250"/>
            <a:ext cx="1311377" cy="609600"/>
          </a:xfrm>
          <a:prstGeom prst="rect">
            <a:avLst/>
          </a:prstGeom>
          <a:solidFill>
            <a:srgbClr val="A1C5E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 dirty="0">
                <a:solidFill>
                  <a:schemeClr val="tx2"/>
                </a:solidFill>
              </a:rPr>
              <a:t>View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5333504-F602-4EB5-B328-92997C9CA70A}"/>
              </a:ext>
            </a:extLst>
          </p:cNvPr>
          <p:cNvCxnSpPr/>
          <p:nvPr/>
        </p:nvCxnSpPr>
        <p:spPr>
          <a:xfrm>
            <a:off x="5981700" y="3266696"/>
            <a:ext cx="0" cy="59580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EE99818-A6D3-40D3-AAC2-BAEB5E0F1AD7}"/>
              </a:ext>
            </a:extLst>
          </p:cNvPr>
          <p:cNvCxnSpPr>
            <a:cxnSpLocks/>
            <a:endCxn id="11" idx="0"/>
          </p:cNvCxnSpPr>
          <p:nvPr/>
        </p:nvCxnSpPr>
        <p:spPr>
          <a:xfrm flipH="1">
            <a:off x="5211712" y="4398501"/>
            <a:ext cx="665862" cy="58074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FB3732D-D549-40B1-BEC1-5BFC567E9111}"/>
              </a:ext>
            </a:extLst>
          </p:cNvPr>
          <p:cNvCxnSpPr>
            <a:cxnSpLocks/>
          </p:cNvCxnSpPr>
          <p:nvPr/>
        </p:nvCxnSpPr>
        <p:spPr>
          <a:xfrm>
            <a:off x="6553200" y="4441657"/>
            <a:ext cx="447027" cy="53759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40B4613F-0569-4DDE-AFC4-3434E72AB6C4}"/>
              </a:ext>
            </a:extLst>
          </p:cNvPr>
          <p:cNvCxnSpPr>
            <a:cxnSpLocks/>
          </p:cNvCxnSpPr>
          <p:nvPr/>
        </p:nvCxnSpPr>
        <p:spPr>
          <a:xfrm flipH="1" flipV="1">
            <a:off x="6172200" y="4398501"/>
            <a:ext cx="490214" cy="58074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9E756B78-FFBB-4EA6-A166-FB4D589BFC6C}"/>
              </a:ext>
            </a:extLst>
          </p:cNvPr>
          <p:cNvCxnSpPr/>
          <p:nvPr/>
        </p:nvCxnSpPr>
        <p:spPr>
          <a:xfrm flipH="1" flipV="1">
            <a:off x="3886200" y="3250778"/>
            <a:ext cx="847725" cy="172847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74F805E0-B923-4BF7-9B2A-BF72A16F8A23}"/>
              </a:ext>
            </a:extLst>
          </p:cNvPr>
          <p:cNvSpPr/>
          <p:nvPr/>
        </p:nvSpPr>
        <p:spPr>
          <a:xfrm>
            <a:off x="609600" y="2692403"/>
            <a:ext cx="1371600" cy="53340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 dirty="0"/>
              <a:t>Brower/Client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5BC19C25-1DE0-465D-96CF-D09977717390}"/>
              </a:ext>
            </a:extLst>
          </p:cNvPr>
          <p:cNvCxnSpPr/>
          <p:nvPr/>
        </p:nvCxnSpPr>
        <p:spPr>
          <a:xfrm>
            <a:off x="1981200" y="2819400"/>
            <a:ext cx="154136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9D74F853-7A98-4F9E-A2A3-2490907C5555}"/>
              </a:ext>
            </a:extLst>
          </p:cNvPr>
          <p:cNvCxnSpPr/>
          <p:nvPr/>
        </p:nvCxnSpPr>
        <p:spPr>
          <a:xfrm flipH="1">
            <a:off x="1981200" y="3124200"/>
            <a:ext cx="154136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226D6B31-16CD-426F-8753-C959EBF0B3D5}"/>
              </a:ext>
            </a:extLst>
          </p:cNvPr>
          <p:cNvCxnSpPr>
            <a:endCxn id="8" idx="1"/>
          </p:cNvCxnSpPr>
          <p:nvPr/>
        </p:nvCxnSpPr>
        <p:spPr>
          <a:xfrm flipV="1">
            <a:off x="4817962" y="2961896"/>
            <a:ext cx="439838" cy="990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804952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6663AF-0F32-4324-8AAC-C2571898A8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Spring Boot Annotations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2C81E3-5363-41A2-89D3-296B97C513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As already discussed, Spring Boot does not use XML Configuration anymore and implements the convention over configuration principle</a:t>
            </a:r>
          </a:p>
          <a:p>
            <a:r>
              <a:rPr lang="en-IN" dirty="0"/>
              <a:t>Spring Boot uses what are called Annotations to adopt conventions based approach</a:t>
            </a:r>
          </a:p>
          <a:p>
            <a:r>
              <a:rPr lang="en-IN" dirty="0"/>
              <a:t>Annotation is a form of metadata which provides data about a program</a:t>
            </a:r>
          </a:p>
          <a:p>
            <a:r>
              <a:rPr lang="en-IN" dirty="0"/>
              <a:t>Annotations can be applied on a class, method, or a parameter etc</a:t>
            </a:r>
          </a:p>
          <a:p>
            <a:r>
              <a:rPr lang="en-IN" dirty="0"/>
              <a:t>Based on the context of where it is applied, annotations can have different side effects on the program</a:t>
            </a:r>
          </a:p>
        </p:txBody>
      </p:sp>
    </p:spTree>
    <p:extLst>
      <p:ext uri="{BB962C8B-B14F-4D97-AF65-F5344CB8AC3E}">
        <p14:creationId xmlns:p14="http://schemas.microsoft.com/office/powerpoint/2010/main" val="419602256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89B48E-A853-4408-8D32-ECF0DD65CB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Spring Boot - Annotations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AAE37D-AE13-49EB-9852-0CCA2DF925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4091" y="1323000"/>
            <a:ext cx="9259747" cy="5077799"/>
          </a:xfrm>
        </p:spPr>
        <p:txBody>
          <a:bodyPr/>
          <a:lstStyle/>
          <a:p>
            <a:r>
              <a:rPr lang="en-IN" dirty="0"/>
              <a:t>There are some commonly used Spring Boot Annotations</a:t>
            </a:r>
          </a:p>
          <a:p>
            <a:pPr lvl="1"/>
            <a:r>
              <a:rPr lang="en-IN" b="1" dirty="0"/>
              <a:t>@</a:t>
            </a:r>
            <a:r>
              <a:rPr lang="en-IN" b="1" dirty="0" err="1"/>
              <a:t>SpringBootApplication</a:t>
            </a:r>
            <a:r>
              <a:rPr lang="en-IN" dirty="0"/>
              <a:t> – enables auto configuration and component scanning</a:t>
            </a:r>
          </a:p>
          <a:p>
            <a:pPr lvl="1"/>
            <a:r>
              <a:rPr lang="en-IN" b="1" dirty="0"/>
              <a:t>@</a:t>
            </a:r>
            <a:r>
              <a:rPr lang="en-IN" b="1" dirty="0" err="1"/>
              <a:t>Autowired</a:t>
            </a:r>
            <a:r>
              <a:rPr lang="en-IN" dirty="0"/>
              <a:t> – makes a field to be auto wired by Spring dependency injection</a:t>
            </a:r>
          </a:p>
          <a:p>
            <a:pPr marL="457200" lvl="1" indent="0">
              <a:buNone/>
            </a:pPr>
            <a:endParaRPr lang="en-IN" dirty="0"/>
          </a:p>
          <a:p>
            <a:pPr marL="457200" lvl="1" indent="0">
              <a:buNone/>
            </a:pPr>
            <a:endParaRPr lang="en-IN" dirty="0"/>
          </a:p>
          <a:p>
            <a:pPr marL="457200" lvl="1" indent="0">
              <a:buNone/>
            </a:pPr>
            <a:r>
              <a:rPr lang="en-IN" b="1" dirty="0"/>
              <a:t>Controller related annotations</a:t>
            </a:r>
          </a:p>
          <a:p>
            <a:pPr lvl="1"/>
            <a:r>
              <a:rPr lang="en-IN" b="1" dirty="0"/>
              <a:t>@Controller</a:t>
            </a:r>
            <a:r>
              <a:rPr lang="en-IN" dirty="0"/>
              <a:t> – makes the class as a web controller, capable of handling http requests</a:t>
            </a:r>
          </a:p>
          <a:p>
            <a:pPr lvl="1"/>
            <a:r>
              <a:rPr lang="en-IN" b="1" dirty="0"/>
              <a:t>@</a:t>
            </a:r>
            <a:r>
              <a:rPr lang="en-IN" b="1" dirty="0" err="1"/>
              <a:t>RestController</a:t>
            </a:r>
            <a:r>
              <a:rPr lang="en-IN" dirty="0"/>
              <a:t> – makes it capable of handling REST requests (returning JSON or XML)</a:t>
            </a:r>
          </a:p>
          <a:p>
            <a:pPr lvl="1"/>
            <a:r>
              <a:rPr lang="en-IN" b="1" dirty="0"/>
              <a:t>@</a:t>
            </a:r>
            <a:r>
              <a:rPr lang="en-IN" b="1" dirty="0" err="1"/>
              <a:t>RequestMapping</a:t>
            </a:r>
            <a:r>
              <a:rPr lang="en-IN" dirty="0"/>
              <a:t> - </a:t>
            </a:r>
            <a:r>
              <a:rPr lang="en-US" dirty="0"/>
              <a:t>maps HTTP request with a path to a controller method</a:t>
            </a:r>
          </a:p>
          <a:p>
            <a:pPr lvl="1"/>
            <a:endParaRPr lang="en-IN" dirty="0"/>
          </a:p>
          <a:p>
            <a:pPr lvl="1"/>
            <a:endParaRPr lang="en-IN" dirty="0"/>
          </a:p>
          <a:p>
            <a:pPr marL="457200" lvl="1" indent="0">
              <a:buNone/>
            </a:pPr>
            <a:r>
              <a:rPr lang="en-IN" b="1" dirty="0"/>
              <a:t>Database and Services related annotations</a:t>
            </a:r>
          </a:p>
          <a:p>
            <a:pPr lvl="1"/>
            <a:r>
              <a:rPr lang="en-IN" b="1" dirty="0"/>
              <a:t>@Repository</a:t>
            </a:r>
            <a:r>
              <a:rPr lang="en-IN" dirty="0"/>
              <a:t> – indicates the class as a repository class, which is an abstraction of </a:t>
            </a:r>
          </a:p>
          <a:p>
            <a:pPr lvl="1"/>
            <a:r>
              <a:rPr lang="en-IN" b="1" dirty="0"/>
              <a:t>@Service</a:t>
            </a:r>
            <a:r>
              <a:rPr lang="en-IN" dirty="0"/>
              <a:t> – to mark a class as a service class</a:t>
            </a:r>
          </a:p>
          <a:p>
            <a:pPr lvl="1"/>
            <a:endParaRPr lang="en-IN" dirty="0"/>
          </a:p>
          <a:p>
            <a:pPr lvl="1"/>
            <a:r>
              <a:rPr lang="en-IN" dirty="0"/>
              <a:t>We will see some of these annotations in details as we progress</a:t>
            </a:r>
          </a:p>
        </p:txBody>
      </p:sp>
    </p:spTree>
    <p:extLst>
      <p:ext uri="{BB962C8B-B14F-4D97-AF65-F5344CB8AC3E}">
        <p14:creationId xmlns:p14="http://schemas.microsoft.com/office/powerpoint/2010/main" val="337330545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632BA8-AE52-4E50-A2A2-BDC2A5A29B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REST Controller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F477CB-8874-4937-887B-7407B70ED2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We are using Spring Boot as a pure REST API layer</a:t>
            </a:r>
          </a:p>
          <a:p>
            <a:r>
              <a:rPr lang="en-IN" dirty="0"/>
              <a:t>Lets start writing a simple REST controller as below</a:t>
            </a: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C9CA17A-AD14-43C6-84AF-F4FAD207A6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2201143"/>
            <a:ext cx="4983914" cy="374765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6340BB8-F251-4886-B174-A91105A316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2169748"/>
            <a:ext cx="3352800" cy="159687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FB93FAC-50B0-4FF3-8338-104CA0B73C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2625" y="3746506"/>
            <a:ext cx="4070337" cy="2423505"/>
          </a:xfrm>
          <a:prstGeom prst="rect">
            <a:avLst/>
          </a:prstGeom>
        </p:spPr>
      </p:pic>
      <p:sp>
        <p:nvSpPr>
          <p:cNvPr id="7" name="Arrow: Right 6">
            <a:extLst>
              <a:ext uri="{FF2B5EF4-FFF2-40B4-BE49-F238E27FC236}">
                <a16:creationId xmlns:a16="http://schemas.microsoft.com/office/drawing/2014/main" id="{CCD6C903-07BC-4A23-97A8-D3D8F88AD5F6}"/>
              </a:ext>
            </a:extLst>
          </p:cNvPr>
          <p:cNvSpPr/>
          <p:nvPr/>
        </p:nvSpPr>
        <p:spPr>
          <a:xfrm>
            <a:off x="4495800" y="2895600"/>
            <a:ext cx="1079400" cy="381000"/>
          </a:xfrm>
          <a:prstGeom prst="rightArrow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D80A8C79-1E6D-412E-B9BB-8DAF8842B7A1}"/>
              </a:ext>
            </a:extLst>
          </p:cNvPr>
          <p:cNvSpPr/>
          <p:nvPr/>
        </p:nvSpPr>
        <p:spPr>
          <a:xfrm>
            <a:off x="4495800" y="4980002"/>
            <a:ext cx="1079400" cy="381000"/>
          </a:xfrm>
          <a:prstGeom prst="rightArrow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472560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0B89EC-04C9-4B40-B203-979AE84ADF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Controller Annotations explained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4E3899-9ED0-444A-8FDB-072CBD5101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In the previous slide, we wrote 2 simple APIs, one returning a simple string and other returning an array of strings</a:t>
            </a:r>
          </a:p>
          <a:p>
            <a:r>
              <a:rPr lang="en-IN" dirty="0"/>
              <a:t>We will also build a full fledged REST </a:t>
            </a:r>
            <a:r>
              <a:rPr lang="en-IN" dirty="0" err="1"/>
              <a:t>apis</a:t>
            </a:r>
            <a:r>
              <a:rPr lang="en-IN" dirty="0"/>
              <a:t>, where we could return objects and list of objects</a:t>
            </a:r>
          </a:p>
          <a:p>
            <a:r>
              <a:rPr lang="en-IN" dirty="0"/>
              <a:t>We use </a:t>
            </a:r>
            <a:r>
              <a:rPr lang="en-IN" b="1" dirty="0"/>
              <a:t>@</a:t>
            </a:r>
            <a:r>
              <a:rPr lang="en-IN" b="1" dirty="0" err="1"/>
              <a:t>RestController</a:t>
            </a:r>
            <a:r>
              <a:rPr lang="en-IN" b="1" dirty="0"/>
              <a:t> </a:t>
            </a:r>
            <a:r>
              <a:rPr lang="en-IN" dirty="0"/>
              <a:t>annotations for converting a class to a rest controller</a:t>
            </a:r>
          </a:p>
          <a:p>
            <a:r>
              <a:rPr lang="en-IN" b="1" dirty="0"/>
              <a:t>@</a:t>
            </a:r>
            <a:r>
              <a:rPr lang="en-IN" b="1" dirty="0" err="1"/>
              <a:t>RestController</a:t>
            </a:r>
            <a:r>
              <a:rPr lang="en-IN" b="1" dirty="0"/>
              <a:t> </a:t>
            </a:r>
            <a:r>
              <a:rPr lang="en-IN" dirty="0"/>
              <a:t>combines the job of </a:t>
            </a:r>
            <a:r>
              <a:rPr lang="en-IN" b="1" dirty="0"/>
              <a:t>@Controller </a:t>
            </a:r>
            <a:r>
              <a:rPr lang="en-IN" dirty="0"/>
              <a:t>and </a:t>
            </a:r>
            <a:r>
              <a:rPr lang="en-IN" b="1" dirty="0"/>
              <a:t>@</a:t>
            </a:r>
            <a:r>
              <a:rPr lang="en-IN" b="1" dirty="0" err="1"/>
              <a:t>ResponseBody</a:t>
            </a:r>
            <a:endParaRPr lang="en-IN" b="1" dirty="0"/>
          </a:p>
          <a:p>
            <a:r>
              <a:rPr lang="en-US" dirty="0"/>
              <a:t>When we use </a:t>
            </a:r>
            <a:r>
              <a:rPr lang="en-US" b="1" dirty="0"/>
              <a:t>@</a:t>
            </a:r>
            <a:r>
              <a:rPr lang="en-US" b="1" dirty="0" err="1"/>
              <a:t>RestController</a:t>
            </a:r>
            <a:r>
              <a:rPr lang="en-US" dirty="0"/>
              <a:t> on any class, every request handling method of that controller class automatically serializes return objects into </a:t>
            </a:r>
            <a:r>
              <a:rPr lang="en-US" b="1" i="1" dirty="0" err="1"/>
              <a:t>HttpResponse</a:t>
            </a:r>
            <a:endParaRPr lang="en-IN" dirty="0"/>
          </a:p>
          <a:p>
            <a:r>
              <a:rPr lang="en-IN" dirty="0"/>
              <a:t>This simplifies rest programming, as we don’t have to manually convert java objects into JSON response</a:t>
            </a:r>
          </a:p>
          <a:p>
            <a:r>
              <a:rPr lang="en-IN" dirty="0"/>
              <a:t>Objects to JSON conversion is internally taken care by the appropriate annotations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7298530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60B90CF-E444-4D85-2264-5012366CC8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9800" y="2781000"/>
            <a:ext cx="8126015" cy="648000"/>
          </a:xfrm>
        </p:spPr>
        <p:txBody>
          <a:bodyPr/>
          <a:lstStyle/>
          <a:p>
            <a:r>
              <a:rPr lang="en-US" dirty="0"/>
              <a:t>Swagger Integration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9562696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9CB21-A632-6591-C3CC-876100B93D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Swagger Integration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0C217D-5DCB-7D3F-35DE-F8BFC91492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1336259"/>
            <a:ext cx="4343400" cy="4391326"/>
          </a:xfrm>
        </p:spPr>
        <p:txBody>
          <a:bodyPr/>
          <a:lstStyle/>
          <a:p>
            <a:r>
              <a:rPr lang="en-US" dirty="0"/>
              <a:t>Swagger UI is used to </a:t>
            </a:r>
            <a:r>
              <a:rPr lang="en-US" dirty="0">
                <a:solidFill>
                  <a:srgbClr val="212529"/>
                </a:solidFill>
                <a:latin typeface="Open Sans" panose="020B0606030504020204" pitchFamily="34" charset="0"/>
              </a:rPr>
              <a:t>v</a:t>
            </a:r>
            <a:r>
              <a:rPr lang="en-US" b="0" i="0" dirty="0">
                <a:solidFill>
                  <a:srgbClr val="212529"/>
                </a:solidFill>
                <a:effectLst/>
                <a:latin typeface="Open Sans" panose="020B0606030504020204" pitchFamily="34" charset="0"/>
              </a:rPr>
              <a:t>isualize and interact with the API's resources without having any of the implementation logic in place.</a:t>
            </a:r>
          </a:p>
          <a:p>
            <a:pPr marL="0" indent="0">
              <a:buNone/>
            </a:pPr>
            <a:r>
              <a:rPr lang="en-US" b="0" i="0" dirty="0">
                <a:solidFill>
                  <a:srgbClr val="212529"/>
                </a:solidFill>
                <a:effectLst/>
                <a:latin typeface="Open Sans" panose="020B0606030504020204" pitchFamily="34" charset="0"/>
              </a:rPr>
              <a:t> </a:t>
            </a:r>
          </a:p>
          <a:p>
            <a:pPr marL="182817" lvl="1" indent="0">
              <a:buNone/>
            </a:pPr>
            <a:endParaRPr lang="en-US" dirty="0">
              <a:solidFill>
                <a:srgbClr val="212529"/>
              </a:solidFill>
              <a:latin typeface="Open Sans" panose="020B0606030504020204" pitchFamily="34" charset="0"/>
            </a:endParaRPr>
          </a:p>
          <a:p>
            <a:pPr marL="182817" lvl="1" indent="0">
              <a:buNone/>
            </a:pPr>
            <a:endParaRPr lang="en-US" dirty="0">
              <a:solidFill>
                <a:srgbClr val="212529"/>
              </a:solidFill>
              <a:latin typeface="Open Sans" panose="020B0606030504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27EAC36-5EC5-9658-5A9C-98ECB87BC67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4615"/>
          <a:stretch/>
        </p:blipFill>
        <p:spPr>
          <a:xfrm>
            <a:off x="5869454" y="838200"/>
            <a:ext cx="3350746" cy="389411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03DE47A-5B2C-D8B4-5217-17FAB48FB646}"/>
              </a:ext>
            </a:extLst>
          </p:cNvPr>
          <p:cNvSpPr txBox="1"/>
          <p:nvPr/>
        </p:nvSpPr>
        <p:spPr>
          <a:xfrm>
            <a:off x="526389" y="4137228"/>
            <a:ext cx="8227546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212529"/>
                </a:solidFill>
                <a:latin typeface="Open Sans" panose="020B0606030504020204" pitchFamily="34" charset="0"/>
              </a:rPr>
              <a:t>Adding the Maven Dependency</a:t>
            </a:r>
          </a:p>
          <a:p>
            <a:pPr marL="182817" lvl="1" indent="0">
              <a:buNone/>
            </a:pPr>
            <a:r>
              <a:rPr lang="en-US" sz="1600" dirty="0">
                <a:solidFill>
                  <a:srgbClr val="212529"/>
                </a:solidFill>
                <a:latin typeface="Open Sans" panose="020B0606030504020204" pitchFamily="34" charset="0"/>
              </a:rPr>
              <a:t>&lt;dependency&gt;</a:t>
            </a:r>
          </a:p>
          <a:p>
            <a:pPr marL="182817" lvl="1" indent="0">
              <a:buNone/>
            </a:pPr>
            <a:r>
              <a:rPr lang="en-US" sz="1600" dirty="0">
                <a:solidFill>
                  <a:srgbClr val="212529"/>
                </a:solidFill>
                <a:latin typeface="Open Sans" panose="020B0606030504020204" pitchFamily="34" charset="0"/>
              </a:rPr>
              <a:t>	&lt;</a:t>
            </a:r>
            <a:r>
              <a:rPr lang="en-US" sz="1600" dirty="0" err="1">
                <a:solidFill>
                  <a:srgbClr val="212529"/>
                </a:solidFill>
                <a:latin typeface="Open Sans" panose="020B0606030504020204" pitchFamily="34" charset="0"/>
              </a:rPr>
              <a:t>groupId</a:t>
            </a:r>
            <a:r>
              <a:rPr lang="en-US" sz="1600" dirty="0">
                <a:solidFill>
                  <a:srgbClr val="212529"/>
                </a:solidFill>
                <a:latin typeface="Open Sans" panose="020B0606030504020204" pitchFamily="34" charset="0"/>
              </a:rPr>
              <a:t>&gt;</a:t>
            </a:r>
            <a:r>
              <a:rPr lang="en-US" sz="1600" dirty="0" err="1">
                <a:solidFill>
                  <a:srgbClr val="212529"/>
                </a:solidFill>
                <a:latin typeface="Open Sans" panose="020B0606030504020204" pitchFamily="34" charset="0"/>
              </a:rPr>
              <a:t>org.springdoc</a:t>
            </a:r>
            <a:r>
              <a:rPr lang="en-US" sz="1600" dirty="0">
                <a:solidFill>
                  <a:srgbClr val="212529"/>
                </a:solidFill>
                <a:latin typeface="Open Sans" panose="020B0606030504020204" pitchFamily="34" charset="0"/>
              </a:rPr>
              <a:t>&lt;/</a:t>
            </a:r>
            <a:r>
              <a:rPr lang="en-US" sz="1600" dirty="0" err="1">
                <a:solidFill>
                  <a:srgbClr val="212529"/>
                </a:solidFill>
                <a:latin typeface="Open Sans" panose="020B0606030504020204" pitchFamily="34" charset="0"/>
              </a:rPr>
              <a:t>groupId</a:t>
            </a:r>
            <a:r>
              <a:rPr lang="en-US" sz="1600" dirty="0">
                <a:solidFill>
                  <a:srgbClr val="212529"/>
                </a:solidFill>
                <a:latin typeface="Open Sans" panose="020B0606030504020204" pitchFamily="34" charset="0"/>
              </a:rPr>
              <a:t>&gt;</a:t>
            </a:r>
          </a:p>
          <a:p>
            <a:pPr marL="182817" lvl="1" indent="0">
              <a:buNone/>
            </a:pPr>
            <a:r>
              <a:rPr lang="en-US" sz="1600" dirty="0">
                <a:solidFill>
                  <a:srgbClr val="212529"/>
                </a:solidFill>
                <a:latin typeface="Open Sans" panose="020B0606030504020204" pitchFamily="34" charset="0"/>
              </a:rPr>
              <a:t>	&lt;</a:t>
            </a:r>
            <a:r>
              <a:rPr lang="en-US" sz="1600" dirty="0" err="1">
                <a:solidFill>
                  <a:srgbClr val="212529"/>
                </a:solidFill>
                <a:latin typeface="Open Sans" panose="020B0606030504020204" pitchFamily="34" charset="0"/>
              </a:rPr>
              <a:t>artifactId</a:t>
            </a:r>
            <a:r>
              <a:rPr lang="en-US" sz="1600" dirty="0">
                <a:solidFill>
                  <a:srgbClr val="212529"/>
                </a:solidFill>
                <a:latin typeface="Open Sans" panose="020B0606030504020204" pitchFamily="34" charset="0"/>
              </a:rPr>
              <a:t>&gt;</a:t>
            </a:r>
            <a:r>
              <a:rPr lang="en-US" sz="1600" dirty="0" err="1">
                <a:solidFill>
                  <a:srgbClr val="212529"/>
                </a:solidFill>
                <a:latin typeface="Open Sans" panose="020B0606030504020204" pitchFamily="34" charset="0"/>
              </a:rPr>
              <a:t>springdoc</a:t>
            </a:r>
            <a:r>
              <a:rPr lang="en-US" sz="1600" dirty="0">
                <a:solidFill>
                  <a:srgbClr val="212529"/>
                </a:solidFill>
                <a:latin typeface="Open Sans" panose="020B0606030504020204" pitchFamily="34" charset="0"/>
              </a:rPr>
              <a:t>-</a:t>
            </a:r>
            <a:r>
              <a:rPr lang="en-US" sz="1600" dirty="0" err="1">
                <a:solidFill>
                  <a:srgbClr val="212529"/>
                </a:solidFill>
                <a:latin typeface="Open Sans" panose="020B0606030504020204" pitchFamily="34" charset="0"/>
              </a:rPr>
              <a:t>openapi</a:t>
            </a:r>
            <a:r>
              <a:rPr lang="en-US" sz="1600" dirty="0">
                <a:solidFill>
                  <a:srgbClr val="212529"/>
                </a:solidFill>
                <a:latin typeface="Open Sans" panose="020B0606030504020204" pitchFamily="34" charset="0"/>
              </a:rPr>
              <a:t>-starter-</a:t>
            </a:r>
            <a:r>
              <a:rPr lang="en-US" sz="1600" dirty="0" err="1">
                <a:solidFill>
                  <a:srgbClr val="212529"/>
                </a:solidFill>
                <a:latin typeface="Open Sans" panose="020B0606030504020204" pitchFamily="34" charset="0"/>
              </a:rPr>
              <a:t>webmvc</a:t>
            </a:r>
            <a:r>
              <a:rPr lang="en-US" sz="1600" dirty="0">
                <a:solidFill>
                  <a:srgbClr val="212529"/>
                </a:solidFill>
                <a:latin typeface="Open Sans" panose="020B0606030504020204" pitchFamily="34" charset="0"/>
              </a:rPr>
              <a:t>-</a:t>
            </a:r>
            <a:r>
              <a:rPr lang="en-US" sz="1600" dirty="0" err="1">
                <a:solidFill>
                  <a:srgbClr val="212529"/>
                </a:solidFill>
                <a:latin typeface="Open Sans" panose="020B0606030504020204" pitchFamily="34" charset="0"/>
              </a:rPr>
              <a:t>ui</a:t>
            </a:r>
            <a:r>
              <a:rPr lang="en-US" sz="1600" dirty="0">
                <a:solidFill>
                  <a:srgbClr val="212529"/>
                </a:solidFill>
                <a:latin typeface="Open Sans" panose="020B0606030504020204" pitchFamily="34" charset="0"/>
              </a:rPr>
              <a:t>&lt;/</a:t>
            </a:r>
            <a:r>
              <a:rPr lang="en-US" sz="1600" dirty="0" err="1">
                <a:solidFill>
                  <a:srgbClr val="212529"/>
                </a:solidFill>
                <a:latin typeface="Open Sans" panose="020B0606030504020204" pitchFamily="34" charset="0"/>
              </a:rPr>
              <a:t>artifactId</a:t>
            </a:r>
            <a:r>
              <a:rPr lang="en-US" sz="1600" dirty="0">
                <a:solidFill>
                  <a:srgbClr val="212529"/>
                </a:solidFill>
                <a:latin typeface="Open Sans" panose="020B0606030504020204" pitchFamily="34" charset="0"/>
              </a:rPr>
              <a:t>&gt;</a:t>
            </a:r>
          </a:p>
          <a:p>
            <a:pPr marL="182817" lvl="1" indent="0">
              <a:buNone/>
            </a:pPr>
            <a:r>
              <a:rPr lang="en-US" sz="1600" dirty="0">
                <a:solidFill>
                  <a:srgbClr val="212529"/>
                </a:solidFill>
                <a:latin typeface="Open Sans" panose="020B0606030504020204" pitchFamily="34" charset="0"/>
              </a:rPr>
              <a:t>	&lt;version&gt;2.1.0&lt;/version&gt;</a:t>
            </a:r>
          </a:p>
          <a:p>
            <a:pPr marL="182817" lvl="1" indent="0">
              <a:buNone/>
            </a:pPr>
            <a:r>
              <a:rPr lang="en-US" sz="1600" dirty="0">
                <a:solidFill>
                  <a:srgbClr val="212529"/>
                </a:solidFill>
                <a:latin typeface="Open Sans" panose="020B0606030504020204" pitchFamily="34" charset="0"/>
              </a:rPr>
              <a:t>&lt;/dependency&gt;</a:t>
            </a:r>
          </a:p>
        </p:txBody>
      </p:sp>
    </p:spTree>
    <p:extLst>
      <p:ext uri="{BB962C8B-B14F-4D97-AF65-F5344CB8AC3E}">
        <p14:creationId xmlns:p14="http://schemas.microsoft.com/office/powerpoint/2010/main" val="86393006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30C0277-7CC5-50B6-E4EA-4EC1E28785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761950"/>
            <a:ext cx="8126015" cy="648000"/>
          </a:xfrm>
        </p:spPr>
        <p:txBody>
          <a:bodyPr/>
          <a:lstStyle/>
          <a:p>
            <a:r>
              <a:rPr lang="en-US" dirty="0"/>
              <a:t>Let us implement of use case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885349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455C35-911D-49BE-9DE2-53BB826B97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Use case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F0673E-C1B5-4E45-AE56-A06D446271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1" y="1276350"/>
            <a:ext cx="8839200" cy="5230199"/>
          </a:xfrm>
        </p:spPr>
        <p:txBody>
          <a:bodyPr/>
          <a:lstStyle/>
          <a:p>
            <a:r>
              <a:rPr lang="en-IN" dirty="0"/>
              <a:t>As part of the use case 1, you have to build a simple CRUD based REST API for dealing with customers data</a:t>
            </a:r>
          </a:p>
          <a:p>
            <a:r>
              <a:rPr lang="en-IN" dirty="0"/>
              <a:t>In this uses case 1, no database need to be used</a:t>
            </a:r>
          </a:p>
          <a:p>
            <a:r>
              <a:rPr lang="en-IN" dirty="0"/>
              <a:t>We will only use in-memory data structures such as a arrays or list to store and manipulate data</a:t>
            </a:r>
          </a:p>
          <a:p>
            <a:endParaRPr lang="en-IN" dirty="0"/>
          </a:p>
          <a:p>
            <a:r>
              <a:rPr lang="en-IN" dirty="0"/>
              <a:t>Use/Define a customer model/entity as shown</a:t>
            </a:r>
          </a:p>
          <a:p>
            <a:r>
              <a:rPr lang="en-IN" dirty="0"/>
              <a:t>There should be REST APIs built for</a:t>
            </a:r>
          </a:p>
          <a:p>
            <a:pPr lvl="1"/>
            <a:r>
              <a:rPr lang="en-IN" dirty="0"/>
              <a:t>Listing all customers</a:t>
            </a:r>
          </a:p>
          <a:p>
            <a:pPr lvl="1"/>
            <a:r>
              <a:rPr lang="en-IN" dirty="0"/>
              <a:t>Getting one customer details</a:t>
            </a:r>
          </a:p>
          <a:p>
            <a:pPr lvl="1"/>
            <a:r>
              <a:rPr lang="en-IN" dirty="0"/>
              <a:t>Creating a new customer</a:t>
            </a:r>
          </a:p>
          <a:p>
            <a:pPr lvl="1"/>
            <a:r>
              <a:rPr lang="en-IN" dirty="0"/>
              <a:t>Updating an existing customer</a:t>
            </a:r>
          </a:p>
          <a:p>
            <a:pPr lvl="1"/>
            <a:r>
              <a:rPr lang="en-IN" dirty="0"/>
              <a:t>Deleting an existing customer</a:t>
            </a:r>
          </a:p>
          <a:p>
            <a:pPr lvl="1"/>
            <a:endParaRPr lang="en-IN" dirty="0"/>
          </a:p>
          <a:p>
            <a:pPr marL="457200" lvl="1" indent="0">
              <a:buNone/>
            </a:pPr>
            <a:endParaRPr lang="en-IN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390C077-39DA-4F40-843D-42DB66B7AB9A}"/>
              </a:ext>
            </a:extLst>
          </p:cNvPr>
          <p:cNvGraphicFramePr>
            <a:graphicFrameLocks noGrp="1"/>
          </p:cNvGraphicFramePr>
          <p:nvPr/>
        </p:nvGraphicFramePr>
        <p:xfrm>
          <a:off x="5562600" y="2438400"/>
          <a:ext cx="2743200" cy="3365893"/>
        </p:xfrm>
        <a:graphic>
          <a:graphicData uri="http://schemas.openxmlformats.org/drawingml/2006/table">
            <a:tbl>
              <a:tblPr firstRow="1" bandRow="1">
                <a:tableStyleId>{18603FDC-E32A-4AB5-989C-0864C3EAD2B8}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561383226"/>
                    </a:ext>
                  </a:extLst>
                </a:gridCol>
              </a:tblGrid>
              <a:tr h="294106">
                <a:tc>
                  <a:txBody>
                    <a:bodyPr/>
                    <a:lstStyle/>
                    <a:p>
                      <a:r>
                        <a:rPr lang="en-IN" dirty="0"/>
                        <a:t>Customer Model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257410"/>
                  </a:ext>
                </a:extLst>
              </a:tr>
              <a:tr h="381438">
                <a:tc>
                  <a:txBody>
                    <a:bodyPr/>
                    <a:lstStyle/>
                    <a:p>
                      <a:r>
                        <a:rPr lang="en-IN" dirty="0"/>
                        <a:t>id - number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7915506"/>
                  </a:ext>
                </a:extLst>
              </a:tr>
              <a:tr h="381438">
                <a:tc>
                  <a:txBody>
                    <a:bodyPr/>
                    <a:lstStyle/>
                    <a:p>
                      <a:r>
                        <a:rPr lang="en-IN" dirty="0" err="1"/>
                        <a:t>firstName</a:t>
                      </a:r>
                      <a:r>
                        <a:rPr lang="en-IN" dirty="0"/>
                        <a:t> - string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9224374"/>
                  </a:ext>
                </a:extLst>
              </a:tr>
              <a:tr h="381438">
                <a:tc>
                  <a:txBody>
                    <a:bodyPr/>
                    <a:lstStyle/>
                    <a:p>
                      <a:r>
                        <a:rPr lang="en-IN" dirty="0" err="1"/>
                        <a:t>lastName</a:t>
                      </a:r>
                      <a:r>
                        <a:rPr lang="en-IN" dirty="0"/>
                        <a:t> - string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1464388"/>
                  </a:ext>
                </a:extLst>
              </a:tr>
              <a:tr h="381438">
                <a:tc>
                  <a:txBody>
                    <a:bodyPr/>
                    <a:lstStyle/>
                    <a:p>
                      <a:r>
                        <a:rPr lang="en-IN" dirty="0"/>
                        <a:t>email - string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3593197"/>
                  </a:ext>
                </a:extLst>
              </a:tr>
              <a:tr h="381438">
                <a:tc>
                  <a:txBody>
                    <a:bodyPr/>
                    <a:lstStyle/>
                    <a:p>
                      <a:r>
                        <a:rPr lang="en-IN" dirty="0"/>
                        <a:t>phone - string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6786266"/>
                  </a:ext>
                </a:extLst>
              </a:tr>
              <a:tr h="381438">
                <a:tc>
                  <a:txBody>
                    <a:bodyPr/>
                    <a:lstStyle/>
                    <a:p>
                      <a:r>
                        <a:rPr lang="en-IN" dirty="0"/>
                        <a:t>active - string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837305"/>
                  </a:ext>
                </a:extLst>
              </a:tr>
              <a:tr h="381438">
                <a:tc>
                  <a:txBody>
                    <a:bodyPr/>
                    <a:lstStyle/>
                    <a:p>
                      <a:r>
                        <a:rPr lang="en-IN" dirty="0"/>
                        <a:t>password – string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2885262"/>
                  </a:ext>
                </a:extLst>
              </a:tr>
              <a:tr h="381438">
                <a:tc>
                  <a:txBody>
                    <a:bodyPr/>
                    <a:lstStyle/>
                    <a:p>
                      <a:r>
                        <a:rPr lang="en-IN" dirty="0"/>
                        <a:t>role - string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93104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4430549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981CF4-024E-4C08-B2ED-FF36E9E393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 full CRUD API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C502AE-B4E4-4440-B0B8-594521D394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4091" y="1323000"/>
            <a:ext cx="9124709" cy="5458799"/>
          </a:xfrm>
        </p:spPr>
        <p:txBody>
          <a:bodyPr/>
          <a:lstStyle/>
          <a:p>
            <a:r>
              <a:rPr lang="en-IN" dirty="0"/>
              <a:t>Earlier, we just saw a simple REST APIs, returning a string and an array of strings</a:t>
            </a:r>
          </a:p>
          <a:p>
            <a:r>
              <a:rPr lang="en-IN" dirty="0"/>
              <a:t>But lets get closer to the real world scenarios of building a CRUD APIs</a:t>
            </a:r>
          </a:p>
          <a:p>
            <a:r>
              <a:rPr lang="en-IN" dirty="0"/>
              <a:t>As we already know, CRUD stands for Create, Read, Update and Delete</a:t>
            </a:r>
          </a:p>
          <a:p>
            <a:r>
              <a:rPr lang="en-IN" dirty="0"/>
              <a:t>In this module, we will use in memory arrays or lists only to store and manipulate data</a:t>
            </a:r>
          </a:p>
          <a:p>
            <a:r>
              <a:rPr lang="en-IN" dirty="0"/>
              <a:t>In this scenario, we are just going to have 2 layers</a:t>
            </a:r>
          </a:p>
          <a:p>
            <a:pPr lvl="1"/>
            <a:r>
              <a:rPr lang="en-IN" dirty="0"/>
              <a:t>Service Layer (</a:t>
            </a:r>
            <a:r>
              <a:rPr lang="en-IN" b="1" dirty="0" err="1"/>
              <a:t>CustomerService</a:t>
            </a:r>
            <a:r>
              <a:rPr lang="en-IN" dirty="0"/>
              <a:t>)</a:t>
            </a:r>
          </a:p>
          <a:p>
            <a:pPr lvl="1"/>
            <a:r>
              <a:rPr lang="en-IN" dirty="0"/>
              <a:t>Controller layer (</a:t>
            </a:r>
            <a:r>
              <a:rPr lang="en-IN" b="1" dirty="0" err="1"/>
              <a:t>CustomerController</a:t>
            </a:r>
            <a:r>
              <a:rPr lang="en-IN" dirty="0"/>
              <a:t>)</a:t>
            </a:r>
          </a:p>
          <a:p>
            <a:endParaRPr lang="en-IN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5C31AE9-649C-4DF0-AB55-9B6C1DD45795}"/>
              </a:ext>
            </a:extLst>
          </p:cNvPr>
          <p:cNvSpPr/>
          <p:nvPr/>
        </p:nvSpPr>
        <p:spPr>
          <a:xfrm>
            <a:off x="5867400" y="3124200"/>
            <a:ext cx="1905000" cy="762000"/>
          </a:xfrm>
          <a:prstGeom prst="roundRect">
            <a:avLst/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 err="1">
                <a:latin typeface="Body Level 1"/>
              </a:rPr>
              <a:t>CustomerController</a:t>
            </a:r>
            <a:endParaRPr lang="en-IN" sz="1400" dirty="0">
              <a:latin typeface="Body Level 1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FAE5246-7E66-4190-8500-68EDA2BA6DBD}"/>
              </a:ext>
            </a:extLst>
          </p:cNvPr>
          <p:cNvSpPr/>
          <p:nvPr/>
        </p:nvSpPr>
        <p:spPr>
          <a:xfrm>
            <a:off x="5867400" y="5789011"/>
            <a:ext cx="1905000" cy="762000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 err="1">
                <a:latin typeface="Body Level 1"/>
              </a:rPr>
              <a:t>CustomerService</a:t>
            </a:r>
            <a:endParaRPr lang="en-IN" sz="1400" dirty="0">
              <a:latin typeface="Body Level 1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C031E71A-FA0B-49FA-89E7-89ED6651B442}"/>
              </a:ext>
            </a:extLst>
          </p:cNvPr>
          <p:cNvCxnSpPr>
            <a:cxnSpLocks/>
            <a:stCxn id="4" idx="2"/>
            <a:endCxn id="5" idx="0"/>
          </p:cNvCxnSpPr>
          <p:nvPr/>
        </p:nvCxnSpPr>
        <p:spPr>
          <a:xfrm>
            <a:off x="6819900" y="3886200"/>
            <a:ext cx="0" cy="190281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8CC26BD2-790E-4298-AFDA-8B9564F2CDFF}"/>
              </a:ext>
            </a:extLst>
          </p:cNvPr>
          <p:cNvSpPr txBox="1"/>
          <p:nvPr/>
        </p:nvSpPr>
        <p:spPr>
          <a:xfrm>
            <a:off x="7010399" y="4191000"/>
            <a:ext cx="2057399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1" dirty="0" err="1">
                <a:solidFill>
                  <a:schemeClr val="tx2"/>
                </a:solidFill>
                <a:latin typeface="Body Level 1"/>
              </a:rPr>
              <a:t>getCustomers</a:t>
            </a:r>
            <a:r>
              <a:rPr lang="en-IN" sz="1200" b="1" dirty="0">
                <a:solidFill>
                  <a:schemeClr val="tx2"/>
                </a:solidFill>
                <a:latin typeface="Body Level 1"/>
              </a:rPr>
              <a:t>()</a:t>
            </a:r>
          </a:p>
          <a:p>
            <a:r>
              <a:rPr lang="en-IN" sz="1200" b="1" dirty="0" err="1">
                <a:solidFill>
                  <a:schemeClr val="tx2"/>
                </a:solidFill>
                <a:latin typeface="Body Level 1"/>
              </a:rPr>
              <a:t>getCustomerByID</a:t>
            </a:r>
            <a:r>
              <a:rPr lang="en-IN" sz="1200" b="1" dirty="0">
                <a:solidFill>
                  <a:schemeClr val="tx2"/>
                </a:solidFill>
                <a:latin typeface="Body Level 1"/>
              </a:rPr>
              <a:t>(id)</a:t>
            </a:r>
          </a:p>
          <a:p>
            <a:r>
              <a:rPr lang="en-IN" sz="1200" b="1" dirty="0" err="1">
                <a:solidFill>
                  <a:schemeClr val="tx2"/>
                </a:solidFill>
                <a:latin typeface="Body Level 1"/>
              </a:rPr>
              <a:t>createCustomer</a:t>
            </a:r>
            <a:r>
              <a:rPr lang="en-IN" sz="1200" b="1" dirty="0">
                <a:solidFill>
                  <a:schemeClr val="tx2"/>
                </a:solidFill>
                <a:latin typeface="Body Level 1"/>
              </a:rPr>
              <a:t>(</a:t>
            </a:r>
            <a:r>
              <a:rPr lang="en-IN" sz="1200" b="1" dirty="0" err="1">
                <a:solidFill>
                  <a:schemeClr val="tx2"/>
                </a:solidFill>
                <a:latin typeface="Body Level 1"/>
              </a:rPr>
              <a:t>cust</a:t>
            </a:r>
            <a:r>
              <a:rPr lang="en-IN" sz="1200" b="1" dirty="0">
                <a:solidFill>
                  <a:schemeClr val="tx2"/>
                </a:solidFill>
                <a:latin typeface="Body Level 1"/>
              </a:rPr>
              <a:t>)</a:t>
            </a:r>
          </a:p>
          <a:p>
            <a:r>
              <a:rPr lang="en-IN" sz="1200" b="1" dirty="0" err="1">
                <a:solidFill>
                  <a:schemeClr val="tx2"/>
                </a:solidFill>
                <a:latin typeface="Body Level 1"/>
              </a:rPr>
              <a:t>updateCustomer</a:t>
            </a:r>
            <a:r>
              <a:rPr lang="en-IN" sz="1200" b="1" dirty="0">
                <a:solidFill>
                  <a:schemeClr val="tx2"/>
                </a:solidFill>
                <a:latin typeface="Body Level 1"/>
              </a:rPr>
              <a:t>(</a:t>
            </a:r>
            <a:r>
              <a:rPr lang="en-IN" sz="1200" b="1" dirty="0" err="1">
                <a:solidFill>
                  <a:schemeClr val="tx2"/>
                </a:solidFill>
                <a:latin typeface="Body Level 1"/>
              </a:rPr>
              <a:t>cust</a:t>
            </a:r>
            <a:r>
              <a:rPr lang="en-IN" sz="1200" b="1" dirty="0">
                <a:solidFill>
                  <a:schemeClr val="tx2"/>
                </a:solidFill>
                <a:latin typeface="Body Level 1"/>
              </a:rPr>
              <a:t>, id)</a:t>
            </a:r>
          </a:p>
          <a:p>
            <a:r>
              <a:rPr lang="en-IN" sz="1200" b="1" dirty="0" err="1">
                <a:solidFill>
                  <a:schemeClr val="tx2"/>
                </a:solidFill>
                <a:latin typeface="Body Level 1"/>
              </a:rPr>
              <a:t>deleteCustomer</a:t>
            </a:r>
            <a:r>
              <a:rPr lang="en-IN" sz="1200" b="1" dirty="0">
                <a:solidFill>
                  <a:schemeClr val="tx2"/>
                </a:solidFill>
                <a:latin typeface="Body Level 1"/>
              </a:rPr>
              <a:t>(id)</a:t>
            </a:r>
          </a:p>
          <a:p>
            <a:endParaRPr lang="en-IN" sz="1400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CC8C357-717A-420F-84D0-0C07C48C80FF}"/>
              </a:ext>
            </a:extLst>
          </p:cNvPr>
          <p:cNvSpPr/>
          <p:nvPr/>
        </p:nvSpPr>
        <p:spPr>
          <a:xfrm>
            <a:off x="4057640" y="4495801"/>
            <a:ext cx="1904995" cy="8382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b="1" dirty="0">
              <a:solidFill>
                <a:schemeClr val="tx2"/>
              </a:solidFill>
              <a:latin typeface="Body Level 1"/>
            </a:endParaRPr>
          </a:p>
          <a:p>
            <a:pPr algn="ctr"/>
            <a:r>
              <a:rPr lang="en-IN" sz="1400" b="1" dirty="0">
                <a:solidFill>
                  <a:schemeClr val="tx2"/>
                </a:solidFill>
                <a:latin typeface="Body Level 1"/>
              </a:rPr>
              <a:t>maintains customer data in array or list</a:t>
            </a:r>
            <a:endParaRPr lang="en-IN" sz="1400" dirty="0"/>
          </a:p>
          <a:p>
            <a:pPr algn="ctr"/>
            <a:endParaRPr lang="en-IN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F7B369A-0EAC-4AF1-8C7E-56A596778C49}"/>
              </a:ext>
            </a:extLst>
          </p:cNvPr>
          <p:cNvCxnSpPr/>
          <p:nvPr/>
        </p:nvCxnSpPr>
        <p:spPr>
          <a:xfrm>
            <a:off x="5334000" y="5334001"/>
            <a:ext cx="533400" cy="60959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4487606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D31340-3B8A-4BDB-9B20-AAD7C23840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Writing a simple REST Controller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ADAF47-21F9-4068-A52F-547603E19B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1" y="1247775"/>
            <a:ext cx="8229600" cy="5230199"/>
          </a:xfrm>
        </p:spPr>
        <p:txBody>
          <a:bodyPr>
            <a:normAutofit/>
          </a:bodyPr>
          <a:lstStyle/>
          <a:p>
            <a:r>
              <a:rPr lang="en-IN" dirty="0"/>
              <a:t>There are lots of annotations associated with writing rest controllers or controllers in general</a:t>
            </a:r>
          </a:p>
          <a:p>
            <a:pPr lvl="1"/>
            <a:r>
              <a:rPr lang="en-IN" dirty="0"/>
              <a:t>@Controller</a:t>
            </a:r>
          </a:p>
          <a:p>
            <a:pPr lvl="1"/>
            <a:r>
              <a:rPr lang="en-IN" dirty="0"/>
              <a:t>@</a:t>
            </a:r>
            <a:r>
              <a:rPr lang="en-IN" dirty="0" err="1"/>
              <a:t>ResponseBody</a:t>
            </a:r>
            <a:r>
              <a:rPr lang="en-IN" dirty="0"/>
              <a:t> </a:t>
            </a:r>
          </a:p>
          <a:p>
            <a:pPr lvl="1"/>
            <a:r>
              <a:rPr lang="en-IN" dirty="0"/>
              <a:t>@</a:t>
            </a:r>
            <a:r>
              <a:rPr lang="en-IN" dirty="0" err="1"/>
              <a:t>RestController</a:t>
            </a:r>
            <a:endParaRPr lang="en-IN" dirty="0"/>
          </a:p>
          <a:p>
            <a:pPr lvl="1"/>
            <a:r>
              <a:rPr lang="en-IN" dirty="0"/>
              <a:t>@</a:t>
            </a:r>
            <a:r>
              <a:rPr lang="en-IN" dirty="0" err="1"/>
              <a:t>RequestMapping</a:t>
            </a:r>
            <a:endParaRPr lang="en-IN" dirty="0"/>
          </a:p>
          <a:p>
            <a:pPr lvl="1"/>
            <a:r>
              <a:rPr lang="en-IN" dirty="0"/>
              <a:t>@</a:t>
            </a:r>
            <a:r>
              <a:rPr lang="en-IN" dirty="0" err="1"/>
              <a:t>PathVariable</a:t>
            </a:r>
            <a:endParaRPr lang="en-IN" dirty="0"/>
          </a:p>
          <a:p>
            <a:pPr lvl="1"/>
            <a:r>
              <a:rPr lang="en-IN" dirty="0"/>
              <a:t>@</a:t>
            </a:r>
            <a:r>
              <a:rPr lang="en-IN" dirty="0" err="1"/>
              <a:t>GetMapping</a:t>
            </a:r>
            <a:endParaRPr lang="en-IN" dirty="0"/>
          </a:p>
          <a:p>
            <a:pPr lvl="1"/>
            <a:r>
              <a:rPr lang="en-IN" dirty="0"/>
              <a:t>@</a:t>
            </a:r>
            <a:r>
              <a:rPr lang="en-IN" dirty="0" err="1"/>
              <a:t>PostMapping</a:t>
            </a:r>
            <a:endParaRPr lang="en-IN" dirty="0"/>
          </a:p>
          <a:p>
            <a:pPr lvl="1"/>
            <a:r>
              <a:rPr lang="en-IN" dirty="0"/>
              <a:t>@</a:t>
            </a:r>
            <a:r>
              <a:rPr lang="en-IN" dirty="0" err="1"/>
              <a:t>PutMapping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2790248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AAFBB1-B9B2-4E2A-A362-5F8D06967F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Implementing Customer Service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095AC0-ED16-4492-9289-FC1D043874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4091" y="1323000"/>
            <a:ext cx="9259747" cy="5335199"/>
          </a:xfrm>
        </p:spPr>
        <p:txBody>
          <a:bodyPr/>
          <a:lstStyle/>
          <a:p>
            <a:r>
              <a:rPr lang="en-IN" dirty="0"/>
              <a:t>Lets create a simple customer service class using the @Service annotation</a:t>
            </a:r>
          </a:p>
          <a:p>
            <a:r>
              <a:rPr lang="en-US" dirty="0"/>
              <a:t>Spring @Service annotation is used with classes that provide some business functionalities</a:t>
            </a:r>
          </a:p>
          <a:p>
            <a:r>
              <a:rPr lang="en-US" dirty="0"/>
              <a:t>Spring context will autodetect these classes, so that they can injected in controllers</a:t>
            </a:r>
          </a:p>
          <a:p>
            <a:r>
              <a:rPr lang="en-US" dirty="0"/>
              <a:t>A simple </a:t>
            </a:r>
            <a:r>
              <a:rPr lang="en-US" dirty="0" err="1"/>
              <a:t>CustomerService</a:t>
            </a:r>
            <a:r>
              <a:rPr lang="en-US" dirty="0"/>
              <a:t> class, annotated with @Service annotation is shown below</a:t>
            </a:r>
          </a:p>
          <a:p>
            <a:r>
              <a:rPr lang="en-US" dirty="0"/>
              <a:t>It creates an array list to store and manipulate the customers data for CRUD operations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B8A50DC-1EFD-4648-BA05-0F2D3392D5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347" y="2658450"/>
            <a:ext cx="8617306" cy="289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287482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BC0F2-FA44-40F3-AD3B-6A485C7E27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CustomerService</a:t>
            </a:r>
            <a:r>
              <a:rPr lang="en-IN" dirty="0"/>
              <a:t> CRUD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6C46C3-4E3E-4030-9800-772255E6CF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The standard read operations are shown below</a:t>
            </a:r>
          </a:p>
          <a:p>
            <a:pPr lvl="1"/>
            <a:r>
              <a:rPr lang="en-IN" dirty="0" err="1"/>
              <a:t>getCustomers</a:t>
            </a:r>
            <a:r>
              <a:rPr lang="en-IN" dirty="0"/>
              <a:t>() – return the entire list of customers</a:t>
            </a:r>
          </a:p>
          <a:p>
            <a:pPr lvl="1"/>
            <a:r>
              <a:rPr lang="en-IN" dirty="0" err="1"/>
              <a:t>getCustomerByID</a:t>
            </a:r>
            <a:r>
              <a:rPr lang="en-IN" dirty="0"/>
              <a:t>() – returns a single customer with the id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01F077-92E2-49C4-9D39-59452EA252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660" y="2362200"/>
            <a:ext cx="5002982" cy="3276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245655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C45969-4D8A-4353-9FF4-3E70419534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Create, Update and Delete (CUD operation)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73B66C-23F6-4AC2-AF37-DF2DDB0D65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4091" y="1323000"/>
            <a:ext cx="9259747" cy="5153999"/>
          </a:xfrm>
        </p:spPr>
        <p:txBody>
          <a:bodyPr/>
          <a:lstStyle/>
          <a:p>
            <a:r>
              <a:rPr lang="en-IN" dirty="0"/>
              <a:t>The standard create, update and delete operations are shown below</a:t>
            </a:r>
          </a:p>
          <a:p>
            <a:r>
              <a:rPr lang="en-IN" dirty="0"/>
              <a:t>No database operations, only in memory array list is used for storing and manipulation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3B70CC3-9E4F-45F0-A47D-266277AB58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885" y="2050064"/>
            <a:ext cx="5134631" cy="4112611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4BA24A41-35A1-4726-950D-2F4D7028A28C}"/>
              </a:ext>
            </a:extLst>
          </p:cNvPr>
          <p:cNvSpPr/>
          <p:nvPr/>
        </p:nvSpPr>
        <p:spPr>
          <a:xfrm>
            <a:off x="6400800" y="2209800"/>
            <a:ext cx="2209800" cy="702000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 dirty="0">
                <a:solidFill>
                  <a:schemeClr val="tx2"/>
                </a:solidFill>
                <a:latin typeface="Body Level 1"/>
              </a:rPr>
              <a:t>Array list add method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44A15B5-0E7C-46E2-905F-AD8CACF10D7B}"/>
              </a:ext>
            </a:extLst>
          </p:cNvPr>
          <p:cNvSpPr/>
          <p:nvPr/>
        </p:nvSpPr>
        <p:spPr>
          <a:xfrm>
            <a:off x="6324600" y="3565199"/>
            <a:ext cx="2209800" cy="702000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 dirty="0">
                <a:solidFill>
                  <a:schemeClr val="tx2"/>
                </a:solidFill>
                <a:latin typeface="Body Level 1"/>
              </a:rPr>
              <a:t>Array list set method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2383E90-EF7B-4933-B117-114419FFECBD}"/>
              </a:ext>
            </a:extLst>
          </p:cNvPr>
          <p:cNvSpPr/>
          <p:nvPr/>
        </p:nvSpPr>
        <p:spPr>
          <a:xfrm>
            <a:off x="6324600" y="5184000"/>
            <a:ext cx="2209800" cy="702000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 dirty="0">
                <a:solidFill>
                  <a:schemeClr val="tx2"/>
                </a:solidFill>
                <a:latin typeface="Body Level 1"/>
              </a:rPr>
              <a:t>Array list remove method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11D3B8E-3C84-4B67-B0A8-0949CFD64B59}"/>
              </a:ext>
            </a:extLst>
          </p:cNvPr>
          <p:cNvCxnSpPr>
            <a:endCxn id="5" idx="2"/>
          </p:cNvCxnSpPr>
          <p:nvPr/>
        </p:nvCxnSpPr>
        <p:spPr>
          <a:xfrm>
            <a:off x="4267200" y="2514600"/>
            <a:ext cx="2133600" cy="462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8916CB6-116C-4FC3-AC44-A515ABD30DBF}"/>
              </a:ext>
            </a:extLst>
          </p:cNvPr>
          <p:cNvCxnSpPr>
            <a:cxnSpLocks/>
            <a:endCxn id="6" idx="2"/>
          </p:cNvCxnSpPr>
          <p:nvPr/>
        </p:nvCxnSpPr>
        <p:spPr>
          <a:xfrm>
            <a:off x="3821913" y="3853799"/>
            <a:ext cx="2502687" cy="624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5A18A95-1864-4248-AD54-CB752DEBFD55}"/>
              </a:ext>
            </a:extLst>
          </p:cNvPr>
          <p:cNvCxnSpPr/>
          <p:nvPr/>
        </p:nvCxnSpPr>
        <p:spPr>
          <a:xfrm>
            <a:off x="4185595" y="5511900"/>
            <a:ext cx="2133600" cy="462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820207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047314-D7AE-4290-9209-D724CFAD85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The Controller – Get operation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02D011-0D2E-4AC1-8A13-084FFC94D6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2630" y="1143000"/>
            <a:ext cx="8126015" cy="4391326"/>
          </a:xfrm>
        </p:spPr>
        <p:txBody>
          <a:bodyPr/>
          <a:lstStyle/>
          <a:p>
            <a:r>
              <a:rPr lang="en-IN" dirty="0"/>
              <a:t>Lets write a simple </a:t>
            </a:r>
            <a:r>
              <a:rPr lang="en-IN" b="1" dirty="0" err="1"/>
              <a:t>CustomerController</a:t>
            </a:r>
            <a:r>
              <a:rPr lang="en-IN" dirty="0"/>
              <a:t> class, annotated with </a:t>
            </a:r>
            <a:r>
              <a:rPr lang="en-IN" b="1" dirty="0"/>
              <a:t>@</a:t>
            </a:r>
            <a:r>
              <a:rPr lang="en-IN" b="1" dirty="0" err="1"/>
              <a:t>RestController</a:t>
            </a:r>
            <a:endParaRPr lang="en-IN" b="1" dirty="0"/>
          </a:p>
          <a:p>
            <a:r>
              <a:rPr lang="en-IN" dirty="0"/>
              <a:t>Also, we can inject the </a:t>
            </a:r>
            <a:r>
              <a:rPr lang="en-IN" b="1" dirty="0" err="1"/>
              <a:t>CustomerService</a:t>
            </a:r>
            <a:r>
              <a:rPr lang="en-IN" dirty="0"/>
              <a:t> dependency using </a:t>
            </a:r>
            <a:r>
              <a:rPr lang="en-IN" b="1" dirty="0"/>
              <a:t>@</a:t>
            </a:r>
            <a:r>
              <a:rPr lang="en-IN" b="1" dirty="0" err="1"/>
              <a:t>Autowired</a:t>
            </a:r>
            <a:r>
              <a:rPr lang="en-IN" b="1" dirty="0"/>
              <a:t> </a:t>
            </a:r>
            <a:r>
              <a:rPr lang="en-IN" dirty="0"/>
              <a:t>annotation</a:t>
            </a:r>
          </a:p>
          <a:p>
            <a:r>
              <a:rPr lang="en-IN" b="1" dirty="0"/>
              <a:t>@RequestMapping, @GetMapping, @PostMapping, @PutMapping and @DeleteMapping </a:t>
            </a:r>
            <a:r>
              <a:rPr lang="en-IN" dirty="0"/>
              <a:t>annotations are used for mapping the URL, the Http method and the actual class method that would be invoked for that HTTP operation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5F70892-A534-3A96-5509-9402ACC353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231" y="2543175"/>
            <a:ext cx="6353175" cy="3619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406545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421F3-3FB7-402C-B675-CC2C66EEC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Controller – Post, Put and Delete operations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10D1E6-C01D-4590-A49D-269361CC36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The remaining controller methods for POST, PUT and DELETE are shown below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459D148-CD0C-CCCE-0BD8-3178CB3D34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0456" y="1969821"/>
            <a:ext cx="7461196" cy="3551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070163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ABEFEB-C371-40B8-9F16-D5ADE71AE8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RequestMapping</a:t>
            </a:r>
            <a:r>
              <a:rPr lang="en-IN" dirty="0"/>
              <a:t> Annotation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8E88BB-1790-4118-B647-E743D821F9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253" y="1285875"/>
            <a:ext cx="9259747" cy="5230199"/>
          </a:xfrm>
        </p:spPr>
        <p:txBody>
          <a:bodyPr/>
          <a:lstStyle/>
          <a:p>
            <a:r>
              <a:rPr lang="en-IN" dirty="0"/>
              <a:t>Is used to configure the mapping between the requests and the handler methods</a:t>
            </a:r>
          </a:p>
          <a:p>
            <a:r>
              <a:rPr lang="en-US" dirty="0"/>
              <a:t>It can be applied to class-level and/or method-level in a controller</a:t>
            </a:r>
          </a:p>
          <a:p>
            <a:r>
              <a:rPr lang="en-US" dirty="0"/>
              <a:t>When applied at the class level, it becomes a common configuration for all the controller methods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FEED8CB-0B74-41F8-888F-625565EFE2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221748"/>
            <a:ext cx="4890475" cy="3340852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5D5490F-0375-43C9-ACE0-C48E414373AE}"/>
              </a:ext>
            </a:extLst>
          </p:cNvPr>
          <p:cNvSpPr txBox="1">
            <a:spLocks/>
          </p:cNvSpPr>
          <p:nvPr/>
        </p:nvSpPr>
        <p:spPr>
          <a:xfrm>
            <a:off x="4973782" y="2971801"/>
            <a:ext cx="4398818" cy="15240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Body Level 1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3"/>
              </a:buClr>
              <a:buSzPct val="100000"/>
              <a:buFont typeface="Wingdings" panose="05000000000000000000" pitchFamily="2" charset="2"/>
              <a:buChar char="§"/>
              <a:defRPr sz="1600" kern="1200" baseline="0">
                <a:solidFill>
                  <a:schemeClr val="tx1"/>
                </a:solidFill>
                <a:latin typeface="Body Level 2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3"/>
              </a:buClr>
              <a:buSzPct val="80000"/>
              <a:buFont typeface="Courier New" panose="02070309020205020404" pitchFamily="49" charset="0"/>
              <a:buChar char="o"/>
              <a:defRPr sz="1500" kern="1200" baseline="0">
                <a:solidFill>
                  <a:schemeClr val="tx1"/>
                </a:solidFill>
                <a:latin typeface="Body Level 3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3"/>
              </a:buClr>
              <a:buSzPct val="60000"/>
              <a:buFont typeface="Wingdings" panose="05000000000000000000" pitchFamily="2" charset="2"/>
              <a:buChar char="q"/>
              <a:defRPr sz="1400" kern="1200" baseline="0">
                <a:solidFill>
                  <a:schemeClr val="tx1"/>
                </a:solidFill>
                <a:latin typeface="Body Level 4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3"/>
              </a:buClr>
              <a:buFont typeface="Arial" panose="020B0604020202020204" pitchFamily="34" charset="0"/>
              <a:buChar char="-"/>
              <a:defRPr sz="1200" kern="1200" baseline="0">
                <a:solidFill>
                  <a:schemeClr val="tx1"/>
                </a:solidFill>
                <a:latin typeface="Body Level 5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  <a:p>
            <a:r>
              <a:rPr lang="en-US" dirty="0"/>
              <a:t>Requests to </a:t>
            </a:r>
            <a:r>
              <a:rPr lang="en-US" b="1" dirty="0"/>
              <a:t>/home</a:t>
            </a:r>
            <a:r>
              <a:rPr lang="en-US" dirty="0"/>
              <a:t> will be handled by </a:t>
            </a:r>
            <a:r>
              <a:rPr lang="en-US" b="1" dirty="0"/>
              <a:t>get</a:t>
            </a:r>
            <a:r>
              <a:rPr lang="en-US" dirty="0"/>
              <a:t>() while request to </a:t>
            </a:r>
            <a:r>
              <a:rPr lang="en-US" b="1" dirty="0"/>
              <a:t>/home/index</a:t>
            </a:r>
            <a:r>
              <a:rPr lang="en-US" dirty="0"/>
              <a:t> will be handled by </a:t>
            </a:r>
            <a:r>
              <a:rPr lang="en-US" b="1" dirty="0"/>
              <a:t>index</a:t>
            </a:r>
            <a:r>
              <a:rPr lang="en-US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149561567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6229B1-5B49-4E48-A2DA-0881694C91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RequestMapping</a:t>
            </a:r>
            <a:r>
              <a:rPr lang="en-IN" dirty="0"/>
              <a:t> continued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277953-6B5B-43D0-B7EE-C6AC044911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It is capable of handling all HTTP methods, such as GET, PUT, POST, DELETE, and PATCH</a:t>
            </a:r>
          </a:p>
          <a:p>
            <a:r>
              <a:rPr lang="en-US" dirty="0"/>
              <a:t>By default all requests are assumed to be of HTTP GET type</a:t>
            </a:r>
          </a:p>
          <a:p>
            <a:r>
              <a:rPr lang="en-US" dirty="0"/>
              <a:t>In order to define a request mapping with a specific HTTP method, you need to declare the HTTP method and the actual URL value also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Notice the above examples, where </a:t>
            </a:r>
            <a:r>
              <a:rPr lang="en-US" b="1" dirty="0"/>
              <a:t>method </a:t>
            </a:r>
            <a:r>
              <a:rPr lang="en-US" dirty="0"/>
              <a:t>refers to the HTTP method, and the value refers to the URL mapping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DAE2359-1E1F-4A95-9B90-E45AC4CF63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2544635"/>
            <a:ext cx="7086600" cy="922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676225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DA6F52-E1D3-4939-AA5F-0B57916E40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Dynamic URL handling - @</a:t>
            </a:r>
            <a:r>
              <a:rPr lang="en-IN" dirty="0" err="1"/>
              <a:t>PathVariable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7FBF28-91B5-48E6-86B6-C5349FC2AD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The REST URLs will be sometimes static URLs but most of the real world scenarios handle with dynamic URLs</a:t>
            </a:r>
          </a:p>
          <a:p>
            <a:r>
              <a:rPr lang="en-IN" dirty="0"/>
              <a:t>We already saw how to deal with static URL strings, but lets see how we can handle dynamic URL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The above handler could receive dynamic value for the id (Customer ID value)</a:t>
            </a:r>
          </a:p>
          <a:p>
            <a:r>
              <a:rPr lang="en-IN" dirty="0"/>
              <a:t>To capture the dynamic </a:t>
            </a:r>
            <a:r>
              <a:rPr lang="en-IN" dirty="0" err="1"/>
              <a:t>url</a:t>
            </a:r>
            <a:r>
              <a:rPr lang="en-IN" dirty="0"/>
              <a:t> parameter, we can use the </a:t>
            </a:r>
            <a:r>
              <a:rPr lang="en-IN" b="1" dirty="0"/>
              <a:t>@</a:t>
            </a:r>
            <a:r>
              <a:rPr lang="en-IN" b="1" dirty="0" err="1"/>
              <a:t>PathVariable</a:t>
            </a:r>
            <a:r>
              <a:rPr lang="en-IN" b="1" dirty="0"/>
              <a:t> </a:t>
            </a:r>
            <a:r>
              <a:rPr lang="en-IN" dirty="0"/>
              <a:t>annotation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4E6B75C-B66B-08BD-1F4C-0CCF1DA32D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390775"/>
            <a:ext cx="6105525" cy="1038225"/>
          </a:xfrm>
          <a:prstGeom prst="rect">
            <a:avLst/>
          </a:prstGeom>
        </p:spPr>
      </p:pic>
      <p:sp>
        <p:nvSpPr>
          <p:cNvPr id="6" name="Speech Bubble: Rectangle with Corners Rounded 5">
            <a:extLst>
              <a:ext uri="{FF2B5EF4-FFF2-40B4-BE49-F238E27FC236}">
                <a16:creationId xmlns:a16="http://schemas.microsoft.com/office/drawing/2014/main" id="{6CF39EA8-BF55-7F67-286A-3B2997CD79D6}"/>
              </a:ext>
            </a:extLst>
          </p:cNvPr>
          <p:cNvSpPr/>
          <p:nvPr/>
        </p:nvSpPr>
        <p:spPr>
          <a:xfrm>
            <a:off x="6324600" y="2083216"/>
            <a:ext cx="1447800" cy="533400"/>
          </a:xfrm>
          <a:prstGeom prst="wedgeRoundRectCallout">
            <a:avLst>
              <a:gd name="adj1" fmla="val -175598"/>
              <a:gd name="adj2" fmla="val 35386"/>
              <a:gd name="adj3" fmla="val 16667"/>
            </a:avLst>
          </a:prstGeom>
          <a:solidFill>
            <a:srgbClr val="9FD18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 dirty="0">
                <a:solidFill>
                  <a:srgbClr val="002060"/>
                </a:solidFill>
              </a:rPr>
              <a:t>Dynamic URL</a:t>
            </a:r>
          </a:p>
        </p:txBody>
      </p:sp>
    </p:spTree>
    <p:extLst>
      <p:ext uri="{BB962C8B-B14F-4D97-AF65-F5344CB8AC3E}">
        <p14:creationId xmlns:p14="http://schemas.microsoft.com/office/powerpoint/2010/main" val="277477258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1AEBBF-4351-4E67-801C-B40C90DDCC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REST API testing tools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3F91F3-4026-43A4-9AEF-EDFDC18B7E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The REST APIs that we build using Spring Boot can be consumed by any application</a:t>
            </a:r>
          </a:p>
          <a:p>
            <a:r>
              <a:rPr lang="en-IN" dirty="0"/>
              <a:t>But during the development phase, we typically tools such as browser, postman or curl to test and work with the APIs</a:t>
            </a:r>
          </a:p>
          <a:p>
            <a:r>
              <a:rPr lang="en-IN" dirty="0"/>
              <a:t>Browsers can only be used to test GET operations directly</a:t>
            </a:r>
          </a:p>
          <a:p>
            <a:r>
              <a:rPr lang="en-IN" dirty="0"/>
              <a:t>For a full fledged REST API testing, one can use tools such Postman or curl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0224115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C1953-CBCD-4305-9B06-236256E713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@</a:t>
            </a:r>
            <a:r>
              <a:rPr lang="en-IN" dirty="0" err="1"/>
              <a:t>RequestBody</a:t>
            </a:r>
            <a:r>
              <a:rPr lang="en-IN" dirty="0"/>
              <a:t> – Handling POST/PUT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EA5658-3B06-463B-BAAD-7674A478DF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@</a:t>
            </a:r>
            <a:r>
              <a:rPr lang="en-US" b="1" dirty="0" err="1"/>
              <a:t>RequestBody</a:t>
            </a:r>
            <a:r>
              <a:rPr lang="en-US" b="1" dirty="0"/>
              <a:t> </a:t>
            </a:r>
            <a:r>
              <a:rPr lang="en-US" dirty="0"/>
              <a:t>annotation maps the </a:t>
            </a:r>
            <a:r>
              <a:rPr lang="en-US" b="1" dirty="0" err="1"/>
              <a:t>HttpRequest</a:t>
            </a:r>
            <a:r>
              <a:rPr lang="en-US" dirty="0"/>
              <a:t> body to a transfer or domain object</a:t>
            </a:r>
          </a:p>
          <a:p>
            <a:r>
              <a:rPr lang="en-US" dirty="0"/>
              <a:t>It enables automatic deserialization of the inbound </a:t>
            </a:r>
            <a:r>
              <a:rPr lang="en-US" b="1" i="1" dirty="0" err="1"/>
              <a:t>HttpRequest</a:t>
            </a:r>
            <a:r>
              <a:rPr lang="en-US" dirty="0"/>
              <a:t> body onto a Java object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IN" dirty="0"/>
              <a:t>This annotation is typically used in POST or PUT or PATCH scenarios, where we get data in the body of the request during a create or an update operation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3906C9C-9210-5E4C-F36F-1578B978D1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133600"/>
            <a:ext cx="6486525" cy="95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785851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638D37C5-3451-3DEF-6CEA-D4AF5799BEC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1B6EF5D-C21C-F92A-00E4-B8A75657B9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8560" y="3352800"/>
            <a:ext cx="8126015" cy="648000"/>
          </a:xfrm>
        </p:spPr>
        <p:txBody>
          <a:bodyPr/>
          <a:lstStyle/>
          <a:p>
            <a:r>
              <a:rPr lang="en-US" dirty="0"/>
              <a:t>Exception Handling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5171522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316AF6-4A46-BE51-F719-83872443C0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Exception Handling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64C4C6-9600-4927-1CDF-772D1C03FF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600" dirty="0"/>
              <a:t>Creating Custom Exception </a:t>
            </a:r>
          </a:p>
          <a:p>
            <a:r>
              <a:rPr lang="en-US" sz="1600" dirty="0"/>
              <a:t>Throwing An Exception</a:t>
            </a:r>
          </a:p>
          <a:p>
            <a:r>
              <a:rPr lang="en-US" sz="1600" dirty="0"/>
              <a:t>Handling The Thrown Exception</a:t>
            </a:r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308583159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5D67C9-4C24-32E1-BC29-9A6ED538C4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Custom Exception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962B85-2DF1-FFB4-B629-518796C3E8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custom exception class must inherit the </a:t>
            </a:r>
            <a:r>
              <a:rPr lang="en-US" dirty="0" err="1"/>
              <a:t>RuntimeException</a:t>
            </a:r>
            <a:r>
              <a:rPr lang="en-US" dirty="0"/>
              <a:t> class. </a:t>
            </a:r>
          </a:p>
          <a:p>
            <a:r>
              <a:rPr lang="en-US" dirty="0"/>
              <a:t>Inside the constructor, we need to call the super class constructor with an error message string.</a:t>
            </a:r>
          </a:p>
          <a:p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CF05C32-F160-76C4-858F-5DFA39EF84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800" y="2257425"/>
            <a:ext cx="6400800" cy="3905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6719799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877EE-7B12-2F0E-B2FE-FC1297B101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Throwing an Exception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51D593-B4C5-519A-01CF-28B9642EE3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Now we need to throw an exception whenever something bad happens in our controller.</a:t>
            </a:r>
          </a:p>
          <a:p>
            <a:r>
              <a:rPr lang="en-US" dirty="0"/>
              <a:t>CustomerService.java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CustomerController.java</a:t>
            </a:r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3E1C0CB-5BF3-EA17-362A-092965F749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125" y="1905000"/>
            <a:ext cx="8220075" cy="18764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25F6570-7BE1-C842-0297-7EAFA49D6D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012" y="4495800"/>
            <a:ext cx="8496300" cy="861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5418927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D37A9-C4C2-6E9D-A257-72424CB6E2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Handling the Exception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FBC4EF-8C9D-A432-EF85-5F17651DE2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066800"/>
            <a:ext cx="8686800" cy="4391326"/>
          </a:xfrm>
        </p:spPr>
        <p:txBody>
          <a:bodyPr/>
          <a:lstStyle/>
          <a:p>
            <a:r>
              <a:rPr lang="en-US" b="1" dirty="0"/>
              <a:t>@RestControllerAdvice</a:t>
            </a:r>
          </a:p>
          <a:p>
            <a:pPr lvl="3"/>
            <a:r>
              <a:rPr lang="en-US" dirty="0"/>
              <a:t>This annotation tells Spring that the class is designed to provide centralized exception handling for RESTful controllers.</a:t>
            </a:r>
          </a:p>
          <a:p>
            <a:r>
              <a:rPr lang="en-US" b="1" dirty="0"/>
              <a:t>@ExceptionHandler(CustomerNotFoundException.class):</a:t>
            </a:r>
          </a:p>
          <a:p>
            <a:pPr lvl="3"/>
            <a:r>
              <a:rPr lang="en-US" dirty="0"/>
              <a:t>This annotation is used on a method to declare that it will handle exceptions of the specified type (</a:t>
            </a:r>
            <a:r>
              <a:rPr lang="en-US" dirty="0" err="1"/>
              <a:t>CustomerNotFoundException</a:t>
            </a:r>
            <a:r>
              <a:rPr lang="en-US" dirty="0"/>
              <a:t> in this case).</a:t>
            </a:r>
          </a:p>
          <a:p>
            <a:pPr lvl="3"/>
            <a:r>
              <a:rPr lang="en-US" dirty="0"/>
              <a:t>When a </a:t>
            </a:r>
            <a:r>
              <a:rPr lang="en-US" dirty="0" err="1"/>
              <a:t>CustomerNotFoundException</a:t>
            </a:r>
            <a:r>
              <a:rPr lang="en-US" dirty="0"/>
              <a:t> occurs in any controller method, this method will be invoked to handle it.</a:t>
            </a:r>
          </a:p>
          <a:p>
            <a:r>
              <a:rPr lang="en-US" b="1" dirty="0"/>
              <a:t>@ResponseStatus(HttpStatus.NOT_FOUND):</a:t>
            </a:r>
          </a:p>
          <a:p>
            <a:pPr lvl="3"/>
            <a:r>
              <a:rPr lang="en-US" dirty="0"/>
              <a:t>This annotation specifies the HTTP response status code to be set when the exception is handled. </a:t>
            </a:r>
          </a:p>
          <a:p>
            <a:pPr lvl="3"/>
            <a:r>
              <a:rPr lang="en-US" dirty="0"/>
              <a:t>In this case, it’s set to 404 (NOT FOUND) because the exception is a </a:t>
            </a:r>
            <a:r>
              <a:rPr lang="en-US" dirty="0" err="1"/>
              <a:t>CustomerNotFoundException</a:t>
            </a:r>
            <a:r>
              <a:rPr lang="en-US" dirty="0"/>
              <a:t>.</a:t>
            </a:r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5C3EF00-9C55-B19D-C1A0-258200E93A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7300" y="4267200"/>
            <a:ext cx="7391400" cy="1094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4374243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79AACB8-8BC4-EDFD-4C1A-FA55E933A2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0" y="2895600"/>
            <a:ext cx="8126015" cy="648000"/>
          </a:xfrm>
        </p:spPr>
        <p:txBody>
          <a:bodyPr/>
          <a:lstStyle/>
          <a:p>
            <a:r>
              <a:rPr lang="en-US" dirty="0"/>
              <a:t>Module 2 :Spring Data JPA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30050750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EC08CE-D734-4365-84DA-6E43F9805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Body Level 1"/>
              </a:rPr>
              <a:t>Module 2 Design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C37CE2DB-C1BC-4E74-8788-D1CCCFC271F9}"/>
              </a:ext>
            </a:extLst>
          </p:cNvPr>
          <p:cNvSpPr txBox="1"/>
          <p:nvPr/>
        </p:nvSpPr>
        <p:spPr>
          <a:xfrm>
            <a:off x="442525" y="5766979"/>
            <a:ext cx="3443675" cy="707886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5C84"/>
                </a:solidFill>
                <a:effectLst/>
                <a:uLnTx/>
                <a:uFillTx/>
                <a:latin typeface="Body Level 1"/>
                <a:ea typeface="+mn-ea"/>
                <a:cs typeface="Calibri" panose="020F0502020204030204" pitchFamily="34" charset="0"/>
              </a:rPr>
              <a:t>IDE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5C84"/>
                </a:solidFill>
                <a:effectLst/>
                <a:uLnTx/>
                <a:uFillTx/>
                <a:latin typeface="Body Level 1"/>
                <a:ea typeface="+mn-ea"/>
                <a:cs typeface="Calibri" panose="020F0502020204030204" pitchFamily="34" charset="0"/>
              </a:rPr>
              <a:t> : Spring Tool Suite 3 /IntelliJ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5C84"/>
                </a:solidFill>
                <a:effectLst/>
                <a:uLnTx/>
                <a:uFillTx/>
                <a:latin typeface="Body Level 1"/>
                <a:ea typeface="+mn-ea"/>
                <a:cs typeface="Calibri" panose="020F0502020204030204" pitchFamily="34" charset="0"/>
              </a:rPr>
              <a:t>Testing tool: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5C84"/>
                </a:solidFill>
                <a:effectLst/>
                <a:uLnTx/>
                <a:uFillTx/>
                <a:latin typeface="Body Level 1"/>
                <a:ea typeface="+mn-ea"/>
                <a:cs typeface="Calibri" panose="020F0502020204030204" pitchFamily="34" charset="0"/>
              </a:rPr>
              <a:t>Postman</a:t>
            </a:r>
          </a:p>
        </p:txBody>
      </p:sp>
      <p:sp>
        <p:nvSpPr>
          <p:cNvPr id="78" name="Rectangle: Rounded Corners 77">
            <a:extLst>
              <a:ext uri="{FF2B5EF4-FFF2-40B4-BE49-F238E27FC236}">
                <a16:creationId xmlns:a16="http://schemas.microsoft.com/office/drawing/2014/main" id="{86D9A961-186F-425E-A1C2-C475C431DE37}"/>
              </a:ext>
            </a:extLst>
          </p:cNvPr>
          <p:cNvSpPr/>
          <p:nvPr/>
        </p:nvSpPr>
        <p:spPr>
          <a:xfrm>
            <a:off x="2550380" y="3591279"/>
            <a:ext cx="2174019" cy="1356071"/>
          </a:xfrm>
          <a:prstGeom prst="round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ody Level 1"/>
              <a:ea typeface="+mn-ea"/>
              <a:cs typeface="Calibri" panose="020F050202020403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ody Level 1"/>
                <a:ea typeface="+mn-ea"/>
                <a:cs typeface="Calibri" panose="020F0502020204030204" pitchFamily="34" charset="0"/>
              </a:rPr>
              <a:t>Use Case 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dirty="0">
                <a:solidFill>
                  <a:prstClr val="white"/>
                </a:solidFill>
                <a:latin typeface="Body Level 1"/>
                <a:cs typeface="Calibri" panose="020F0502020204030204" pitchFamily="34" charset="0"/>
              </a:rPr>
              <a:t>Full CRUD based APIs with Postgres database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ody Level 1"/>
              <a:ea typeface="+mn-ea"/>
              <a:cs typeface="Calibri" panose="020F050202020403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ody Level 1"/>
              <a:ea typeface="+mn-ea"/>
              <a:cs typeface="Calibri" panose="020F0502020204030204" pitchFamily="34" charset="0"/>
            </a:endParaRPr>
          </a:p>
        </p:txBody>
      </p: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4A5E4DBF-F6EB-4D34-AF73-1EB2E2A35E80}"/>
              </a:ext>
            </a:extLst>
          </p:cNvPr>
          <p:cNvGrpSpPr/>
          <p:nvPr/>
        </p:nvGrpSpPr>
        <p:grpSpPr>
          <a:xfrm>
            <a:off x="152400" y="1007582"/>
            <a:ext cx="4760386" cy="3934507"/>
            <a:chOff x="117504" y="1521805"/>
            <a:chExt cx="5257305" cy="3980001"/>
          </a:xfrm>
        </p:grpSpPr>
        <p:sp>
          <p:nvSpPr>
            <p:cNvPr id="77" name="Rectangle: Rounded Corners 76">
              <a:extLst>
                <a:ext uri="{FF2B5EF4-FFF2-40B4-BE49-F238E27FC236}">
                  <a16:creationId xmlns:a16="http://schemas.microsoft.com/office/drawing/2014/main" id="{0FAD2F6E-8D24-4A84-BFF0-62184D6225BF}"/>
                </a:ext>
              </a:extLst>
            </p:cNvPr>
            <p:cNvSpPr/>
            <p:nvPr/>
          </p:nvSpPr>
          <p:spPr>
            <a:xfrm>
              <a:off x="117504" y="4130055"/>
              <a:ext cx="1979468" cy="1371751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ody Level 1"/>
                  <a:ea typeface="+mn-ea"/>
                  <a:cs typeface="Calibri" panose="020F0502020204030204" pitchFamily="34" charset="0"/>
                </a:rPr>
                <a:t>Module </a:t>
              </a:r>
              <a:r>
                <a:rPr lang="en-US" dirty="0">
                  <a:solidFill>
                    <a:prstClr val="white"/>
                  </a:solidFill>
                  <a:latin typeface="Body Level 1"/>
                  <a:cs typeface="Calibri" panose="020F0502020204030204" pitchFamily="34" charset="0"/>
                </a:rPr>
                <a:t>2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ody Level 1"/>
                  <a:ea typeface="+mn-ea"/>
                  <a:cs typeface="Calibri" panose="020F0502020204030204" pitchFamily="34" charset="0"/>
                </a:rPr>
                <a:t> 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ody Level 1"/>
                  <a:ea typeface="+mn-ea"/>
                  <a:cs typeface="Calibri" panose="020F0502020204030204" pitchFamily="34" charset="0"/>
                </a:rPr>
                <a:t>Spring </a:t>
              </a:r>
              <a:r>
                <a:rPr lang="en-US" dirty="0">
                  <a:solidFill>
                    <a:prstClr val="white"/>
                  </a:solidFill>
                  <a:latin typeface="Body Level 1"/>
                  <a:cs typeface="Calibri" panose="020F0502020204030204" pitchFamily="34" charset="0"/>
                </a:rPr>
                <a:t>Data JPA</a:t>
              </a: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ody Level 1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12405B6A-1CCB-4BB7-B586-8C87579D14F7}"/>
                </a:ext>
              </a:extLst>
            </p:cNvPr>
            <p:cNvSpPr txBox="1"/>
            <p:nvPr/>
          </p:nvSpPr>
          <p:spPr>
            <a:xfrm>
              <a:off x="5029240" y="1521805"/>
              <a:ext cx="345569" cy="37360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ody Level 1"/>
                  <a:ea typeface="+mn-ea"/>
                  <a:cs typeface="Calibri" panose="020F0502020204030204" pitchFamily="34" charset="0"/>
                </a:rPr>
                <a:t>2</a:t>
              </a:r>
            </a:p>
          </p:txBody>
        </p: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A3AD5077-C76D-4E07-A324-630E2A6046F3}"/>
              </a:ext>
            </a:extLst>
          </p:cNvPr>
          <p:cNvSpPr/>
          <p:nvPr/>
        </p:nvSpPr>
        <p:spPr>
          <a:xfrm>
            <a:off x="442526" y="5407782"/>
            <a:ext cx="3443674" cy="35919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F46"/>
                </a:solidFill>
                <a:effectLst/>
                <a:uLnTx/>
                <a:uFillTx/>
                <a:latin typeface="Body Level 1"/>
                <a:ea typeface="+mn-ea"/>
                <a:cs typeface="Calibri" panose="020F0502020204030204" pitchFamily="34" charset="0"/>
              </a:rPr>
              <a:t>S/W Requirements</a:t>
            </a:r>
            <a:endParaRPr kumimoji="0" lang="en-GB" sz="1800" b="1" i="0" u="none" strike="noStrike" kern="1200" cap="none" spc="0" normalizeH="0" baseline="0" noProof="0" dirty="0">
              <a:ln>
                <a:noFill/>
              </a:ln>
              <a:solidFill>
                <a:srgbClr val="000F46"/>
              </a:solidFill>
              <a:effectLst/>
              <a:uLnTx/>
              <a:uFillTx/>
              <a:latin typeface="Body Level 1"/>
              <a:ea typeface="+mn-ea"/>
              <a:cs typeface="Calibri" panose="020F0502020204030204" pitchFamily="34" charset="0"/>
            </a:endParaRPr>
          </a:p>
        </p:txBody>
      </p:sp>
      <p:sp>
        <p:nvSpPr>
          <p:cNvPr id="24" name="Speech Bubble: Oval 23">
            <a:extLst>
              <a:ext uri="{FF2B5EF4-FFF2-40B4-BE49-F238E27FC236}">
                <a16:creationId xmlns:a16="http://schemas.microsoft.com/office/drawing/2014/main" id="{FE2A6C49-0619-4805-BB2E-6DC55E3116F5}"/>
              </a:ext>
            </a:extLst>
          </p:cNvPr>
          <p:cNvSpPr/>
          <p:nvPr/>
        </p:nvSpPr>
        <p:spPr>
          <a:xfrm>
            <a:off x="58620" y="1781050"/>
            <a:ext cx="2637653" cy="990600"/>
          </a:xfrm>
          <a:prstGeom prst="wedgeEllipseCallout">
            <a:avLst>
              <a:gd name="adj1" fmla="val -10375"/>
              <a:gd name="adj2" fmla="val 131926"/>
            </a:avLst>
          </a:prstGeom>
          <a:solidFill>
            <a:srgbClr val="F9FC8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5C84"/>
                </a:solidFill>
                <a:effectLst/>
                <a:uLnTx/>
                <a:uFillTx/>
                <a:latin typeface="Body Level 1"/>
                <a:ea typeface="+mn-ea"/>
                <a:cs typeface="Calibri" panose="020F0502020204030204" pitchFamily="34" charset="0"/>
              </a:rPr>
              <a:t>Target CRUD Rest APIs that can be tested with tools such as Postman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B6FA7DE-AD15-4724-92E8-CDA68B36D559}"/>
              </a:ext>
            </a:extLst>
          </p:cNvPr>
          <p:cNvGrpSpPr/>
          <p:nvPr/>
        </p:nvGrpSpPr>
        <p:grpSpPr>
          <a:xfrm>
            <a:off x="2895600" y="1528496"/>
            <a:ext cx="6553200" cy="1243153"/>
            <a:chOff x="3499310" y="4635272"/>
            <a:chExt cx="6196560" cy="1106044"/>
          </a:xfrm>
        </p:grpSpPr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4BC9D960-58C1-4F32-8BB6-9FA94F1728CC}"/>
                </a:ext>
              </a:extLst>
            </p:cNvPr>
            <p:cNvSpPr/>
            <p:nvPr/>
          </p:nvSpPr>
          <p:spPr>
            <a:xfrm>
              <a:off x="3499310" y="4642290"/>
              <a:ext cx="1749005" cy="1099026"/>
            </a:xfrm>
            <a:prstGeom prst="roundRect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ody Level 1"/>
                  <a:ea typeface="+mn-ea"/>
                  <a:cs typeface="Calibri" panose="020F0502020204030204" pitchFamily="34" charset="0"/>
                </a:rPr>
                <a:t>Layered Architecture</a:t>
              </a:r>
              <a:r>
                <a:rPr lang="en-US" sz="1600" dirty="0">
                  <a:solidFill>
                    <a:prstClr val="white"/>
                  </a:solidFill>
                  <a:latin typeface="Body Level 1"/>
                  <a:cs typeface="Calibri" panose="020F0502020204030204" pitchFamily="34" charset="0"/>
                </a:rPr>
                <a:t> for business apps</a:t>
              </a: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ody Level 1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024DCEEE-291F-4A5C-A32D-5C45132615A4}"/>
                </a:ext>
              </a:extLst>
            </p:cNvPr>
            <p:cNvSpPr/>
            <p:nvPr/>
          </p:nvSpPr>
          <p:spPr>
            <a:xfrm>
              <a:off x="5792702" y="4642290"/>
              <a:ext cx="1668788" cy="1044090"/>
            </a:xfrm>
            <a:prstGeom prst="roundRect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ody Level 1"/>
                  <a:ea typeface="+mn-ea"/>
                  <a:cs typeface="Calibri" panose="020F0502020204030204" pitchFamily="34" charset="0"/>
                </a:rPr>
                <a:t>Db Access,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ody Level 1"/>
                  <a:ea typeface="+mn-ea"/>
                  <a:cs typeface="Calibri" panose="020F0502020204030204" pitchFamily="34" charset="0"/>
                </a:rPr>
                <a:t>Postgres and connection properties</a:t>
              </a:r>
            </a:p>
          </p:txBody>
        </p:sp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50F4F333-3876-4724-8D55-D2C6CA3A9073}"/>
                </a:ext>
              </a:extLst>
            </p:cNvPr>
            <p:cNvSpPr/>
            <p:nvPr/>
          </p:nvSpPr>
          <p:spPr>
            <a:xfrm>
              <a:off x="7946866" y="4635272"/>
              <a:ext cx="1749004" cy="1034597"/>
            </a:xfrm>
            <a:prstGeom prst="roundRect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600" dirty="0">
                  <a:solidFill>
                    <a:prstClr val="white"/>
                  </a:solidFill>
                  <a:latin typeface="Body Level 1"/>
                  <a:cs typeface="Calibri" panose="020F0502020204030204" pitchFamily="34" charset="0"/>
                </a:rPr>
                <a:t>Implementation of DAO, Service and Controller layers</a:t>
              </a: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ody Level 1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37" name="Arrow: Right 36">
              <a:extLst>
                <a:ext uri="{FF2B5EF4-FFF2-40B4-BE49-F238E27FC236}">
                  <a16:creationId xmlns:a16="http://schemas.microsoft.com/office/drawing/2014/main" id="{7CA27DB9-5994-45DF-BD43-70172D20A861}"/>
                </a:ext>
              </a:extLst>
            </p:cNvPr>
            <p:cNvSpPr/>
            <p:nvPr/>
          </p:nvSpPr>
          <p:spPr>
            <a:xfrm>
              <a:off x="5248316" y="4928242"/>
              <a:ext cx="544388" cy="337994"/>
            </a:xfrm>
            <a:prstGeom prst="rightArrow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ody Level 1"/>
                <a:ea typeface="+mn-ea"/>
                <a:cs typeface="+mn-cs"/>
              </a:endParaRPr>
            </a:p>
          </p:txBody>
        </p:sp>
        <p:sp>
          <p:nvSpPr>
            <p:cNvPr id="38" name="Arrow: Right 37">
              <a:extLst>
                <a:ext uri="{FF2B5EF4-FFF2-40B4-BE49-F238E27FC236}">
                  <a16:creationId xmlns:a16="http://schemas.microsoft.com/office/drawing/2014/main" id="{627ECF95-85FE-4CE9-8D81-DB754FAE503A}"/>
                </a:ext>
              </a:extLst>
            </p:cNvPr>
            <p:cNvSpPr/>
            <p:nvPr/>
          </p:nvSpPr>
          <p:spPr>
            <a:xfrm>
              <a:off x="7461490" y="4968339"/>
              <a:ext cx="485376" cy="340671"/>
            </a:xfrm>
            <a:prstGeom prst="rightArrow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ody Level 1"/>
                <a:ea typeface="+mn-ea"/>
                <a:cs typeface="+mn-cs"/>
              </a:endParaRPr>
            </a:p>
          </p:txBody>
        </p:sp>
      </p:grpSp>
      <p:sp>
        <p:nvSpPr>
          <p:cNvPr id="34" name="Speech Bubble: Oval 33">
            <a:extLst>
              <a:ext uri="{FF2B5EF4-FFF2-40B4-BE49-F238E27FC236}">
                <a16:creationId xmlns:a16="http://schemas.microsoft.com/office/drawing/2014/main" id="{7945FE48-896B-47E4-B329-44143EB05AE5}"/>
              </a:ext>
            </a:extLst>
          </p:cNvPr>
          <p:cNvSpPr/>
          <p:nvPr/>
        </p:nvSpPr>
        <p:spPr>
          <a:xfrm>
            <a:off x="4141037" y="5645705"/>
            <a:ext cx="2043863" cy="827172"/>
          </a:xfrm>
          <a:prstGeom prst="wedgeEllipseCallout">
            <a:avLst>
              <a:gd name="adj1" fmla="val -57982"/>
              <a:gd name="adj2" fmla="val -130534"/>
            </a:avLst>
          </a:prstGeom>
          <a:solidFill>
            <a:srgbClr val="F9FC8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5C84"/>
                </a:solidFill>
                <a:effectLst/>
                <a:uLnTx/>
                <a:uFillTx/>
                <a:latin typeface="Body Level 1"/>
                <a:ea typeface="+mn-ea"/>
                <a:cs typeface="Calibri" panose="020F0502020204030204" pitchFamily="34" charset="0"/>
              </a:rPr>
              <a:t>Cheat Sheet for Spring Boot</a:t>
            </a: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6B82C8C9-11EE-4206-A2F2-A01B2668B9FE}"/>
              </a:ext>
            </a:extLst>
          </p:cNvPr>
          <p:cNvSpPr/>
          <p:nvPr/>
        </p:nvSpPr>
        <p:spPr>
          <a:xfrm>
            <a:off x="7673154" y="3390922"/>
            <a:ext cx="1701623" cy="1109595"/>
          </a:xfrm>
          <a:prstGeom prst="round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ody Level 1"/>
                <a:ea typeface="+mn-ea"/>
                <a:cs typeface="Calibri" panose="020F0502020204030204" pitchFamily="34" charset="0"/>
              </a:rPr>
              <a:t>Enabling CORS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055669F2-8D1B-443E-99AE-D0BE5354BC9A}"/>
              </a:ext>
            </a:extLst>
          </p:cNvPr>
          <p:cNvSpPr/>
          <p:nvPr/>
        </p:nvSpPr>
        <p:spPr>
          <a:xfrm>
            <a:off x="7681382" y="5212181"/>
            <a:ext cx="1693395" cy="1109595"/>
          </a:xfrm>
          <a:prstGeom prst="round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ody Level 1"/>
                <a:ea typeface="+mn-ea"/>
                <a:cs typeface="Calibri" panose="020F0502020204030204" pitchFamily="34" charset="0"/>
              </a:rPr>
              <a:t>Logging, Actuators, Building the app</a:t>
            </a:r>
          </a:p>
        </p:txBody>
      </p:sp>
      <p:sp>
        <p:nvSpPr>
          <p:cNvPr id="53" name="Arrow: Right 52">
            <a:extLst>
              <a:ext uri="{FF2B5EF4-FFF2-40B4-BE49-F238E27FC236}">
                <a16:creationId xmlns:a16="http://schemas.microsoft.com/office/drawing/2014/main" id="{9CE3D361-1350-410C-BA1C-0A5EAC347146}"/>
              </a:ext>
            </a:extLst>
          </p:cNvPr>
          <p:cNvSpPr/>
          <p:nvPr/>
        </p:nvSpPr>
        <p:spPr>
          <a:xfrm>
            <a:off x="1950173" y="4075085"/>
            <a:ext cx="600208" cy="359199"/>
          </a:xfrm>
          <a:prstGeom prst="rightArrow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ody Level 1"/>
              <a:ea typeface="+mn-ea"/>
              <a:cs typeface="+mn-cs"/>
            </a:endParaRPr>
          </a:p>
        </p:txBody>
      </p:sp>
      <p:sp>
        <p:nvSpPr>
          <p:cNvPr id="20" name="Arrow: Up-Down 19">
            <a:extLst>
              <a:ext uri="{FF2B5EF4-FFF2-40B4-BE49-F238E27FC236}">
                <a16:creationId xmlns:a16="http://schemas.microsoft.com/office/drawing/2014/main" id="{F25C5A42-2391-4D93-8373-52A76FA90ABC}"/>
              </a:ext>
            </a:extLst>
          </p:cNvPr>
          <p:cNvSpPr/>
          <p:nvPr/>
        </p:nvSpPr>
        <p:spPr>
          <a:xfrm>
            <a:off x="3490800" y="2686613"/>
            <a:ext cx="304800" cy="899405"/>
          </a:xfrm>
          <a:prstGeom prst="upDownArrow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ody Level 1"/>
              <a:ea typeface="+mn-ea"/>
              <a:cs typeface="+mn-cs"/>
            </a:endParaRPr>
          </a:p>
        </p:txBody>
      </p:sp>
      <p:sp>
        <p:nvSpPr>
          <p:cNvPr id="21" name="Arrow: Up-Down 20">
            <a:extLst>
              <a:ext uri="{FF2B5EF4-FFF2-40B4-BE49-F238E27FC236}">
                <a16:creationId xmlns:a16="http://schemas.microsoft.com/office/drawing/2014/main" id="{339B52E3-0C37-4980-BBBD-B5E384A3CC44}"/>
              </a:ext>
            </a:extLst>
          </p:cNvPr>
          <p:cNvSpPr/>
          <p:nvPr/>
        </p:nvSpPr>
        <p:spPr>
          <a:xfrm>
            <a:off x="8315411" y="2667456"/>
            <a:ext cx="304800" cy="723466"/>
          </a:xfrm>
          <a:prstGeom prst="upDownArrow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ody Level 1"/>
              <a:ea typeface="+mn-ea"/>
              <a:cs typeface="+mn-cs"/>
            </a:endParaRPr>
          </a:p>
        </p:txBody>
      </p:sp>
      <p:sp>
        <p:nvSpPr>
          <p:cNvPr id="22" name="Arrow: Up-Down 21">
            <a:extLst>
              <a:ext uri="{FF2B5EF4-FFF2-40B4-BE49-F238E27FC236}">
                <a16:creationId xmlns:a16="http://schemas.microsoft.com/office/drawing/2014/main" id="{74BFCF79-23F2-4F87-849B-1968E3D2A397}"/>
              </a:ext>
            </a:extLst>
          </p:cNvPr>
          <p:cNvSpPr/>
          <p:nvPr/>
        </p:nvSpPr>
        <p:spPr>
          <a:xfrm>
            <a:off x="8315411" y="4488715"/>
            <a:ext cx="304800" cy="723466"/>
          </a:xfrm>
          <a:prstGeom prst="upDownArrow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ody Level 1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08011615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28E9F8-4011-4A80-8830-4B042A2D2F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Module 2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769EF2-1241-4C0D-B2C3-6C74122C4F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Introduction to layered architecture of building enterprise apps/server backends</a:t>
            </a:r>
          </a:p>
          <a:p>
            <a:r>
              <a:rPr lang="en-IN" dirty="0"/>
              <a:t>Introduction to database access in Spring Boot</a:t>
            </a:r>
          </a:p>
          <a:p>
            <a:r>
              <a:rPr lang="en-IN" dirty="0"/>
              <a:t>Setting up </a:t>
            </a:r>
            <a:r>
              <a:rPr lang="en-IN" b="1" dirty="0"/>
              <a:t>Postgres</a:t>
            </a:r>
            <a:r>
              <a:rPr lang="en-IN" dirty="0"/>
              <a:t> connection, connection pooling etc</a:t>
            </a:r>
          </a:p>
          <a:p>
            <a:r>
              <a:rPr lang="en-IN" dirty="0"/>
              <a:t>Writing a full fledged </a:t>
            </a:r>
            <a:r>
              <a:rPr lang="en-IN" b="1" dirty="0"/>
              <a:t>DAO(Data access layer)</a:t>
            </a:r>
            <a:r>
              <a:rPr lang="en-IN" dirty="0"/>
              <a:t> using </a:t>
            </a:r>
            <a:r>
              <a:rPr lang="en-IN" b="1" dirty="0"/>
              <a:t>JPA</a:t>
            </a:r>
            <a:endParaRPr lang="en-IN" dirty="0"/>
          </a:p>
          <a:p>
            <a:r>
              <a:rPr lang="en-IN" dirty="0"/>
              <a:t>Handling http responses in controllers using </a:t>
            </a:r>
            <a:r>
              <a:rPr lang="en-IN" b="1" dirty="0" err="1"/>
              <a:t>ResponseEntity</a:t>
            </a:r>
            <a:r>
              <a:rPr lang="en-IN" dirty="0"/>
              <a:t> objects</a:t>
            </a:r>
          </a:p>
          <a:p>
            <a:r>
              <a:rPr lang="en-IN" dirty="0"/>
              <a:t>Introduction Cross Origin Request (</a:t>
            </a:r>
            <a:r>
              <a:rPr lang="en-IN" b="1" dirty="0"/>
              <a:t>CORS</a:t>
            </a:r>
            <a:r>
              <a:rPr lang="en-IN" dirty="0"/>
              <a:t>)</a:t>
            </a:r>
          </a:p>
          <a:p>
            <a:r>
              <a:rPr lang="en-IN" dirty="0"/>
              <a:t>Enabling CORS globally or in controllers/methods</a:t>
            </a:r>
          </a:p>
          <a:p>
            <a:r>
              <a:rPr lang="en-IN" dirty="0"/>
              <a:t>More on </a:t>
            </a:r>
            <a:r>
              <a:rPr lang="en-IN" b="1" dirty="0" err="1"/>
              <a:t>application.properties</a:t>
            </a:r>
            <a:r>
              <a:rPr lang="en-IN" b="1" dirty="0"/>
              <a:t> </a:t>
            </a:r>
            <a:r>
              <a:rPr lang="en-IN" dirty="0"/>
              <a:t>to configure various spring boot properties</a:t>
            </a:r>
          </a:p>
          <a:p>
            <a:r>
              <a:rPr lang="en-IN" dirty="0"/>
              <a:t>Logging and Actuators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81517742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10C61E-7505-4670-8F53-3036FE817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Use case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DEE5CA-B036-47A6-A139-1991A15982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6516" y="1333500"/>
            <a:ext cx="9200909" cy="5306399"/>
          </a:xfrm>
        </p:spPr>
        <p:txBody>
          <a:bodyPr/>
          <a:lstStyle/>
          <a:p>
            <a:r>
              <a:rPr lang="en-IN" dirty="0"/>
              <a:t>All of the operations should exactly work similar to Use case1</a:t>
            </a:r>
          </a:p>
          <a:p>
            <a:r>
              <a:rPr lang="en-IN" dirty="0"/>
              <a:t>But, Customer data should be fetched from the </a:t>
            </a:r>
            <a:r>
              <a:rPr lang="en-IN" dirty="0" err="1"/>
              <a:t>postgres</a:t>
            </a:r>
            <a:r>
              <a:rPr lang="en-IN" dirty="0"/>
              <a:t> database compared to in-memory</a:t>
            </a:r>
          </a:p>
          <a:p>
            <a:r>
              <a:rPr lang="en-IN" dirty="0"/>
              <a:t>2 tables should be created in the database (</a:t>
            </a:r>
            <a:r>
              <a:rPr lang="en-IN" b="1" dirty="0"/>
              <a:t>Customers</a:t>
            </a:r>
            <a:r>
              <a:rPr lang="en-IN" dirty="0"/>
              <a:t> and </a:t>
            </a:r>
            <a:r>
              <a:rPr lang="en-IN" b="1" dirty="0"/>
              <a:t>Accounts</a:t>
            </a:r>
            <a:r>
              <a:rPr lang="en-IN" dirty="0"/>
              <a:t>)</a:t>
            </a:r>
          </a:p>
          <a:p>
            <a:r>
              <a:rPr lang="en-IN" dirty="0"/>
              <a:t>Accounts table should have a foreign key relationship with the Customers table through (</a:t>
            </a:r>
            <a:r>
              <a:rPr lang="en-IN" b="1" dirty="0" err="1"/>
              <a:t>customer_id</a:t>
            </a:r>
            <a:r>
              <a:rPr lang="en-IN" dirty="0"/>
              <a:t>) as the foreign key as demonstrated in the below diagram</a:t>
            </a:r>
          </a:p>
          <a:p>
            <a:endParaRPr lang="en-IN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D3C6F70-F507-4D5C-8AB6-9936E0386D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6205609"/>
              </p:ext>
            </p:extLst>
          </p:nvPr>
        </p:nvGraphicFramePr>
        <p:xfrm>
          <a:off x="5429249" y="2971800"/>
          <a:ext cx="3048000" cy="2734732"/>
        </p:xfrm>
        <a:graphic>
          <a:graphicData uri="http://schemas.openxmlformats.org/drawingml/2006/table">
            <a:tbl>
              <a:tblPr firstRow="1" bandRow="1">
                <a:tableStyleId>{E269D01E-BC32-4049-B463-5C60D7B0CCD2}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1564213493"/>
                    </a:ext>
                  </a:extLst>
                </a:gridCol>
              </a:tblGrid>
              <a:tr h="390676">
                <a:tc>
                  <a:txBody>
                    <a:bodyPr/>
                    <a:lstStyle/>
                    <a:p>
                      <a:r>
                        <a:rPr lang="en-IN" dirty="0"/>
                        <a:t>Accounts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3116724"/>
                  </a:ext>
                </a:extLst>
              </a:tr>
              <a:tr h="390676">
                <a:tc>
                  <a:txBody>
                    <a:bodyPr/>
                    <a:lstStyle/>
                    <a:p>
                      <a:r>
                        <a:rPr lang="en-IN" dirty="0"/>
                        <a:t>id - number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5129001"/>
                  </a:ext>
                </a:extLst>
              </a:tr>
              <a:tr h="390676">
                <a:tc>
                  <a:txBody>
                    <a:bodyPr/>
                    <a:lstStyle/>
                    <a:p>
                      <a:r>
                        <a:rPr lang="en-IN" dirty="0" err="1"/>
                        <a:t>account_type</a:t>
                      </a:r>
                      <a:r>
                        <a:rPr lang="en-IN" dirty="0"/>
                        <a:t> - number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0141767"/>
                  </a:ext>
                </a:extLst>
              </a:tr>
              <a:tr h="390676">
                <a:tc>
                  <a:txBody>
                    <a:bodyPr/>
                    <a:lstStyle/>
                    <a:p>
                      <a:r>
                        <a:rPr lang="en-IN" dirty="0" err="1"/>
                        <a:t>account_number</a:t>
                      </a:r>
                      <a:r>
                        <a:rPr lang="en-IN" dirty="0"/>
                        <a:t> - string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6258284"/>
                  </a:ext>
                </a:extLst>
              </a:tr>
              <a:tr h="390676">
                <a:tc>
                  <a:txBody>
                    <a:bodyPr/>
                    <a:lstStyle/>
                    <a:p>
                      <a:r>
                        <a:rPr lang="en-IN" dirty="0" err="1"/>
                        <a:t>account_branch</a:t>
                      </a:r>
                      <a:r>
                        <a:rPr lang="en-IN" dirty="0"/>
                        <a:t> - string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2252690"/>
                  </a:ext>
                </a:extLst>
              </a:tr>
              <a:tr h="390676">
                <a:tc>
                  <a:txBody>
                    <a:bodyPr/>
                    <a:lstStyle/>
                    <a:p>
                      <a:r>
                        <a:rPr lang="en-IN" dirty="0" err="1"/>
                        <a:t>account_balance</a:t>
                      </a:r>
                      <a:r>
                        <a:rPr lang="en-IN" dirty="0"/>
                        <a:t> - numeric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5562309"/>
                  </a:ext>
                </a:extLst>
              </a:tr>
              <a:tr h="390676">
                <a:tc>
                  <a:txBody>
                    <a:bodyPr/>
                    <a:lstStyle/>
                    <a:p>
                      <a:r>
                        <a:rPr lang="en-IN" dirty="0" err="1"/>
                        <a:t>customer_id</a:t>
                      </a:r>
                      <a:r>
                        <a:rPr lang="en-IN" dirty="0"/>
                        <a:t> - number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8967863"/>
                  </a:ext>
                </a:extLst>
              </a:tr>
            </a:tbl>
          </a:graphicData>
        </a:graphic>
      </p:graphicFrame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EEE3370-90F2-4164-9591-60CA174E5E76}"/>
              </a:ext>
            </a:extLst>
          </p:cNvPr>
          <p:cNvCxnSpPr>
            <a:cxnSpLocks/>
            <a:endCxn id="5" idx="1"/>
          </p:cNvCxnSpPr>
          <p:nvPr/>
        </p:nvCxnSpPr>
        <p:spPr>
          <a:xfrm flipV="1">
            <a:off x="3702049" y="4339166"/>
            <a:ext cx="1727200" cy="2915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5D11573A-682A-44CC-97E2-76C1D2D15E8C}"/>
              </a:ext>
            </a:extLst>
          </p:cNvPr>
          <p:cNvSpPr txBox="1"/>
          <p:nvPr/>
        </p:nvSpPr>
        <p:spPr>
          <a:xfrm>
            <a:off x="4216158" y="3969834"/>
            <a:ext cx="83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1:N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0A6C3AA-1A8A-90C1-67D6-BCF5F357EB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8597086"/>
              </p:ext>
            </p:extLst>
          </p:nvPr>
        </p:nvGraphicFramePr>
        <p:xfrm>
          <a:off x="930273" y="2685369"/>
          <a:ext cx="2743200" cy="3365893"/>
        </p:xfrm>
        <a:graphic>
          <a:graphicData uri="http://schemas.openxmlformats.org/drawingml/2006/table">
            <a:tbl>
              <a:tblPr firstRow="1" bandRow="1">
                <a:tableStyleId>{18603FDC-E32A-4AB5-989C-0864C3EAD2B8}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561383226"/>
                    </a:ext>
                  </a:extLst>
                </a:gridCol>
              </a:tblGrid>
              <a:tr h="294106">
                <a:tc>
                  <a:txBody>
                    <a:bodyPr/>
                    <a:lstStyle/>
                    <a:p>
                      <a:r>
                        <a:rPr lang="en-IN" dirty="0"/>
                        <a:t>Customer Model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257410"/>
                  </a:ext>
                </a:extLst>
              </a:tr>
              <a:tr h="381438">
                <a:tc>
                  <a:txBody>
                    <a:bodyPr/>
                    <a:lstStyle/>
                    <a:p>
                      <a:r>
                        <a:rPr lang="en-IN" dirty="0"/>
                        <a:t>id - number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7915506"/>
                  </a:ext>
                </a:extLst>
              </a:tr>
              <a:tr h="381438">
                <a:tc>
                  <a:txBody>
                    <a:bodyPr/>
                    <a:lstStyle/>
                    <a:p>
                      <a:r>
                        <a:rPr lang="en-IN" dirty="0" err="1"/>
                        <a:t>firstName</a:t>
                      </a:r>
                      <a:r>
                        <a:rPr lang="en-IN" dirty="0"/>
                        <a:t> - string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9224374"/>
                  </a:ext>
                </a:extLst>
              </a:tr>
              <a:tr h="381438">
                <a:tc>
                  <a:txBody>
                    <a:bodyPr/>
                    <a:lstStyle/>
                    <a:p>
                      <a:r>
                        <a:rPr lang="en-IN" dirty="0" err="1"/>
                        <a:t>lastName</a:t>
                      </a:r>
                      <a:r>
                        <a:rPr lang="en-IN" dirty="0"/>
                        <a:t> - string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1464388"/>
                  </a:ext>
                </a:extLst>
              </a:tr>
              <a:tr h="381438">
                <a:tc>
                  <a:txBody>
                    <a:bodyPr/>
                    <a:lstStyle/>
                    <a:p>
                      <a:r>
                        <a:rPr lang="en-IN" dirty="0"/>
                        <a:t>email - string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3593197"/>
                  </a:ext>
                </a:extLst>
              </a:tr>
              <a:tr h="381438">
                <a:tc>
                  <a:txBody>
                    <a:bodyPr/>
                    <a:lstStyle/>
                    <a:p>
                      <a:r>
                        <a:rPr lang="en-IN" dirty="0"/>
                        <a:t>phone - string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6786266"/>
                  </a:ext>
                </a:extLst>
              </a:tr>
              <a:tr h="381438">
                <a:tc>
                  <a:txBody>
                    <a:bodyPr/>
                    <a:lstStyle/>
                    <a:p>
                      <a:r>
                        <a:rPr lang="en-IN" dirty="0"/>
                        <a:t>active - string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837305"/>
                  </a:ext>
                </a:extLst>
              </a:tr>
              <a:tr h="381438">
                <a:tc>
                  <a:txBody>
                    <a:bodyPr/>
                    <a:lstStyle/>
                    <a:p>
                      <a:r>
                        <a:rPr lang="en-IN" dirty="0"/>
                        <a:t>password – string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2885262"/>
                  </a:ext>
                </a:extLst>
              </a:tr>
              <a:tr h="381438">
                <a:tc>
                  <a:txBody>
                    <a:bodyPr/>
                    <a:lstStyle/>
                    <a:p>
                      <a:r>
                        <a:rPr lang="en-IN" dirty="0"/>
                        <a:t>role - string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93104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61430775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0C1D69-FCBA-4857-8014-A8407941DD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Use case 2 explained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88D6E6-2662-4B4F-A4FD-26DFE2E95D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The system should have 2 entities named </a:t>
            </a:r>
            <a:r>
              <a:rPr lang="en-IN" b="1" dirty="0"/>
              <a:t>Customers </a:t>
            </a:r>
            <a:r>
              <a:rPr lang="en-IN" dirty="0"/>
              <a:t>and </a:t>
            </a:r>
            <a:r>
              <a:rPr lang="en-IN" b="1" dirty="0"/>
              <a:t>Accounts</a:t>
            </a:r>
          </a:p>
          <a:p>
            <a:r>
              <a:rPr lang="en-IN" dirty="0"/>
              <a:t>There should be an one to many association between customers and accounts </a:t>
            </a:r>
            <a:r>
              <a:rPr lang="en-IN" dirty="0" err="1"/>
              <a:t>i.e</a:t>
            </a:r>
            <a:r>
              <a:rPr lang="en-IN" dirty="0"/>
              <a:t> a customer can have multiple accounts</a:t>
            </a:r>
          </a:p>
          <a:p>
            <a:r>
              <a:rPr lang="en-IN" dirty="0"/>
              <a:t>Apart from all the REST </a:t>
            </a:r>
            <a:r>
              <a:rPr lang="en-IN" dirty="0" err="1"/>
              <a:t>apis</a:t>
            </a:r>
            <a:r>
              <a:rPr lang="en-IN" dirty="0"/>
              <a:t> that are supported in the use case 1, there should be a separate API for accounts as well as shown below</a:t>
            </a:r>
          </a:p>
          <a:p>
            <a:r>
              <a:rPr lang="en-IN" dirty="0"/>
              <a:t>Basically the REST client should be able to consume the customer based </a:t>
            </a:r>
            <a:r>
              <a:rPr lang="en-IN" dirty="0" err="1"/>
              <a:t>apis</a:t>
            </a:r>
            <a:r>
              <a:rPr lang="en-IN" dirty="0"/>
              <a:t> as well as the accounts based </a:t>
            </a:r>
            <a:r>
              <a:rPr lang="en-IN" dirty="0" err="1"/>
              <a:t>apis</a:t>
            </a:r>
            <a:endParaRPr lang="en-IN" dirty="0"/>
          </a:p>
          <a:p>
            <a:r>
              <a:rPr lang="en-IN" dirty="0"/>
              <a:t>A customer can have multiple accounts and hence the backend should provide an </a:t>
            </a:r>
            <a:r>
              <a:rPr lang="en-IN" dirty="0" err="1"/>
              <a:t>api</a:t>
            </a:r>
            <a:r>
              <a:rPr lang="en-IN" dirty="0"/>
              <a:t> to retrieve all the accounts of a particular customer</a:t>
            </a:r>
          </a:p>
          <a:p>
            <a:r>
              <a:rPr lang="en-IN" dirty="0"/>
              <a:t>This is demonstrated in the next slide through a diagram</a:t>
            </a:r>
          </a:p>
        </p:txBody>
      </p:sp>
    </p:spTree>
    <p:extLst>
      <p:ext uri="{BB962C8B-B14F-4D97-AF65-F5344CB8AC3E}">
        <p14:creationId xmlns:p14="http://schemas.microsoft.com/office/powerpoint/2010/main" val="2499634143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A7537A-C262-4B16-A99F-6CAB405F45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Use case 2 – Accounts REST API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74C366-1F63-44B0-9BFE-B3216D1864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GET </a:t>
            </a:r>
            <a:r>
              <a:rPr lang="en-IN" b="1" dirty="0"/>
              <a:t>/</a:t>
            </a:r>
            <a:r>
              <a:rPr lang="en-IN" b="1" dirty="0" err="1"/>
              <a:t>api</a:t>
            </a:r>
            <a:r>
              <a:rPr lang="en-IN" b="1" dirty="0"/>
              <a:t>/customers/1/accounts </a:t>
            </a:r>
            <a:r>
              <a:rPr lang="en-IN" dirty="0"/>
              <a:t>– should fetch the list of accounts of the customer with id 1</a:t>
            </a: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B488245-9EA5-41B9-9824-7B10285AE6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828800"/>
            <a:ext cx="5209953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8727842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302C98E-C06F-0732-082B-7A67784795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2781000"/>
            <a:ext cx="8126015" cy="648000"/>
          </a:xfrm>
        </p:spPr>
        <p:txBody>
          <a:bodyPr/>
          <a:lstStyle/>
          <a:p>
            <a:r>
              <a:rPr lang="en-US" dirty="0"/>
              <a:t>Layered Architecture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6040430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045A48-4740-434C-99EF-D4A27235EE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Layered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C23128-641C-49AD-B272-C4BC4CDB98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The modern enterprise applications are layered in a 2-tier or a 3-tire architecture based on the complexity of the application</a:t>
            </a:r>
          </a:p>
          <a:p>
            <a:r>
              <a:rPr lang="en-IN" dirty="0"/>
              <a:t>The most common is the 3-tier architecture as shown below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D4E2DFF-1613-4498-B5C8-F5841E95502E}"/>
              </a:ext>
            </a:extLst>
          </p:cNvPr>
          <p:cNvSpPr/>
          <p:nvPr/>
        </p:nvSpPr>
        <p:spPr>
          <a:xfrm>
            <a:off x="5562600" y="2501572"/>
            <a:ext cx="3276600" cy="91440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 dirty="0">
                <a:latin typeface="Body Level 1"/>
              </a:rPr>
              <a:t>Web Layer (controllers, exception handlers, views etc)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7E62F9F-D3C9-4E48-94F0-AC5922DA5BDD}"/>
              </a:ext>
            </a:extLst>
          </p:cNvPr>
          <p:cNvSpPr/>
          <p:nvPr/>
        </p:nvSpPr>
        <p:spPr>
          <a:xfrm>
            <a:off x="5548744" y="3867932"/>
            <a:ext cx="3290455" cy="9144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 b="1" dirty="0">
              <a:latin typeface="Body Level 1"/>
            </a:endParaRPr>
          </a:p>
          <a:p>
            <a:pPr algn="ctr"/>
            <a:r>
              <a:rPr lang="en-IN" sz="1400" b="1" dirty="0">
                <a:latin typeface="Body Level 1"/>
              </a:rPr>
              <a:t>Service Layer (models the business services)</a:t>
            </a:r>
          </a:p>
          <a:p>
            <a:pPr algn="ctr"/>
            <a:endParaRPr lang="en-I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B886567-48FF-450A-9BB5-5714613EC8B2}"/>
              </a:ext>
            </a:extLst>
          </p:cNvPr>
          <p:cNvSpPr/>
          <p:nvPr/>
        </p:nvSpPr>
        <p:spPr>
          <a:xfrm>
            <a:off x="5548743" y="5203533"/>
            <a:ext cx="3290455" cy="9144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 dirty="0">
                <a:latin typeface="Body Level 1"/>
              </a:rPr>
              <a:t>Repository or Data Access layer</a:t>
            </a:r>
          </a:p>
          <a:p>
            <a:pPr algn="ctr"/>
            <a:r>
              <a:rPr lang="en-IN" sz="1400" b="1" dirty="0">
                <a:latin typeface="Body Level 1"/>
              </a:rPr>
              <a:t>Db related stuffs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13667195-2CD3-447D-BBB9-E489FA65AB2D}"/>
              </a:ext>
            </a:extLst>
          </p:cNvPr>
          <p:cNvSpPr txBox="1">
            <a:spLocks/>
          </p:cNvSpPr>
          <p:nvPr/>
        </p:nvSpPr>
        <p:spPr>
          <a:xfrm>
            <a:off x="519546" y="2533694"/>
            <a:ext cx="3823855" cy="280030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Body Level 1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3"/>
              </a:buClr>
              <a:buSzPct val="100000"/>
              <a:buFont typeface="Wingdings" panose="05000000000000000000" pitchFamily="2" charset="2"/>
              <a:buChar char="§"/>
              <a:defRPr sz="1600" kern="1200" baseline="0">
                <a:solidFill>
                  <a:schemeClr val="tx1"/>
                </a:solidFill>
                <a:latin typeface="Body Level 2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3"/>
              </a:buClr>
              <a:buSzPct val="80000"/>
              <a:buFont typeface="Courier New" panose="02070309020205020404" pitchFamily="49" charset="0"/>
              <a:buChar char="o"/>
              <a:defRPr sz="1500" kern="1200" baseline="0">
                <a:solidFill>
                  <a:schemeClr val="tx1"/>
                </a:solidFill>
                <a:latin typeface="Body Level 3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3"/>
              </a:buClr>
              <a:buSzPct val="60000"/>
              <a:buFont typeface="Wingdings" panose="05000000000000000000" pitchFamily="2" charset="2"/>
              <a:buChar char="q"/>
              <a:defRPr sz="1400" kern="1200" baseline="0">
                <a:solidFill>
                  <a:schemeClr val="tx1"/>
                </a:solidFill>
                <a:latin typeface="Body Level 4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3"/>
              </a:buClr>
              <a:buFont typeface="Arial" panose="020B0604020202020204" pitchFamily="34" charset="0"/>
              <a:buChar char="-"/>
              <a:defRPr sz="1200" kern="1200" baseline="0">
                <a:solidFill>
                  <a:schemeClr val="tx1"/>
                </a:solidFill>
                <a:latin typeface="Body Level 5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  <a:p>
            <a:r>
              <a:rPr lang="en-US" dirty="0"/>
              <a:t>As seen, the most common layers are</a:t>
            </a:r>
          </a:p>
          <a:p>
            <a:pPr lvl="1"/>
            <a:r>
              <a:rPr lang="en-US" sz="1800" dirty="0">
                <a:latin typeface="Body Level 1"/>
              </a:rPr>
              <a:t>Web layer</a:t>
            </a:r>
          </a:p>
          <a:p>
            <a:pPr lvl="1"/>
            <a:r>
              <a:rPr lang="en-US" sz="1800" dirty="0">
                <a:latin typeface="Body Level 1"/>
              </a:rPr>
              <a:t>Service layer</a:t>
            </a:r>
          </a:p>
          <a:p>
            <a:pPr lvl="1"/>
            <a:r>
              <a:rPr lang="en-US" sz="1800" dirty="0">
                <a:latin typeface="Body Level 1"/>
              </a:rPr>
              <a:t>DAO or Repository layer</a:t>
            </a:r>
          </a:p>
        </p:txBody>
      </p:sp>
    </p:spTree>
    <p:extLst>
      <p:ext uri="{BB962C8B-B14F-4D97-AF65-F5344CB8AC3E}">
        <p14:creationId xmlns:p14="http://schemas.microsoft.com/office/powerpoint/2010/main" val="3753276218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150CC-7D45-4DE2-89CF-7FD50C8469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Layered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B20193-BE75-4698-8E8C-5D8ABEFA6E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4091" y="1323000"/>
            <a:ext cx="9259747" cy="5154000"/>
          </a:xfrm>
        </p:spPr>
        <p:txBody>
          <a:bodyPr/>
          <a:lstStyle/>
          <a:p>
            <a:r>
              <a:rPr lang="en-IN" b="1" dirty="0"/>
              <a:t>Web Layer</a:t>
            </a:r>
          </a:p>
          <a:p>
            <a:pPr lvl="1"/>
            <a:r>
              <a:rPr lang="en-US" dirty="0"/>
              <a:t>It is the uppermost layer of a web application</a:t>
            </a:r>
          </a:p>
          <a:p>
            <a:pPr lvl="1"/>
            <a:r>
              <a:rPr lang="en-US" dirty="0"/>
              <a:t>responsible of processing user’s input and returning the correct response back to the user</a:t>
            </a:r>
          </a:p>
          <a:p>
            <a:pPr lvl="1"/>
            <a:r>
              <a:rPr lang="en-US" dirty="0"/>
              <a:t>The web layer must also handle the exceptions thrown by the other layers</a:t>
            </a:r>
          </a:p>
          <a:p>
            <a:pPr lvl="1"/>
            <a:r>
              <a:rPr lang="en-US" dirty="0"/>
              <a:t>it must take care of authentication and act as a first line of defense against unauthorized users</a:t>
            </a:r>
          </a:p>
          <a:p>
            <a:pPr lvl="1"/>
            <a:endParaRPr lang="en-US" dirty="0"/>
          </a:p>
          <a:p>
            <a:r>
              <a:rPr lang="en-IN" b="1" dirty="0"/>
              <a:t>Service Layer</a:t>
            </a:r>
          </a:p>
          <a:p>
            <a:pPr lvl="1"/>
            <a:r>
              <a:rPr lang="en-US" dirty="0"/>
              <a:t>It is the plumbing between the UI and the backend systems</a:t>
            </a:r>
          </a:p>
          <a:p>
            <a:pPr lvl="1"/>
            <a:r>
              <a:rPr lang="en-US" dirty="0"/>
              <a:t>It is in charge of managing the business rules of transforming and translating data between the two layers (Web and DAL)</a:t>
            </a:r>
          </a:p>
          <a:p>
            <a:pPr marL="457200" lvl="1" indent="0">
              <a:buNone/>
            </a:pPr>
            <a:endParaRPr lang="en-US" dirty="0"/>
          </a:p>
          <a:p>
            <a:r>
              <a:rPr lang="en-IN" b="1" dirty="0"/>
              <a:t>DAL(Data access layer) or Repository Layer</a:t>
            </a:r>
          </a:p>
          <a:p>
            <a:pPr lvl="1"/>
            <a:r>
              <a:rPr lang="en-US" dirty="0"/>
              <a:t>It is the lowermost layer of a web application</a:t>
            </a:r>
          </a:p>
          <a:p>
            <a:pPr lvl="1"/>
            <a:r>
              <a:rPr lang="en-US" dirty="0"/>
              <a:t>It is responsible for communicating with the data storage, filesystems </a:t>
            </a:r>
            <a:r>
              <a:rPr lang="en-US" dirty="0" err="1"/>
              <a:t>etc</a:t>
            </a:r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marL="457200" lvl="1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79872593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7635CD-15C2-457A-8268-B6980AA403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Adding a DAL (Data access Layer)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81026D-CD18-419B-A56A-80FADB979A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In the first module, we created POJO classes and also created simple service class</a:t>
            </a:r>
          </a:p>
          <a:p>
            <a:r>
              <a:rPr lang="en-IN" dirty="0"/>
              <a:t>The service class was responsible for creating in-memory objects</a:t>
            </a:r>
          </a:p>
          <a:p>
            <a:r>
              <a:rPr lang="en-IN" dirty="0"/>
              <a:t>But in real world apps, the actual data should come from the database</a:t>
            </a:r>
          </a:p>
          <a:p>
            <a:r>
              <a:rPr lang="en-IN" dirty="0"/>
              <a:t>The Data access layer or the repository layer takes care of interacting with the database and returning that data to the service layer</a:t>
            </a:r>
          </a:p>
          <a:p>
            <a:r>
              <a:rPr lang="en-IN" dirty="0"/>
              <a:t>We are going to use JDBC method of connecting to the database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07631070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C76E1D2-818B-060F-D4B3-954776FD0F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9800" y="3048000"/>
            <a:ext cx="8126015" cy="648000"/>
          </a:xfrm>
        </p:spPr>
        <p:txBody>
          <a:bodyPr/>
          <a:lstStyle/>
          <a:p>
            <a:r>
              <a:rPr lang="en-US" dirty="0"/>
              <a:t>ORM and JPA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93409608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C75102-EEA7-99D6-6BCD-98653C425A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What is ORM?</a:t>
            </a:r>
            <a:endParaRPr lang="en-GB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BEEADE-AAC9-8AAB-B213-ECCCC56ABD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0" i="0" dirty="0">
                <a:solidFill>
                  <a:srgbClr val="000000"/>
                </a:solidFill>
                <a:effectLst/>
                <a:latin typeface="+mj-lt"/>
              </a:rPr>
              <a:t>Object-Relational Mapping (ORM) is the process of converting Java objects to database tables. In other words, this allows us to interact with a relational database without any SQL. </a:t>
            </a:r>
            <a:endParaRPr lang="en-GB" dirty="0">
              <a:latin typeface="+mj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B3FD9B3-4974-649F-ECF0-BA637A52232E}"/>
              </a:ext>
            </a:extLst>
          </p:cNvPr>
          <p:cNvSpPr/>
          <p:nvPr/>
        </p:nvSpPr>
        <p:spPr>
          <a:xfrm>
            <a:off x="914400" y="2739869"/>
            <a:ext cx="1947042" cy="792053"/>
          </a:xfrm>
          <a:prstGeom prst="rect">
            <a:avLst/>
          </a:prstGeom>
          <a:solidFill>
            <a:srgbClr val="009FDA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63" dirty="0">
                <a:solidFill>
                  <a:schemeClr val="bg1"/>
                </a:solidFill>
                <a:latin typeface="+mj-lt"/>
              </a:rPr>
              <a:t>Java</a:t>
            </a:r>
            <a:r>
              <a:rPr lang="en-US" sz="1463" dirty="0">
                <a:latin typeface="+mj-lt"/>
              </a:rPr>
              <a:t> </a:t>
            </a:r>
            <a:r>
              <a:rPr lang="en-US" sz="1463" dirty="0">
                <a:solidFill>
                  <a:schemeClr val="bg1"/>
                </a:solidFill>
                <a:latin typeface="+mj-lt"/>
              </a:rPr>
              <a:t>Entity</a:t>
            </a:r>
            <a:endParaRPr lang="en-GB" sz="1463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11AA1B50-43D3-0E59-1127-23276E91175D}"/>
              </a:ext>
            </a:extLst>
          </p:cNvPr>
          <p:cNvSpPr/>
          <p:nvPr/>
        </p:nvSpPr>
        <p:spPr>
          <a:xfrm>
            <a:off x="4067469" y="2739869"/>
            <a:ext cx="1818947" cy="792053"/>
          </a:xfrm>
          <a:prstGeom prst="ellipse">
            <a:avLst/>
          </a:prstGeom>
          <a:solidFill>
            <a:srgbClr val="69BE28"/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63" dirty="0">
                <a:solidFill>
                  <a:schemeClr val="bg1"/>
                </a:solidFill>
                <a:latin typeface="+mj-lt"/>
              </a:rPr>
              <a:t>ORM Tool</a:t>
            </a:r>
            <a:endParaRPr lang="en-GB" sz="1463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6" name="Cylinder 5">
            <a:extLst>
              <a:ext uri="{FF2B5EF4-FFF2-40B4-BE49-F238E27FC236}">
                <a16:creationId xmlns:a16="http://schemas.microsoft.com/office/drawing/2014/main" id="{06EB8116-954A-3948-958D-2F814671ECCE}"/>
              </a:ext>
            </a:extLst>
          </p:cNvPr>
          <p:cNvSpPr/>
          <p:nvPr/>
        </p:nvSpPr>
        <p:spPr>
          <a:xfrm>
            <a:off x="7308281" y="2543799"/>
            <a:ext cx="818338" cy="1175996"/>
          </a:xfrm>
          <a:prstGeom prst="can">
            <a:avLst/>
          </a:prstGeom>
          <a:solidFill>
            <a:srgbClr val="009FDA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63" dirty="0">
                <a:solidFill>
                  <a:schemeClr val="bg1"/>
                </a:solidFill>
                <a:latin typeface="+mj-lt"/>
              </a:rPr>
              <a:t>RDBMS</a:t>
            </a:r>
            <a:endParaRPr lang="en-GB" sz="1463" dirty="0">
              <a:solidFill>
                <a:schemeClr val="bg1"/>
              </a:solidFill>
              <a:latin typeface="+mj-lt"/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7B40A57-865D-6039-8A6E-B0C6C48B4987}"/>
              </a:ext>
            </a:extLst>
          </p:cNvPr>
          <p:cNvCxnSpPr>
            <a:cxnSpLocks/>
            <a:stCxn id="4" idx="3"/>
            <a:endCxn id="5" idx="2"/>
          </p:cNvCxnSpPr>
          <p:nvPr/>
        </p:nvCxnSpPr>
        <p:spPr>
          <a:xfrm>
            <a:off x="2861441" y="3135895"/>
            <a:ext cx="1206028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B0647F0-5A80-A82A-0121-76A7A8B69764}"/>
              </a:ext>
            </a:extLst>
          </p:cNvPr>
          <p:cNvCxnSpPr>
            <a:cxnSpLocks/>
          </p:cNvCxnSpPr>
          <p:nvPr/>
        </p:nvCxnSpPr>
        <p:spPr>
          <a:xfrm>
            <a:off x="5886416" y="3179661"/>
            <a:ext cx="1421865" cy="2519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C93EDD90-BE76-C43E-7A9E-FC8DEF32AE0A}"/>
              </a:ext>
            </a:extLst>
          </p:cNvPr>
          <p:cNvSpPr txBox="1"/>
          <p:nvPr/>
        </p:nvSpPr>
        <p:spPr>
          <a:xfrm>
            <a:off x="2814434" y="3531922"/>
            <a:ext cx="1391964" cy="5425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63" dirty="0">
                <a:latin typeface="+mj-lt"/>
              </a:rPr>
              <a:t>Convert Entity to SQL</a:t>
            </a:r>
            <a:endParaRPr lang="en-GB" sz="1463" dirty="0">
              <a:latin typeface="+mj-lt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1AA76CA-2E62-7505-F93F-6BE3D90C18BE}"/>
              </a:ext>
            </a:extLst>
          </p:cNvPr>
          <p:cNvSpPr txBox="1"/>
          <p:nvPr/>
        </p:nvSpPr>
        <p:spPr>
          <a:xfrm>
            <a:off x="5450732" y="3599857"/>
            <a:ext cx="1774117" cy="7677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63" dirty="0">
                <a:latin typeface="+mj-lt"/>
              </a:rPr>
              <a:t>Convert SQL Result Set to Java Entity</a:t>
            </a:r>
            <a:endParaRPr lang="en-GB" sz="1463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410098866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CF5BF-11CD-19E3-07AC-97B1483BE9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What is JPA?</a:t>
            </a:r>
            <a:endParaRPr lang="en-GB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67CFA3-EC25-5DD8-6044-1AB55093F0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SzPct val="90000"/>
            </a:pPr>
            <a:r>
              <a:rPr lang="en-US" sz="1950" dirty="0">
                <a:latin typeface="+mj-lt"/>
              </a:rPr>
              <a:t>JPA stands for Java Persistent API. It is an official specification from Java </a:t>
            </a:r>
          </a:p>
          <a:p>
            <a:pPr>
              <a:buSzPct val="90000"/>
            </a:pPr>
            <a:endParaRPr lang="en-US" sz="1950" dirty="0">
              <a:latin typeface="+mj-lt"/>
            </a:endParaRPr>
          </a:p>
          <a:p>
            <a:pPr>
              <a:buSzPct val="90000"/>
            </a:pPr>
            <a:r>
              <a:rPr lang="en-US" sz="1950" dirty="0">
                <a:latin typeface="+mj-lt"/>
              </a:rPr>
              <a:t>That dictates the APIs to be used to persist Entities (Java Objects) in the database. </a:t>
            </a:r>
          </a:p>
          <a:p>
            <a:pPr>
              <a:buSzPct val="90000"/>
            </a:pPr>
            <a:endParaRPr lang="en-US" sz="1950" dirty="0">
              <a:latin typeface="+mj-lt"/>
            </a:endParaRPr>
          </a:p>
          <a:p>
            <a:pPr>
              <a:buSzPct val="90000"/>
            </a:pPr>
            <a:r>
              <a:rPr lang="en-US" sz="1950" dirty="0">
                <a:latin typeface="+mj-lt"/>
              </a:rPr>
              <a:t>This specification is implemented by many ORM Tools</a:t>
            </a:r>
          </a:p>
          <a:p>
            <a:pPr>
              <a:buSzPct val="90000"/>
            </a:pPr>
            <a:endParaRPr lang="en-US" sz="1950" dirty="0">
              <a:latin typeface="+mj-lt"/>
            </a:endParaRPr>
          </a:p>
          <a:p>
            <a:pPr>
              <a:buSzPct val="90000"/>
            </a:pPr>
            <a:r>
              <a:rPr lang="en-US" sz="1950" dirty="0">
                <a:latin typeface="+mj-lt"/>
              </a:rPr>
              <a:t>There are several ORM tools that implement their own API. </a:t>
            </a:r>
          </a:p>
          <a:p>
            <a:pPr>
              <a:buSzPct val="90000"/>
            </a:pPr>
            <a:endParaRPr lang="en-US" sz="1950" dirty="0">
              <a:latin typeface="+mj-lt"/>
            </a:endParaRPr>
          </a:p>
          <a:p>
            <a:pPr>
              <a:buSzPct val="90000"/>
            </a:pPr>
            <a:r>
              <a:rPr lang="en-US" sz="1950" dirty="0">
                <a:latin typeface="+mj-lt"/>
              </a:rPr>
              <a:t>This becomes a portability problem if you want to switch between them for any reason.</a:t>
            </a:r>
          </a:p>
          <a:p>
            <a:pPr>
              <a:buSzPct val="90000"/>
            </a:pPr>
            <a:endParaRPr lang="en-US" sz="1950" dirty="0">
              <a:latin typeface="+mj-lt"/>
            </a:endParaRPr>
          </a:p>
          <a:p>
            <a:pPr>
              <a:buSzPct val="90000"/>
            </a:pPr>
            <a:r>
              <a:rPr lang="en-US" sz="1950" dirty="0">
                <a:latin typeface="+mj-lt"/>
              </a:rPr>
              <a:t>This is where JPA helps you by providing an API layer on top of ORM tools.</a:t>
            </a:r>
          </a:p>
          <a:p>
            <a:endParaRPr lang="en-US" dirty="0">
              <a:solidFill>
                <a:srgbClr val="404040"/>
              </a:solidFill>
              <a:latin typeface="+mj-lt"/>
            </a:endParaRPr>
          </a:p>
          <a:p>
            <a:endParaRPr lang="en-GB" sz="195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540868881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FC3A78-6306-B496-2181-21FCEAB10A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81000"/>
            <a:ext cx="8543925" cy="1077020"/>
          </a:xfrm>
        </p:spPr>
        <p:txBody>
          <a:bodyPr anchor="ctr">
            <a:normAutofit/>
          </a:bodyPr>
          <a:lstStyle/>
          <a:p>
            <a:r>
              <a:rPr lang="en-US" b="1" dirty="0"/>
              <a:t>JPA- Entity Life Cycle Management</a:t>
            </a:r>
            <a:endParaRPr lang="en-GB" b="1" dirty="0"/>
          </a:p>
        </p:txBody>
      </p:sp>
      <p:pic>
        <p:nvPicPr>
          <p:cNvPr id="13" name="Picture 12" descr="A diagram of a process&#10;&#10;Description automatically generated">
            <a:extLst>
              <a:ext uri="{FF2B5EF4-FFF2-40B4-BE49-F238E27FC236}">
                <a16:creationId xmlns:a16="http://schemas.microsoft.com/office/drawing/2014/main" id="{4E4AD9F5-3C78-E3C8-0881-2FCD93B74B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9709" y="1458020"/>
            <a:ext cx="7438905" cy="392422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117255071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99572-49F9-CA28-E598-AD5E39A267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8751" y="626467"/>
            <a:ext cx="7950860" cy="600075"/>
          </a:xfrm>
        </p:spPr>
        <p:txBody>
          <a:bodyPr/>
          <a:lstStyle/>
          <a:p>
            <a:r>
              <a:rPr lang="en-US" b="1" dirty="0"/>
              <a:t>JPA- Entity Life Cycle Management</a:t>
            </a:r>
            <a:endParaRPr lang="en-GB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8B883A-40EF-D612-233F-A8902F3727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3325" y="1371600"/>
            <a:ext cx="7950860" cy="3698521"/>
          </a:xfrm>
        </p:spPr>
        <p:txBody>
          <a:bodyPr/>
          <a:lstStyle/>
          <a:p>
            <a:pPr marL="0" indent="0">
              <a:buNone/>
            </a:pPr>
            <a:r>
              <a:rPr lang="en-GB" b="1" i="0" dirty="0">
                <a:effectLst/>
                <a:latin typeface="+mj-lt"/>
              </a:rPr>
              <a:t>Transient State 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b="0" i="0" dirty="0">
                <a:solidFill>
                  <a:srgbClr val="333333"/>
                </a:solidFill>
                <a:effectLst/>
                <a:latin typeface="+mj-lt"/>
              </a:rPr>
              <a:t>When an entity object is initially created, it’s state is </a:t>
            </a:r>
            <a:r>
              <a:rPr lang="en-US" b="1" i="0" dirty="0">
                <a:solidFill>
                  <a:srgbClr val="333333"/>
                </a:solidFill>
                <a:effectLst/>
                <a:latin typeface="+mj-lt"/>
              </a:rPr>
              <a:t>New or Transient</a:t>
            </a:r>
            <a:r>
              <a:rPr lang="en-US" b="0" i="0" dirty="0">
                <a:solidFill>
                  <a:srgbClr val="333333"/>
                </a:solidFill>
                <a:effectLst/>
                <a:latin typeface="+mj-lt"/>
              </a:rPr>
              <a:t>. In this state, the object is not yet associated with an EntityManager and has no representation in the database.</a:t>
            </a:r>
            <a:endParaRPr lang="en-GB" b="0" i="0" dirty="0">
              <a:solidFill>
                <a:srgbClr val="333333"/>
              </a:solidFill>
              <a:effectLst/>
              <a:latin typeface="+mj-lt"/>
            </a:endParaRPr>
          </a:p>
          <a:p>
            <a:pPr lvl="1"/>
            <a:endParaRPr lang="en-GB" dirty="0">
              <a:solidFill>
                <a:srgbClr val="333333"/>
              </a:solidFill>
              <a:latin typeface="+mj-lt"/>
            </a:endParaRPr>
          </a:p>
          <a:p>
            <a:pPr marL="0" indent="0">
              <a:buNone/>
            </a:pPr>
            <a:r>
              <a:rPr lang="en-GB" b="1" i="0" dirty="0">
                <a:effectLst/>
                <a:latin typeface="+mj-lt"/>
              </a:rPr>
              <a:t>Persistent/Managed State 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b="0" i="0" dirty="0">
                <a:solidFill>
                  <a:srgbClr val="333333"/>
                </a:solidFill>
                <a:effectLst/>
                <a:latin typeface="+mj-lt"/>
              </a:rPr>
              <a:t>An entity object becomes </a:t>
            </a:r>
            <a:r>
              <a:rPr lang="en-US" b="1" i="0" dirty="0">
                <a:solidFill>
                  <a:srgbClr val="333333"/>
                </a:solidFill>
                <a:effectLst/>
                <a:latin typeface="+mj-lt"/>
              </a:rPr>
              <a:t>Managed or Persistent </a:t>
            </a:r>
            <a:r>
              <a:rPr lang="en-US" b="0" i="0" dirty="0">
                <a:solidFill>
                  <a:srgbClr val="333333"/>
                </a:solidFill>
                <a:effectLst/>
                <a:latin typeface="+mj-lt"/>
              </a:rPr>
              <a:t>when it is persisted to the database via an EntityManager’s </a:t>
            </a:r>
            <a:r>
              <a:rPr lang="en-US" b="1" i="1" dirty="0">
                <a:solidFill>
                  <a:srgbClr val="333333"/>
                </a:solidFill>
                <a:effectLst/>
                <a:latin typeface="+mj-lt"/>
              </a:rPr>
              <a:t>persist()</a:t>
            </a:r>
            <a:r>
              <a:rPr lang="en-US" b="0" i="0" dirty="0">
                <a:solidFill>
                  <a:srgbClr val="333333"/>
                </a:solidFill>
                <a:effectLst/>
                <a:latin typeface="+mj-lt"/>
              </a:rPr>
              <a:t> method, which must be invoked within an active transaction.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en-US" b="0" i="0" dirty="0">
              <a:solidFill>
                <a:srgbClr val="333333"/>
              </a:solidFill>
              <a:effectLst/>
              <a:latin typeface="+mj-lt"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en-US" b="0" i="0" dirty="0">
                <a:solidFill>
                  <a:srgbClr val="333333"/>
                </a:solidFill>
                <a:effectLst/>
                <a:latin typeface="+mj-lt"/>
              </a:rPr>
              <a:t>If we are changing persistent State object values those are synchronized automatically with the database while committing the transaction.</a:t>
            </a:r>
          </a:p>
        </p:txBody>
      </p:sp>
    </p:spTree>
    <p:extLst>
      <p:ext uri="{BB962C8B-B14F-4D97-AF65-F5344CB8AC3E}">
        <p14:creationId xmlns:p14="http://schemas.microsoft.com/office/powerpoint/2010/main" val="769044467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A0D73E-5741-B1AA-9FF1-9D0BE7FFC7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8751" y="427830"/>
            <a:ext cx="7950860" cy="600075"/>
          </a:xfrm>
        </p:spPr>
        <p:txBody>
          <a:bodyPr/>
          <a:lstStyle/>
          <a:p>
            <a:r>
              <a:rPr lang="en-US" b="1" dirty="0"/>
              <a:t>JPA- Entity Life Cycle Management</a:t>
            </a:r>
            <a:endParaRPr lang="en-GB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146108-3A20-79C7-A36D-0475FB6865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914400"/>
            <a:ext cx="8543925" cy="3535462"/>
          </a:xfrm>
        </p:spPr>
        <p:txBody>
          <a:bodyPr/>
          <a:lstStyle/>
          <a:p>
            <a:pPr marL="0" indent="0">
              <a:buNone/>
            </a:pPr>
            <a:r>
              <a:rPr lang="en-GB" b="1" i="0" dirty="0">
                <a:effectLst/>
                <a:latin typeface="+mj-lt"/>
              </a:rPr>
              <a:t>Detached State 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b="0" i="0" dirty="0">
                <a:solidFill>
                  <a:srgbClr val="333333"/>
                </a:solidFill>
                <a:effectLst/>
                <a:latin typeface="+mj-lt"/>
              </a:rPr>
              <a:t>The state, </a:t>
            </a:r>
            <a:r>
              <a:rPr lang="en-US" b="1" i="0" dirty="0">
                <a:solidFill>
                  <a:srgbClr val="333333"/>
                </a:solidFill>
                <a:effectLst/>
                <a:latin typeface="+mj-lt"/>
              </a:rPr>
              <a:t>Detached</a:t>
            </a:r>
            <a:r>
              <a:rPr lang="en-US" b="0" i="0" dirty="0">
                <a:solidFill>
                  <a:srgbClr val="333333"/>
                </a:solidFill>
                <a:effectLst/>
                <a:latin typeface="+mj-lt"/>
              </a:rPr>
              <a:t>, represents entity objects that have been disconnected from the EntityManager. 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en-US" b="0" i="0" dirty="0">
              <a:solidFill>
                <a:srgbClr val="333333"/>
              </a:solidFill>
              <a:effectLst/>
              <a:latin typeface="+mj-lt"/>
            </a:endParaRPr>
          </a:p>
          <a:p>
            <a:pPr marL="0" indent="0">
              <a:buNone/>
            </a:pPr>
            <a:r>
              <a:rPr lang="en-GB" b="1" i="0" dirty="0">
                <a:effectLst/>
                <a:latin typeface="+mj-lt"/>
              </a:rPr>
              <a:t>Removed State 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b="0" i="0" dirty="0">
                <a:solidFill>
                  <a:srgbClr val="333333"/>
                </a:solidFill>
                <a:effectLst/>
                <a:latin typeface="+mj-lt"/>
              </a:rPr>
              <a:t>A persistent state entity object can also be marked for deletion, by using the 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+mj-lt"/>
              </a:rPr>
              <a:t>EntityManger’s</a:t>
            </a:r>
            <a:r>
              <a:rPr lang="en-US" b="0" i="0" dirty="0">
                <a:solidFill>
                  <a:srgbClr val="333333"/>
                </a:solidFill>
                <a:effectLst/>
                <a:latin typeface="+mj-lt"/>
              </a:rPr>
              <a:t> remove() with in an active transaction</a:t>
            </a:r>
            <a:r>
              <a:rPr lang="en-GB" dirty="0">
                <a:solidFill>
                  <a:srgbClr val="3778E8"/>
                </a:solidFill>
                <a:latin typeface="+mj-lt"/>
              </a:rPr>
              <a:t>.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en-GB" dirty="0">
              <a:solidFill>
                <a:srgbClr val="3778E8"/>
              </a:solidFill>
              <a:latin typeface="+mj-lt"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en-US" b="0" i="0" dirty="0">
                <a:solidFill>
                  <a:srgbClr val="333333"/>
                </a:solidFill>
                <a:effectLst/>
                <a:latin typeface="+mj-lt"/>
              </a:rPr>
              <a:t>Then entity object changes its state from </a:t>
            </a:r>
            <a:r>
              <a:rPr lang="en-US" b="1" i="0" dirty="0">
                <a:solidFill>
                  <a:srgbClr val="333333"/>
                </a:solidFill>
                <a:effectLst/>
                <a:latin typeface="+mj-lt"/>
              </a:rPr>
              <a:t>Managed </a:t>
            </a:r>
            <a:r>
              <a:rPr lang="en-US" b="0" i="0" dirty="0">
                <a:solidFill>
                  <a:srgbClr val="333333"/>
                </a:solidFill>
                <a:effectLst/>
                <a:latin typeface="+mj-lt"/>
              </a:rPr>
              <a:t>to </a:t>
            </a:r>
            <a:r>
              <a:rPr lang="en-US" b="1" i="0" dirty="0">
                <a:solidFill>
                  <a:srgbClr val="333333"/>
                </a:solidFill>
                <a:effectLst/>
                <a:latin typeface="+mj-lt"/>
              </a:rPr>
              <a:t>Removed, </a:t>
            </a:r>
            <a:r>
              <a:rPr lang="en-US" b="0" i="0" dirty="0">
                <a:solidFill>
                  <a:srgbClr val="333333"/>
                </a:solidFill>
                <a:effectLst/>
                <a:latin typeface="+mj-lt"/>
              </a:rPr>
              <a:t>and physically deleted from the database during commit. </a:t>
            </a:r>
            <a:endParaRPr lang="en-GB" b="0" i="0" dirty="0">
              <a:solidFill>
                <a:srgbClr val="3778E8"/>
              </a:solidFill>
              <a:effectLst/>
              <a:latin typeface="+mj-lt"/>
            </a:endParaRPr>
          </a:p>
          <a:p>
            <a:endParaRPr lang="en-GB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039730494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11645A-CAAC-C649-8C3A-623F2657A5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7678" y="429353"/>
            <a:ext cx="9259747" cy="702000"/>
          </a:xfrm>
        </p:spPr>
        <p:txBody>
          <a:bodyPr>
            <a:normAutofit/>
          </a:bodyPr>
          <a:lstStyle/>
          <a:p>
            <a:r>
              <a:rPr lang="en-GB" b="1" i="0" dirty="0">
                <a:effectLst/>
              </a:rPr>
              <a:t>What is Persistence Context? </a:t>
            </a:r>
            <a:br>
              <a:rPr lang="en-GB" b="0" i="0" dirty="0">
                <a:solidFill>
                  <a:srgbClr val="3778E8"/>
                </a:solidFill>
                <a:effectLst/>
              </a:rPr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07F70B-9A56-B310-A3EB-3B5AB2E709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4397" y="1131353"/>
            <a:ext cx="8543925" cy="3535462"/>
          </a:xfrm>
        </p:spPr>
        <p:txBody>
          <a:bodyPr>
            <a:normAutofit/>
          </a:bodyPr>
          <a:lstStyle/>
          <a:p>
            <a:pPr algn="l">
              <a:buFont typeface="Wingdings" panose="05000000000000000000" pitchFamily="2" charset="2"/>
              <a:buChar char="Ø"/>
            </a:pPr>
            <a:r>
              <a:rPr lang="en-US" sz="1950" dirty="0">
                <a:solidFill>
                  <a:srgbClr val="333333"/>
                </a:solidFill>
                <a:latin typeface="+mj-lt"/>
              </a:rPr>
              <a:t>The persistence context is the collection of all persistent (managed) objects of an EntityManager. </a:t>
            </a:r>
          </a:p>
          <a:p>
            <a:pPr algn="l">
              <a:buFont typeface="Wingdings" panose="05000000000000000000" pitchFamily="2" charset="2"/>
              <a:buChar char="Ø"/>
            </a:pPr>
            <a:endParaRPr lang="en-US" sz="1950" dirty="0">
              <a:solidFill>
                <a:srgbClr val="333333"/>
              </a:solidFill>
              <a:latin typeface="+mj-lt"/>
            </a:endParaRPr>
          </a:p>
          <a:p>
            <a:pPr algn="l">
              <a:buFont typeface="Wingdings" panose="05000000000000000000" pitchFamily="2" charset="2"/>
              <a:buChar char="Ø"/>
            </a:pPr>
            <a:r>
              <a:rPr lang="en-US" sz="1950" dirty="0">
                <a:solidFill>
                  <a:srgbClr val="333333"/>
                </a:solidFill>
                <a:latin typeface="+mj-lt"/>
              </a:rPr>
              <a:t>If we try to retrieve an entity, if the entity is existed in persistence context, then managed entity object returned from persistence context without accessing the database. </a:t>
            </a:r>
          </a:p>
          <a:p>
            <a:pPr algn="l">
              <a:buFont typeface="Wingdings" panose="05000000000000000000" pitchFamily="2" charset="2"/>
              <a:buChar char="Ø"/>
            </a:pPr>
            <a:endParaRPr lang="en-US" sz="1950" dirty="0">
              <a:solidFill>
                <a:srgbClr val="333333"/>
              </a:solidFill>
              <a:latin typeface="+mj-lt"/>
            </a:endParaRPr>
          </a:p>
          <a:p>
            <a:pPr algn="l">
              <a:buFont typeface="Wingdings" panose="05000000000000000000" pitchFamily="2" charset="2"/>
              <a:buChar char="Ø"/>
            </a:pPr>
            <a:r>
              <a:rPr lang="en-US" sz="1950" dirty="0">
                <a:solidFill>
                  <a:srgbClr val="333333"/>
                </a:solidFill>
                <a:latin typeface="+mj-lt"/>
              </a:rPr>
              <a:t>The main role of the persistence context is to make sure that a database entity object is represented by no more than one in-memory entity object within the same EntityManager. </a:t>
            </a:r>
          </a:p>
          <a:p>
            <a:pPr algn="l">
              <a:buFont typeface="Wingdings" panose="05000000000000000000" pitchFamily="2" charset="2"/>
              <a:buChar char="Ø"/>
            </a:pPr>
            <a:endParaRPr lang="en-US" sz="1950" dirty="0">
              <a:solidFill>
                <a:srgbClr val="333333"/>
              </a:solidFill>
              <a:latin typeface="+mj-lt"/>
            </a:endParaRPr>
          </a:p>
          <a:p>
            <a:pPr algn="l">
              <a:buFont typeface="Wingdings" panose="05000000000000000000" pitchFamily="2" charset="2"/>
              <a:buChar char="Ø"/>
            </a:pPr>
            <a:r>
              <a:rPr lang="en-US" sz="1950" dirty="0">
                <a:solidFill>
                  <a:srgbClr val="333333"/>
                </a:solidFill>
                <a:latin typeface="+mj-lt"/>
              </a:rPr>
              <a:t>Every EntityManager manages it’s own persistence context. </a:t>
            </a:r>
          </a:p>
          <a:p>
            <a:pPr algn="l">
              <a:buFont typeface="Wingdings" panose="05000000000000000000" pitchFamily="2" charset="2"/>
              <a:buChar char="Ø"/>
            </a:pPr>
            <a:endParaRPr lang="en-US" sz="1950" dirty="0">
              <a:solidFill>
                <a:srgbClr val="333333"/>
              </a:solidFill>
              <a:latin typeface="+mj-lt"/>
            </a:endParaRPr>
          </a:p>
          <a:p>
            <a:pPr algn="l">
              <a:buFont typeface="Wingdings" panose="05000000000000000000" pitchFamily="2" charset="2"/>
              <a:buChar char="Ø"/>
            </a:pPr>
            <a:r>
              <a:rPr lang="en-US" sz="1950" dirty="0">
                <a:solidFill>
                  <a:srgbClr val="333333"/>
                </a:solidFill>
                <a:latin typeface="+mj-lt"/>
              </a:rPr>
              <a:t>Persistence context act as a local cache for a given EntityManager. </a:t>
            </a:r>
          </a:p>
          <a:p>
            <a:endParaRPr lang="en-GB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23167538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A2C2437-111C-D894-B58A-1185D9B21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0" y="2809575"/>
            <a:ext cx="8126015" cy="648000"/>
          </a:xfrm>
        </p:spPr>
        <p:txBody>
          <a:bodyPr/>
          <a:lstStyle/>
          <a:p>
            <a:r>
              <a:rPr lang="en-US" dirty="0"/>
              <a:t>Spring Data JPA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81483486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43A75A-AD8C-2642-D7D0-62FE751F2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What is Spring Data JPA?</a:t>
            </a:r>
            <a:endParaRPr lang="en-GB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AE1B99-689A-71D9-904B-99ED3E119C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rgbClr val="202124"/>
                </a:solidFill>
                <a:latin typeface="+mj-lt"/>
              </a:rPr>
              <a:t> Spring Data JPA </a:t>
            </a:r>
            <a:r>
              <a:rPr lang="en-US" sz="1800" dirty="0">
                <a:solidFill>
                  <a:srgbClr val="040C28"/>
                </a:solidFill>
                <a:latin typeface="+mj-lt"/>
              </a:rPr>
              <a:t>focuses on using JPA to store and manage data in a relational database</a:t>
            </a:r>
            <a:r>
              <a:rPr lang="en-US" sz="1800" dirty="0">
                <a:solidFill>
                  <a:srgbClr val="202124"/>
                </a:solidFill>
                <a:latin typeface="+mj-lt"/>
              </a:rPr>
              <a:t>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1800" dirty="0">
              <a:solidFill>
                <a:srgbClr val="000000"/>
              </a:solidFill>
              <a:latin typeface="+mj-lt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rgbClr val="000000"/>
                </a:solidFill>
                <a:latin typeface="+mj-lt"/>
              </a:rPr>
              <a:t> To perform simple operation needs to write too much boilerplate code to execute simple queries.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1800" dirty="0">
              <a:solidFill>
                <a:srgbClr val="000000"/>
              </a:solidFill>
              <a:latin typeface="+mj-lt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rgbClr val="000000"/>
                </a:solidFill>
                <a:latin typeface="+mj-lt"/>
              </a:rPr>
              <a:t> Spring Data JPA aims to significantly improve the implementation of data access layers by reducing the effort to the amount that’s needed.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1800" dirty="0">
              <a:solidFill>
                <a:srgbClr val="000000"/>
              </a:solidFill>
              <a:latin typeface="+mj-lt"/>
            </a:endParaRPr>
          </a:p>
          <a:p>
            <a:pPr algn="l"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rgbClr val="000000"/>
                </a:solidFill>
                <a:latin typeface="+mj-lt"/>
              </a:rPr>
              <a:t> As a developer you write your repository interfaces, including custom finder methods, and Spring will provide the implementation automatically.</a:t>
            </a:r>
            <a:endParaRPr lang="en-GB" sz="1800" dirty="0">
              <a:latin typeface="+mj-lt"/>
            </a:endParaRPr>
          </a:p>
          <a:p>
            <a:endParaRPr lang="en-GB" sz="18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074037766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8FB6AD-E2DD-CFA4-D038-6185F262BA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89694"/>
            <a:ext cx="8543925" cy="1077020"/>
          </a:xfrm>
        </p:spPr>
        <p:txBody>
          <a:bodyPr/>
          <a:lstStyle/>
          <a:p>
            <a:r>
              <a:rPr lang="en-US" b="1" dirty="0"/>
              <a:t>Spring Data JPA</a:t>
            </a:r>
            <a:endParaRPr lang="en-GB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026A0C-B292-02C1-C4AA-A0A2E77EF4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1259" y="1784671"/>
            <a:ext cx="8543925" cy="4298027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1950" dirty="0">
              <a:solidFill>
                <a:srgbClr val="000000"/>
              </a:solidFill>
            </a:endParaRPr>
          </a:p>
          <a:p>
            <a:pPr marL="0" indent="0">
              <a:buNone/>
            </a:pPr>
            <a:br>
              <a:rPr lang="en-US" dirty="0"/>
            </a:br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5402CAF-B4FF-882F-8424-3D004A614E86}"/>
              </a:ext>
            </a:extLst>
          </p:cNvPr>
          <p:cNvSpPr/>
          <p:nvPr/>
        </p:nvSpPr>
        <p:spPr>
          <a:xfrm>
            <a:off x="3048000" y="3915124"/>
            <a:ext cx="2536277" cy="444062"/>
          </a:xfrm>
          <a:prstGeom prst="rect">
            <a:avLst/>
          </a:prstGeom>
          <a:solidFill>
            <a:srgbClr val="009FDA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63" dirty="0">
                <a:solidFill>
                  <a:schemeClr val="bg1"/>
                </a:solidFill>
                <a:latin typeface="Garamond" panose="02020404030301010803" pitchFamily="18" charset="0"/>
              </a:rPr>
              <a:t>JDBC</a:t>
            </a:r>
            <a:endParaRPr lang="en-GB" sz="1463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6" name="Cylinder 5">
            <a:extLst>
              <a:ext uri="{FF2B5EF4-FFF2-40B4-BE49-F238E27FC236}">
                <a16:creationId xmlns:a16="http://schemas.microsoft.com/office/drawing/2014/main" id="{9B5E773D-3B13-E1FF-8D5A-3323A15BA211}"/>
              </a:ext>
            </a:extLst>
          </p:cNvPr>
          <p:cNvSpPr/>
          <p:nvPr/>
        </p:nvSpPr>
        <p:spPr>
          <a:xfrm>
            <a:off x="3808028" y="4760950"/>
            <a:ext cx="1016219" cy="760029"/>
          </a:xfrm>
          <a:prstGeom prst="can">
            <a:avLst/>
          </a:prstGeom>
          <a:solidFill>
            <a:srgbClr val="69BE28"/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63" dirty="0">
                <a:solidFill>
                  <a:schemeClr val="bg1"/>
                </a:solidFill>
                <a:latin typeface="Garamond" panose="02020404030301010803" pitchFamily="18" charset="0"/>
              </a:rPr>
              <a:t>RDBMS</a:t>
            </a:r>
            <a:endParaRPr lang="en-GB" sz="1463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7A05688-E44D-08CA-A0F8-BFF1DDA960DF}"/>
              </a:ext>
            </a:extLst>
          </p:cNvPr>
          <p:cNvSpPr/>
          <p:nvPr/>
        </p:nvSpPr>
        <p:spPr>
          <a:xfrm>
            <a:off x="3048000" y="3471819"/>
            <a:ext cx="2536277" cy="444062"/>
          </a:xfrm>
          <a:prstGeom prst="rect">
            <a:avLst/>
          </a:prstGeom>
          <a:solidFill>
            <a:srgbClr val="009FDA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63" dirty="0">
                <a:solidFill>
                  <a:schemeClr val="bg1"/>
                </a:solidFill>
                <a:latin typeface="Garamond" panose="02020404030301010803" pitchFamily="18" charset="0"/>
              </a:rPr>
              <a:t>JPA(Java Persistence API)</a:t>
            </a:r>
            <a:endParaRPr lang="en-GB" sz="1463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89A7097-F12E-BC7D-D750-145C9B9591E9}"/>
              </a:ext>
            </a:extLst>
          </p:cNvPr>
          <p:cNvSpPr/>
          <p:nvPr/>
        </p:nvSpPr>
        <p:spPr>
          <a:xfrm>
            <a:off x="3048000" y="3038698"/>
            <a:ext cx="2536277" cy="444062"/>
          </a:xfrm>
          <a:prstGeom prst="rect">
            <a:avLst/>
          </a:prstGeom>
          <a:solidFill>
            <a:srgbClr val="009FDA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63" dirty="0">
                <a:solidFill>
                  <a:schemeClr val="bg1"/>
                </a:solidFill>
                <a:latin typeface="Garamond" panose="02020404030301010803" pitchFamily="18" charset="0"/>
              </a:rPr>
              <a:t>Hibernate,EclipseLink,MyBatis</a:t>
            </a:r>
            <a:endParaRPr lang="en-GB" sz="1463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5142840-40D7-FE2B-90A4-6B123DE28ADF}"/>
              </a:ext>
            </a:extLst>
          </p:cNvPr>
          <p:cNvSpPr/>
          <p:nvPr/>
        </p:nvSpPr>
        <p:spPr>
          <a:xfrm>
            <a:off x="3048000" y="2606335"/>
            <a:ext cx="2536277" cy="444062"/>
          </a:xfrm>
          <a:prstGeom prst="rect">
            <a:avLst/>
          </a:prstGeom>
          <a:solidFill>
            <a:srgbClr val="009FDA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63" dirty="0">
                <a:solidFill>
                  <a:schemeClr val="bg1"/>
                </a:solidFill>
                <a:latin typeface="Garamond" panose="02020404030301010803" pitchFamily="18" charset="0"/>
              </a:rPr>
              <a:t>Spring Data JPA</a:t>
            </a:r>
            <a:endParaRPr lang="en-GB" sz="1463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89679B8-2C27-7AB9-3F93-88D9471968CC}"/>
              </a:ext>
            </a:extLst>
          </p:cNvPr>
          <p:cNvCxnSpPr>
            <a:stCxn id="5" idx="2"/>
            <a:endCxn id="6" idx="1"/>
          </p:cNvCxnSpPr>
          <p:nvPr/>
        </p:nvCxnSpPr>
        <p:spPr>
          <a:xfrm flipH="1">
            <a:off x="4316138" y="4359186"/>
            <a:ext cx="1" cy="40176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66871A1-B6B3-077A-00E2-10F73C9F9D04}"/>
              </a:ext>
            </a:extLst>
          </p:cNvPr>
          <p:cNvCxnSpPr>
            <a:cxnSpLocks/>
          </p:cNvCxnSpPr>
          <p:nvPr/>
        </p:nvCxnSpPr>
        <p:spPr>
          <a:xfrm>
            <a:off x="3562220" y="2158304"/>
            <a:ext cx="0" cy="47888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CCBF153-7D39-7701-9E77-4334C3856764}"/>
              </a:ext>
            </a:extLst>
          </p:cNvPr>
          <p:cNvCxnSpPr>
            <a:cxnSpLocks/>
          </p:cNvCxnSpPr>
          <p:nvPr/>
        </p:nvCxnSpPr>
        <p:spPr>
          <a:xfrm>
            <a:off x="5084597" y="2158304"/>
            <a:ext cx="0" cy="47888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1B20E8CE-1FE6-0A15-924F-65E0FACB5B86}"/>
              </a:ext>
            </a:extLst>
          </p:cNvPr>
          <p:cNvSpPr/>
          <p:nvPr/>
        </p:nvSpPr>
        <p:spPr>
          <a:xfrm>
            <a:off x="3048000" y="1638139"/>
            <a:ext cx="2536277" cy="558611"/>
          </a:xfrm>
          <a:prstGeom prst="roundRect">
            <a:avLst/>
          </a:prstGeom>
          <a:solidFill>
            <a:srgbClr val="009FDA"/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63" dirty="0">
                <a:solidFill>
                  <a:schemeClr val="bg1"/>
                </a:solidFill>
                <a:latin typeface="Garamond" panose="02020404030301010803" pitchFamily="18" charset="0"/>
              </a:rPr>
              <a:t>Java Program</a:t>
            </a:r>
            <a:endParaRPr lang="en-GB" sz="1463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74BDF66-AF21-C2D9-363E-9F17A23374D6}"/>
              </a:ext>
            </a:extLst>
          </p:cNvPr>
          <p:cNvSpPr/>
          <p:nvPr/>
        </p:nvSpPr>
        <p:spPr>
          <a:xfrm>
            <a:off x="3060322" y="3918827"/>
            <a:ext cx="2536277" cy="444062"/>
          </a:xfrm>
          <a:prstGeom prst="rect">
            <a:avLst/>
          </a:prstGeom>
          <a:solidFill>
            <a:srgbClr val="009FDA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63" dirty="0">
                <a:solidFill>
                  <a:schemeClr val="bg1"/>
                </a:solidFill>
                <a:latin typeface="Garamond" panose="02020404030301010803" pitchFamily="18" charset="0"/>
              </a:rPr>
              <a:t>JDBC</a:t>
            </a:r>
            <a:endParaRPr lang="en-GB" sz="1463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13" name="Cylinder 12">
            <a:extLst>
              <a:ext uri="{FF2B5EF4-FFF2-40B4-BE49-F238E27FC236}">
                <a16:creationId xmlns:a16="http://schemas.microsoft.com/office/drawing/2014/main" id="{710B11A3-F497-1EBF-6332-87B4B42416E4}"/>
              </a:ext>
            </a:extLst>
          </p:cNvPr>
          <p:cNvSpPr/>
          <p:nvPr/>
        </p:nvSpPr>
        <p:spPr>
          <a:xfrm>
            <a:off x="3820350" y="4764652"/>
            <a:ext cx="1016219" cy="760029"/>
          </a:xfrm>
          <a:prstGeom prst="can">
            <a:avLst/>
          </a:prstGeom>
          <a:solidFill>
            <a:srgbClr val="69BE28"/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63" dirty="0">
                <a:solidFill>
                  <a:schemeClr val="bg1"/>
                </a:solidFill>
                <a:latin typeface="Garamond" panose="02020404030301010803" pitchFamily="18" charset="0"/>
              </a:rPr>
              <a:t>RDBMS</a:t>
            </a:r>
            <a:endParaRPr lang="en-GB" sz="1463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271017A-9A16-D8A4-D93E-E661168D3617}"/>
              </a:ext>
            </a:extLst>
          </p:cNvPr>
          <p:cNvSpPr/>
          <p:nvPr/>
        </p:nvSpPr>
        <p:spPr>
          <a:xfrm>
            <a:off x="3060322" y="3475521"/>
            <a:ext cx="2536277" cy="444062"/>
          </a:xfrm>
          <a:prstGeom prst="rect">
            <a:avLst/>
          </a:prstGeom>
          <a:solidFill>
            <a:srgbClr val="009FDA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63" dirty="0">
                <a:solidFill>
                  <a:schemeClr val="bg1"/>
                </a:solidFill>
                <a:latin typeface="Garamond" panose="02020404030301010803" pitchFamily="18" charset="0"/>
              </a:rPr>
              <a:t>JPA(Java Persistence API)</a:t>
            </a:r>
            <a:endParaRPr lang="en-GB" sz="1463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BC0A931-7F3B-1E54-9F3B-ECF4636C5949}"/>
              </a:ext>
            </a:extLst>
          </p:cNvPr>
          <p:cNvSpPr/>
          <p:nvPr/>
        </p:nvSpPr>
        <p:spPr>
          <a:xfrm>
            <a:off x="3060322" y="3042401"/>
            <a:ext cx="2536277" cy="444062"/>
          </a:xfrm>
          <a:prstGeom prst="rect">
            <a:avLst/>
          </a:prstGeom>
          <a:solidFill>
            <a:srgbClr val="009FDA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63" dirty="0">
                <a:solidFill>
                  <a:schemeClr val="bg1"/>
                </a:solidFill>
                <a:latin typeface="Garamond" panose="02020404030301010803" pitchFamily="18" charset="0"/>
              </a:rPr>
              <a:t>Hibernate,EclipseLink,MyBatis</a:t>
            </a:r>
            <a:endParaRPr lang="en-GB" sz="1463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22D43F1-54AB-DC77-DBDB-B065D6B71529}"/>
              </a:ext>
            </a:extLst>
          </p:cNvPr>
          <p:cNvSpPr/>
          <p:nvPr/>
        </p:nvSpPr>
        <p:spPr>
          <a:xfrm>
            <a:off x="3060322" y="2610037"/>
            <a:ext cx="2536277" cy="444062"/>
          </a:xfrm>
          <a:prstGeom prst="rect">
            <a:avLst/>
          </a:prstGeom>
          <a:solidFill>
            <a:srgbClr val="009FDA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63" dirty="0">
                <a:solidFill>
                  <a:schemeClr val="bg1"/>
                </a:solidFill>
                <a:latin typeface="Garamond" panose="02020404030301010803" pitchFamily="18" charset="0"/>
              </a:rPr>
              <a:t>Spring Data JPA</a:t>
            </a:r>
            <a:endParaRPr lang="en-GB" sz="1463" dirty="0">
              <a:solidFill>
                <a:schemeClr val="bg1"/>
              </a:solidFill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5783532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D49D7-53A2-450A-9C2D-08FE162CB8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JPA Dependency using Maven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5CCD99-1B40-41BF-B874-DFF6439A85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spring-boot-starter-data-</a:t>
            </a:r>
            <a:r>
              <a:rPr lang="en-US" b="1" dirty="0" err="1"/>
              <a:t>jpa</a:t>
            </a:r>
            <a:r>
              <a:rPr lang="en-US" dirty="0"/>
              <a:t> spring boot starters</a:t>
            </a:r>
          </a:p>
          <a:p>
            <a:r>
              <a:rPr lang="en-US" dirty="0"/>
              <a:t>We can use the either of the following maven dependencies</a:t>
            </a:r>
            <a:endParaRPr lang="en-IN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90947F9-4874-1537-9085-428C595C7A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2362200"/>
            <a:ext cx="6724650" cy="2352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22447867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726BD-85B3-4150-98DB-236C6DEC12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126" y="615453"/>
            <a:ext cx="9259747" cy="553890"/>
          </a:xfrm>
        </p:spPr>
        <p:txBody>
          <a:bodyPr>
            <a:normAutofit fontScale="90000"/>
          </a:bodyPr>
          <a:lstStyle/>
          <a:p>
            <a:r>
              <a:rPr lang="en-US" dirty="0"/>
              <a:t>Entity of Customer and Repository</a:t>
            </a:r>
            <a:br>
              <a:rPr lang="en-US" dirty="0"/>
            </a:br>
            <a:endParaRPr lang="en-IN" dirty="0"/>
          </a:p>
        </p:txBody>
      </p:sp>
      <p:pic>
        <p:nvPicPr>
          <p:cNvPr id="8196" name="Picture 4">
            <a:extLst>
              <a:ext uri="{FF2B5EF4-FFF2-40B4-BE49-F238E27FC236}">
                <a16:creationId xmlns:a16="http://schemas.microsoft.com/office/drawing/2014/main" id="{E9865304-F396-78E9-7DBC-94528AAB75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999" y="5021038"/>
            <a:ext cx="8585849" cy="11880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868910E-BEE6-01AE-DA8D-C1750D5B67E4}"/>
              </a:ext>
            </a:extLst>
          </p:cNvPr>
          <p:cNvSpPr txBox="1"/>
          <p:nvPr/>
        </p:nvSpPr>
        <p:spPr>
          <a:xfrm>
            <a:off x="609600" y="4651705"/>
            <a:ext cx="4953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Customer Repository</a:t>
            </a:r>
            <a:endParaRPr lang="en-GB" dirty="0"/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EAA832AB-09CE-59B7-0DA0-E5EDF995B0FF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533400" y="999254"/>
            <a:ext cx="8486775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The Customer class is annotated with @Entity, indicating that it is a JPA entity..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The Customer object’s id property is annotated with @Id so that JPA recognizes it as the object’s ID/primary key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6609EB7-C11B-FC53-85AE-E85252B2DB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9325" y="1623538"/>
            <a:ext cx="3314700" cy="2828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5207578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EE1DC9-6638-46F8-8754-362FA9196F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Datasource</a:t>
            </a:r>
            <a:r>
              <a:rPr lang="en-IN" dirty="0"/>
              <a:t> and connection properties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539A97-C1D6-4173-A915-DE8FAEA4E5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DataSource</a:t>
            </a:r>
            <a:r>
              <a:rPr lang="en-US" dirty="0"/>
              <a:t> and Connection Pool are configured in </a:t>
            </a:r>
            <a:r>
              <a:rPr lang="en-US" b="1" dirty="0" err="1"/>
              <a:t>application.properties</a:t>
            </a:r>
            <a:r>
              <a:rPr lang="en-US" dirty="0"/>
              <a:t> file using prefix </a:t>
            </a:r>
            <a:r>
              <a:rPr lang="en-US" b="1" dirty="0" err="1"/>
              <a:t>spring.datasource</a:t>
            </a:r>
            <a:endParaRPr lang="en-US" b="1" dirty="0"/>
          </a:p>
          <a:p>
            <a:r>
              <a:rPr lang="en-IN" dirty="0"/>
              <a:t>In our scenario, where we have to use </a:t>
            </a:r>
            <a:r>
              <a:rPr lang="en-IN" dirty="0" err="1"/>
              <a:t>postgres</a:t>
            </a:r>
            <a:r>
              <a:rPr lang="en-IN" dirty="0"/>
              <a:t>, the following settings can be added in </a:t>
            </a:r>
            <a:r>
              <a:rPr lang="en-IN" dirty="0" err="1"/>
              <a:t>application.properties</a:t>
            </a:r>
            <a:r>
              <a:rPr lang="en-IN" dirty="0"/>
              <a:t> file</a:t>
            </a:r>
          </a:p>
          <a:p>
            <a:r>
              <a:rPr lang="en-IN" dirty="0"/>
              <a:t>The </a:t>
            </a:r>
            <a:r>
              <a:rPr lang="en-IN" dirty="0" err="1"/>
              <a:t>application.properties</a:t>
            </a:r>
            <a:r>
              <a:rPr lang="en-IN" dirty="0"/>
              <a:t> is typically located in the resources subfolder inside the app folder</a:t>
            </a:r>
          </a:p>
          <a:p>
            <a:r>
              <a:rPr lang="en-US" dirty="0"/>
              <a:t>Spring Boot uses tomcat connection pooling by default for performance and concurrency</a:t>
            </a:r>
          </a:p>
          <a:p>
            <a:endParaRPr lang="en-IN" dirty="0"/>
          </a:p>
          <a:p>
            <a:endParaRPr lang="en-IN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D41294AB-1AEA-1DCB-BDAA-D23B026DD0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350" y="2971800"/>
            <a:ext cx="9391650" cy="2105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52163222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726BD-85B3-4150-98DB-236C6DEC12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28600"/>
            <a:ext cx="9259747" cy="553890"/>
          </a:xfrm>
        </p:spPr>
        <p:txBody>
          <a:bodyPr>
            <a:normAutofit fontScale="90000"/>
          </a:bodyPr>
          <a:lstStyle/>
          <a:p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IN" dirty="0"/>
          </a:p>
        </p:txBody>
      </p:sp>
      <p:pic>
        <p:nvPicPr>
          <p:cNvPr id="10242" name="Picture 2">
            <a:extLst>
              <a:ext uri="{FF2B5EF4-FFF2-40B4-BE49-F238E27FC236}">
                <a16:creationId xmlns:a16="http://schemas.microsoft.com/office/drawing/2014/main" id="{72333FDE-B485-6472-7904-41CD431936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1" y="1295400"/>
            <a:ext cx="4739640" cy="411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4" name="Picture 4">
            <a:extLst>
              <a:ext uri="{FF2B5EF4-FFF2-40B4-BE49-F238E27FC236}">
                <a16:creationId xmlns:a16="http://schemas.microsoft.com/office/drawing/2014/main" id="{CE4F4128-F91C-7606-6545-F1FD4336BE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8132" y="1447800"/>
            <a:ext cx="5004507" cy="35933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2C62995-05FF-7866-4F47-4ABCDD90AF08}"/>
              </a:ext>
            </a:extLst>
          </p:cNvPr>
          <p:cNvSpPr txBox="1"/>
          <p:nvPr/>
        </p:nvSpPr>
        <p:spPr>
          <a:xfrm>
            <a:off x="443053" y="536025"/>
            <a:ext cx="27190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err="1">
                <a:solidFill>
                  <a:srgbClr val="0473EA"/>
                </a:solidFill>
                <a:latin typeface="Arial (heading)"/>
              </a:rPr>
              <a:t>CustomerService</a:t>
            </a:r>
            <a:endParaRPr lang="en-GB" sz="2400" b="1" dirty="0">
              <a:solidFill>
                <a:srgbClr val="0473EA"/>
              </a:solidFill>
              <a:latin typeface="Arial (heading)"/>
            </a:endParaRPr>
          </a:p>
        </p:txBody>
      </p:sp>
    </p:spTree>
    <p:extLst>
      <p:ext uri="{BB962C8B-B14F-4D97-AF65-F5344CB8AC3E}">
        <p14:creationId xmlns:p14="http://schemas.microsoft.com/office/powerpoint/2010/main" val="865493838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726BD-85B3-4150-98DB-236C6DEC12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126" y="401782"/>
            <a:ext cx="9259747" cy="553890"/>
          </a:xfrm>
        </p:spPr>
        <p:txBody>
          <a:bodyPr>
            <a:normAutofit fontScale="90000"/>
          </a:bodyPr>
          <a:lstStyle/>
          <a:p>
            <a:r>
              <a:rPr lang="en-US" dirty="0"/>
              <a:t>Controller for @RequestMapping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EF1C9D-6B23-4AD7-AE00-206CCAE0DA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" y="1143000"/>
            <a:ext cx="8126015" cy="4391326"/>
          </a:xfrm>
        </p:spPr>
        <p:txBody>
          <a:bodyPr/>
          <a:lstStyle/>
          <a:p>
            <a:r>
              <a:rPr lang="en-US" dirty="0"/>
              <a:t>We can </a:t>
            </a:r>
            <a:r>
              <a:rPr lang="en-US" dirty="0" err="1"/>
              <a:t>autowire</a:t>
            </a:r>
            <a:r>
              <a:rPr lang="en-US" dirty="0"/>
              <a:t> in the classes annotated with spring stereotypes such as </a:t>
            </a:r>
            <a:r>
              <a:rPr lang="en-US" b="1" dirty="0"/>
              <a:t>@Component, @Service, @Repository and @Controller</a:t>
            </a:r>
            <a:endParaRPr lang="en-IN" b="1" dirty="0"/>
          </a:p>
        </p:txBody>
      </p:sp>
      <p:pic>
        <p:nvPicPr>
          <p:cNvPr id="4" name="Picture 6">
            <a:extLst>
              <a:ext uri="{FF2B5EF4-FFF2-40B4-BE49-F238E27FC236}">
                <a16:creationId xmlns:a16="http://schemas.microsoft.com/office/drawing/2014/main" id="{34F72895-F283-8CF1-EF5F-17274A3B52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974856"/>
            <a:ext cx="4038600" cy="3009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18" name="Picture 2">
            <a:extLst>
              <a:ext uri="{FF2B5EF4-FFF2-40B4-BE49-F238E27FC236}">
                <a16:creationId xmlns:a16="http://schemas.microsoft.com/office/drawing/2014/main" id="{D537CFF0-CAC9-2839-9337-B8DA874DA4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001" y="1974856"/>
            <a:ext cx="5486399" cy="3276600"/>
          </a:xfrm>
          <a:prstGeom prst="rect">
            <a:avLst/>
          </a:prstGeom>
          <a:noFill/>
          <a:ln>
            <a:solidFill>
              <a:schemeClr val="tx2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40042176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6DD6B1-325E-9F09-FBF6-6FD3AF3FD7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Annotations</a:t>
            </a:r>
            <a:endParaRPr lang="en-GB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CCCCEC-AF75-E1B0-36F7-1506AF0994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47800"/>
            <a:ext cx="8543925" cy="449580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GB" sz="1950" b="1" dirty="0">
                <a:latin typeface="+mj-lt"/>
              </a:rPr>
              <a:t> @Entity </a:t>
            </a:r>
            <a:r>
              <a:rPr lang="en-GB" sz="1950" dirty="0">
                <a:latin typeface="+mj-lt"/>
              </a:rPr>
              <a:t>- </a:t>
            </a:r>
            <a:r>
              <a:rPr lang="en-US" sz="1950" dirty="0">
                <a:latin typeface="+mj-lt"/>
              </a:rPr>
              <a:t>This annotation defines that a class can be mapped to a table.</a:t>
            </a:r>
          </a:p>
          <a:p>
            <a:pPr>
              <a:buFont typeface="Wingdings" panose="05000000000000000000" pitchFamily="2" charset="2"/>
              <a:buChar char="Ø"/>
            </a:pPr>
            <a:endParaRPr lang="en-GB" sz="1950" dirty="0">
              <a:latin typeface="+mj-lt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GB" sz="1950" b="1" dirty="0">
                <a:latin typeface="+mj-lt"/>
              </a:rPr>
              <a:t> @Table(name = "STUDENT")</a:t>
            </a:r>
            <a:r>
              <a:rPr lang="en-GB" sz="1950" dirty="0">
                <a:latin typeface="+mj-lt"/>
              </a:rPr>
              <a:t> -</a:t>
            </a:r>
            <a:r>
              <a:rPr lang="en-US" sz="1950" dirty="0">
                <a:latin typeface="+mj-lt"/>
              </a:rPr>
              <a:t>The name of the database table to be used for mapping.</a:t>
            </a:r>
          </a:p>
          <a:p>
            <a:pPr>
              <a:buFont typeface="Wingdings" panose="05000000000000000000" pitchFamily="2" charset="2"/>
              <a:buChar char="Ø"/>
            </a:pPr>
            <a:endParaRPr lang="en-GB" sz="1950" dirty="0">
              <a:latin typeface="+mj-lt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GB" sz="1950" b="1" dirty="0">
                <a:latin typeface="+mj-lt"/>
              </a:rPr>
              <a:t> @Id</a:t>
            </a:r>
            <a:r>
              <a:rPr lang="en-GB" sz="1950" dirty="0">
                <a:latin typeface="+mj-lt"/>
              </a:rPr>
              <a:t> - </a:t>
            </a:r>
            <a:r>
              <a:rPr lang="en-US" sz="1950" dirty="0">
                <a:latin typeface="+mj-lt"/>
              </a:rPr>
              <a:t>This annotation specifies the primary key of the entity.</a:t>
            </a:r>
          </a:p>
          <a:p>
            <a:pPr>
              <a:buFont typeface="Wingdings" panose="05000000000000000000" pitchFamily="2" charset="2"/>
              <a:buChar char="Ø"/>
            </a:pPr>
            <a:endParaRPr lang="en-GB" sz="1950" dirty="0">
              <a:latin typeface="+mj-lt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GB" sz="1950" b="1" dirty="0">
                <a:latin typeface="+mj-lt"/>
              </a:rPr>
              <a:t> @GeneratedValue</a:t>
            </a:r>
            <a:r>
              <a:rPr lang="en-GB" sz="1950" dirty="0">
                <a:latin typeface="+mj-lt"/>
              </a:rPr>
              <a:t>-  T</a:t>
            </a:r>
            <a:r>
              <a:rPr lang="en-US" sz="1950" dirty="0">
                <a:latin typeface="+mj-lt"/>
              </a:rPr>
              <a:t>his annotation is used to specify the primary key generation strategy to use.</a:t>
            </a:r>
          </a:p>
          <a:p>
            <a:pPr>
              <a:buFont typeface="Wingdings" panose="05000000000000000000" pitchFamily="2" charset="2"/>
              <a:buChar char="Ø"/>
            </a:pPr>
            <a:endParaRPr lang="en-GB" sz="1950" dirty="0">
              <a:latin typeface="+mj-lt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GB" sz="1950" b="1" dirty="0">
                <a:latin typeface="+mj-lt"/>
              </a:rPr>
              <a:t> @Column(name = "id")</a:t>
            </a:r>
            <a:r>
              <a:rPr lang="en-GB" sz="1950" dirty="0">
                <a:latin typeface="+mj-lt"/>
              </a:rPr>
              <a:t> – adding name of the column in the database.</a:t>
            </a:r>
          </a:p>
          <a:p>
            <a:pPr>
              <a:buFont typeface="Wingdings" panose="05000000000000000000" pitchFamily="2" charset="2"/>
              <a:buChar char="Ø"/>
            </a:pPr>
            <a:endParaRPr lang="en-GB" sz="1950" dirty="0">
              <a:latin typeface="+mj-lt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GB" sz="1950" b="1" dirty="0">
                <a:latin typeface="+mj-lt"/>
              </a:rPr>
              <a:t> @Embedded</a:t>
            </a:r>
            <a:r>
              <a:rPr lang="en-GB" sz="1950" dirty="0">
                <a:latin typeface="+mj-lt"/>
              </a:rPr>
              <a:t> - </a:t>
            </a:r>
            <a:r>
              <a:rPr lang="en-US" sz="1950" dirty="0">
                <a:latin typeface="+mj-lt"/>
              </a:rPr>
              <a:t>used to embed a type into another entity.</a:t>
            </a:r>
          </a:p>
          <a:p>
            <a:pPr>
              <a:buFont typeface="Wingdings" panose="05000000000000000000" pitchFamily="2" charset="2"/>
              <a:buChar char="Ø"/>
            </a:pPr>
            <a:endParaRPr lang="en-GB" sz="1950" dirty="0">
              <a:latin typeface="+mj-lt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GB" sz="1950" b="1" dirty="0">
                <a:latin typeface="+mj-lt"/>
              </a:rPr>
              <a:t> @Embeddable</a:t>
            </a:r>
            <a:r>
              <a:rPr lang="en-GB" sz="1950" dirty="0">
                <a:latin typeface="+mj-lt"/>
              </a:rPr>
              <a:t> </a:t>
            </a:r>
            <a:r>
              <a:rPr lang="en-GB" sz="1950" b="1" dirty="0">
                <a:latin typeface="+mj-lt"/>
              </a:rPr>
              <a:t>-</a:t>
            </a:r>
            <a:r>
              <a:rPr lang="en-GB" sz="1950" dirty="0">
                <a:latin typeface="+mj-lt"/>
              </a:rPr>
              <a:t> </a:t>
            </a:r>
            <a:r>
              <a:rPr lang="en-US" sz="1950" dirty="0">
                <a:latin typeface="+mj-lt"/>
              </a:rPr>
              <a:t>to declare that a class will be embedded by other entities.</a:t>
            </a:r>
          </a:p>
          <a:p>
            <a:pPr>
              <a:buFont typeface="Wingdings" panose="05000000000000000000" pitchFamily="2" charset="2"/>
              <a:buChar char="Ø"/>
            </a:pPr>
            <a:endParaRPr lang="en-GB" sz="1950" dirty="0">
              <a:latin typeface="+mj-lt"/>
            </a:endParaRPr>
          </a:p>
          <a:p>
            <a:pPr algn="l">
              <a:buFont typeface="Wingdings" panose="05000000000000000000" pitchFamily="2" charset="2"/>
              <a:buChar char="Ø"/>
            </a:pPr>
            <a:r>
              <a:rPr lang="en-GB" sz="1950" b="1" dirty="0">
                <a:latin typeface="+mj-lt"/>
              </a:rPr>
              <a:t> @Transient</a:t>
            </a:r>
            <a:r>
              <a:rPr lang="en-GB" sz="1950" dirty="0">
                <a:latin typeface="+mj-lt"/>
              </a:rPr>
              <a:t> - </a:t>
            </a:r>
            <a:r>
              <a:rPr lang="en-US" sz="1950" dirty="0">
                <a:latin typeface="+mj-lt"/>
              </a:rPr>
              <a:t>By using @Transient we can exclude the specific field or method from being persisted in our database.</a:t>
            </a:r>
          </a:p>
          <a:p>
            <a:endParaRPr lang="en-GB" sz="1463" dirty="0">
              <a:solidFill>
                <a:srgbClr val="000000"/>
              </a:solidFill>
              <a:latin typeface="+mj-lt"/>
            </a:endParaRPr>
          </a:p>
          <a:p>
            <a:endParaRPr lang="en-GB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450470745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D678BF-D68E-FBBE-7654-9C97D6E28A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Custom Query</a:t>
            </a:r>
            <a:endParaRPr lang="en-GB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15B782-E0E1-0E94-591E-5646CBBC2B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i="0" dirty="0">
                <a:solidFill>
                  <a:schemeClr val="tx1">
                    <a:lumMod val="75000"/>
                  </a:schemeClr>
                </a:solidFill>
                <a:effectLst/>
                <a:latin typeface="+mj-lt"/>
              </a:rPr>
              <a:t>Spring Data provides many ways to define a query that we can execute. One of these is the </a:t>
            </a:r>
            <a:r>
              <a:rPr lang="en-US" sz="1800" i="1" dirty="0">
                <a:solidFill>
                  <a:schemeClr val="tx1">
                    <a:lumMod val="75000"/>
                  </a:schemeClr>
                </a:solidFill>
                <a:effectLst/>
                <a:latin typeface="+mj-lt"/>
              </a:rPr>
              <a:t>@</a:t>
            </a:r>
            <a:r>
              <a:rPr lang="en-US" sz="1800" dirty="0">
                <a:solidFill>
                  <a:schemeClr val="tx1">
                    <a:lumMod val="75000"/>
                  </a:schemeClr>
                </a:solidFill>
                <a:effectLst/>
                <a:latin typeface="+mj-lt"/>
              </a:rPr>
              <a:t>Query</a:t>
            </a:r>
            <a:r>
              <a:rPr lang="en-US" sz="1800" i="0" dirty="0">
                <a:solidFill>
                  <a:schemeClr val="tx1">
                    <a:lumMod val="75000"/>
                  </a:schemeClr>
                </a:solidFill>
                <a:effectLst/>
                <a:latin typeface="+mj-lt"/>
              </a:rPr>
              <a:t> annotation.</a:t>
            </a:r>
          </a:p>
          <a:p>
            <a:endParaRPr lang="en-US" sz="1800" dirty="0">
              <a:solidFill>
                <a:schemeClr val="tx1">
                  <a:lumMod val="75000"/>
                </a:schemeClr>
              </a:solidFill>
              <a:latin typeface="+mj-lt"/>
            </a:endParaRPr>
          </a:p>
          <a:p>
            <a:r>
              <a:rPr lang="en-US" sz="1800" dirty="0">
                <a:solidFill>
                  <a:schemeClr val="tx1">
                    <a:lumMod val="75000"/>
                  </a:schemeClr>
                </a:solidFill>
                <a:latin typeface="+mj-lt"/>
              </a:rPr>
              <a:t> In spring data JPA @Query annotation will help us to </a:t>
            </a:r>
            <a:r>
              <a:rPr lang="en-US" sz="1800" dirty="0" err="1">
                <a:solidFill>
                  <a:schemeClr val="tx1">
                    <a:lumMod val="75000"/>
                  </a:schemeClr>
                </a:solidFill>
                <a:latin typeface="+mj-lt"/>
              </a:rPr>
              <a:t>to</a:t>
            </a:r>
            <a:r>
              <a:rPr lang="en-US" sz="1800" dirty="0">
                <a:solidFill>
                  <a:schemeClr val="tx1">
                    <a:lumMod val="75000"/>
                  </a:schemeClr>
                </a:solidFill>
                <a:latin typeface="+mj-lt"/>
              </a:rPr>
              <a:t> execute both </a:t>
            </a:r>
          </a:p>
          <a:p>
            <a:pPr lvl="1"/>
            <a:r>
              <a:rPr lang="en-US" sz="1800" b="1" dirty="0">
                <a:solidFill>
                  <a:schemeClr val="tx1">
                    <a:lumMod val="75000"/>
                  </a:schemeClr>
                </a:solidFill>
                <a:latin typeface="+mj-lt"/>
              </a:rPr>
              <a:t>JPQL</a:t>
            </a:r>
            <a:r>
              <a:rPr lang="en-US" sz="1800" dirty="0">
                <a:solidFill>
                  <a:schemeClr val="tx1">
                    <a:lumMod val="75000"/>
                  </a:schemeClr>
                </a:solidFill>
                <a:latin typeface="+mj-lt"/>
              </a:rPr>
              <a:t> </a:t>
            </a:r>
          </a:p>
          <a:p>
            <a:pPr lvl="1"/>
            <a:r>
              <a:rPr lang="en-US" sz="1800" b="1" dirty="0">
                <a:solidFill>
                  <a:schemeClr val="tx1">
                    <a:lumMod val="75000"/>
                  </a:schemeClr>
                </a:solidFill>
                <a:latin typeface="+mj-lt"/>
              </a:rPr>
              <a:t>Native</a:t>
            </a:r>
            <a:r>
              <a:rPr lang="en-US" sz="1800" dirty="0">
                <a:solidFill>
                  <a:schemeClr val="tx1">
                    <a:lumMod val="75000"/>
                  </a:schemeClr>
                </a:solidFill>
                <a:latin typeface="+mj-lt"/>
              </a:rPr>
              <a:t> </a:t>
            </a:r>
            <a:r>
              <a:rPr lang="en-US" sz="1800" b="1" dirty="0">
                <a:solidFill>
                  <a:schemeClr val="tx1">
                    <a:lumMod val="75000"/>
                  </a:schemeClr>
                </a:solidFill>
                <a:latin typeface="+mj-lt"/>
              </a:rPr>
              <a:t>Query</a:t>
            </a:r>
            <a:r>
              <a:rPr lang="en-US" sz="1800" dirty="0">
                <a:solidFill>
                  <a:schemeClr val="tx1">
                    <a:lumMod val="75000"/>
                  </a:schemeClr>
                </a:solidFill>
                <a:latin typeface="+mj-lt"/>
              </a:rPr>
              <a:t>.</a:t>
            </a:r>
          </a:p>
          <a:p>
            <a:pPr marL="0" indent="0">
              <a:buNone/>
            </a:pPr>
            <a:endParaRPr lang="en-GB" dirty="0">
              <a:latin typeface="+mj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F2DB45A-27B4-3EC8-506C-68AE1D39AC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964" y="2971800"/>
            <a:ext cx="8543925" cy="25046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501552743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73E6C2-A825-F48C-25C5-1600A3640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JPQL(Java Persistence Query language)</a:t>
            </a:r>
            <a:endParaRPr lang="en-GB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104D78-1190-3CE2-6465-C6DB96CCD7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>
                <a:latin typeface="+mj-lt"/>
              </a:rPr>
              <a:t>JPQL is an object-oriented query language which is used to perform database operations on persistence entities.</a:t>
            </a:r>
          </a:p>
          <a:p>
            <a:r>
              <a:rPr lang="en-US" sz="1800" dirty="0">
                <a:latin typeface="+mj-lt"/>
              </a:rPr>
              <a:t>Instead of database table, JPQL uses entity object model to operate the SQL queries.</a:t>
            </a:r>
          </a:p>
          <a:p>
            <a:r>
              <a:rPr lang="en-US" sz="1800" dirty="0">
                <a:latin typeface="+mj-lt"/>
              </a:rPr>
              <a:t>Benefits of using JPQL</a:t>
            </a:r>
          </a:p>
          <a:p>
            <a:pPr lvl="1"/>
            <a:r>
              <a:rPr lang="en-US" sz="1600" dirty="0">
                <a:latin typeface="+mj-lt"/>
              </a:rPr>
              <a:t>JPQL is portable across implementer and database</a:t>
            </a:r>
          </a:p>
          <a:p>
            <a:pPr lvl="1"/>
            <a:r>
              <a:rPr lang="en-US" sz="1600" dirty="0">
                <a:latin typeface="+mj-lt"/>
              </a:rPr>
              <a:t>No manual conversion of row data into Object and vice-versa</a:t>
            </a:r>
          </a:p>
          <a:p>
            <a:pPr lvl="1"/>
            <a:r>
              <a:rPr lang="en-US" sz="1600" dirty="0">
                <a:latin typeface="+mj-lt"/>
              </a:rPr>
              <a:t>Queries can be stored in cache to provide better performance</a:t>
            </a:r>
          </a:p>
          <a:p>
            <a:endParaRPr lang="en-US" sz="1800" dirty="0">
              <a:latin typeface="+mj-lt"/>
            </a:endParaRPr>
          </a:p>
          <a:p>
            <a:endParaRPr lang="en-US" sz="1800" dirty="0">
              <a:latin typeface="+mj-lt"/>
            </a:endParaRPr>
          </a:p>
          <a:p>
            <a:endParaRPr lang="en-GB" sz="18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748532688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08BA33D-2A99-5C6F-0207-F5B7AEE5C5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4600" y="2781000"/>
            <a:ext cx="8126015" cy="648000"/>
          </a:xfrm>
        </p:spPr>
        <p:txBody>
          <a:bodyPr/>
          <a:lstStyle/>
          <a:p>
            <a:r>
              <a:rPr lang="en-US" dirty="0"/>
              <a:t>Association Mapping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79073779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4F9D86-DBB4-F298-5CB5-2E797BDF3B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Association Mapping</a:t>
            </a:r>
            <a:endParaRPr lang="en-GB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EB036C-494D-7639-7D0A-93CCEAA1B1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+mj-lt"/>
              </a:rPr>
              <a:t>Association mapping represents relationship between entities.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>
              <a:latin typeface="+mj-lt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+mj-lt"/>
              </a:rPr>
              <a:t>A java class can contain an object of another class or a set of another class.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>
              <a:latin typeface="+mj-lt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+mj-lt"/>
              </a:rPr>
              <a:t>There is no directionality involved in relational world, Its just a matter of writing a query. But there is notion of directionality which is possible in java.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>
              <a:latin typeface="+mj-lt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+mj-lt"/>
              </a:rPr>
              <a:t>Hence association are classified as </a:t>
            </a:r>
          </a:p>
          <a:p>
            <a:pPr lvl="1"/>
            <a:r>
              <a:rPr lang="en-US" dirty="0">
                <a:latin typeface="+mj-lt"/>
              </a:rPr>
              <a:t>Unidirectional </a:t>
            </a:r>
          </a:p>
          <a:p>
            <a:pPr lvl="1"/>
            <a:r>
              <a:rPr lang="en-US" dirty="0">
                <a:latin typeface="+mj-lt"/>
              </a:rPr>
              <a:t>Bidirectional </a:t>
            </a:r>
          </a:p>
          <a:p>
            <a:pPr marL="371475" lvl="1" indent="0">
              <a:buNone/>
            </a:pPr>
            <a:endParaRPr lang="en-GB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220368281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A2676E-2857-37EC-C119-1948C66D09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9561" y="516860"/>
            <a:ext cx="7950860" cy="600075"/>
          </a:xfrm>
        </p:spPr>
        <p:txBody>
          <a:bodyPr/>
          <a:lstStyle/>
          <a:p>
            <a:r>
              <a:rPr lang="en-US" b="1" dirty="0"/>
              <a:t>Association Mapping</a:t>
            </a:r>
            <a:endParaRPr lang="en-GB" dirty="0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0A0889F8-2A9A-CC66-76B7-7DE293F04D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2761946"/>
              </p:ext>
            </p:extLst>
          </p:nvPr>
        </p:nvGraphicFramePr>
        <p:xfrm>
          <a:off x="457200" y="1524000"/>
          <a:ext cx="8463202" cy="344815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21067">
                  <a:extLst>
                    <a:ext uri="{9D8B030D-6E8A-4147-A177-3AD203B41FA5}">
                      <a16:colId xmlns:a16="http://schemas.microsoft.com/office/drawing/2014/main" val="1517453065"/>
                    </a:ext>
                  </a:extLst>
                </a:gridCol>
                <a:gridCol w="1842745">
                  <a:extLst>
                    <a:ext uri="{9D8B030D-6E8A-4147-A177-3AD203B41FA5}">
                      <a16:colId xmlns:a16="http://schemas.microsoft.com/office/drawing/2014/main" val="4240161626"/>
                    </a:ext>
                  </a:extLst>
                </a:gridCol>
                <a:gridCol w="3799390">
                  <a:extLst>
                    <a:ext uri="{9D8B030D-6E8A-4147-A177-3AD203B41FA5}">
                      <a16:colId xmlns:a16="http://schemas.microsoft.com/office/drawing/2014/main" val="2378597580"/>
                    </a:ext>
                  </a:extLst>
                </a:gridCol>
              </a:tblGrid>
              <a:tr h="537102">
                <a:tc>
                  <a:txBody>
                    <a:bodyPr/>
                    <a:lstStyle/>
                    <a:p>
                      <a:r>
                        <a:rPr lang="en-US" sz="2000">
                          <a:latin typeface="+mj-lt"/>
                        </a:rPr>
                        <a:t>Employee – Passport </a:t>
                      </a:r>
                      <a:endParaRPr lang="en-GB" sz="2000" dirty="0">
                        <a:latin typeface="+mj-lt"/>
                      </a:endParaRPr>
                    </a:p>
                  </a:txBody>
                  <a:tcPr marL="74295" marR="74295" marT="37148" marB="37148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+mj-lt"/>
                        </a:rPr>
                        <a:t>One To One</a:t>
                      </a:r>
                      <a:endParaRPr lang="en-GB" sz="2000" dirty="0">
                        <a:latin typeface="+mj-lt"/>
                      </a:endParaRPr>
                    </a:p>
                  </a:txBody>
                  <a:tcPr marL="74295" marR="74295" marT="37148" marB="37148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+mj-lt"/>
                        </a:rPr>
                        <a:t>One Employee can have one passport</a:t>
                      </a:r>
                      <a:endParaRPr lang="en-GB" sz="2000" dirty="0">
                        <a:latin typeface="+mj-lt"/>
                      </a:endParaRPr>
                    </a:p>
                  </a:txBody>
                  <a:tcPr marL="74295" marR="74295" marT="37148" marB="37148"/>
                </a:tc>
                <a:extLst>
                  <a:ext uri="{0D108BD9-81ED-4DB2-BD59-A6C34878D82A}">
                    <a16:rowId xmlns:a16="http://schemas.microsoft.com/office/drawing/2014/main" val="3169354128"/>
                  </a:ext>
                </a:extLst>
              </a:tr>
              <a:tr h="537102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+mj-lt"/>
                        </a:rPr>
                        <a:t>Bank – Branch</a:t>
                      </a:r>
                      <a:endParaRPr lang="en-GB" sz="2000" dirty="0">
                        <a:latin typeface="+mj-lt"/>
                      </a:endParaRPr>
                    </a:p>
                  </a:txBody>
                  <a:tcPr marL="74295" marR="74295" marT="37148" marB="37148"/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latin typeface="+mj-lt"/>
                        </a:rPr>
                        <a:t>One To Many</a:t>
                      </a:r>
                      <a:endParaRPr lang="en-GB" sz="2000" dirty="0">
                        <a:latin typeface="+mj-lt"/>
                      </a:endParaRPr>
                    </a:p>
                  </a:txBody>
                  <a:tcPr marL="74295" marR="74295" marT="37148" marB="37148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+mj-lt"/>
                        </a:rPr>
                        <a:t>One Bank can have multiple branch</a:t>
                      </a:r>
                      <a:endParaRPr lang="en-GB" sz="2000" dirty="0">
                        <a:latin typeface="+mj-lt"/>
                      </a:endParaRPr>
                    </a:p>
                  </a:txBody>
                  <a:tcPr marL="74295" marR="74295" marT="37148" marB="37148"/>
                </a:tc>
                <a:extLst>
                  <a:ext uri="{0D108BD9-81ED-4DB2-BD59-A6C34878D82A}">
                    <a16:rowId xmlns:a16="http://schemas.microsoft.com/office/drawing/2014/main" val="1068540967"/>
                  </a:ext>
                </a:extLst>
              </a:tr>
              <a:tr h="537102">
                <a:tc>
                  <a:txBody>
                    <a:bodyPr/>
                    <a:lstStyle/>
                    <a:p>
                      <a:r>
                        <a:rPr lang="en-US" sz="2000">
                          <a:latin typeface="+mj-lt"/>
                        </a:rPr>
                        <a:t>Branch – Bank</a:t>
                      </a:r>
                      <a:endParaRPr lang="en-GB" sz="2000" dirty="0">
                        <a:latin typeface="+mj-lt"/>
                      </a:endParaRPr>
                    </a:p>
                  </a:txBody>
                  <a:tcPr marL="74295" marR="74295" marT="37148" marB="37148"/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latin typeface="+mj-lt"/>
                        </a:rPr>
                        <a:t>Many To One</a:t>
                      </a:r>
                      <a:endParaRPr lang="en-GB" sz="2000" dirty="0">
                        <a:latin typeface="+mj-lt"/>
                      </a:endParaRPr>
                    </a:p>
                  </a:txBody>
                  <a:tcPr marL="74295" marR="74295" marT="37148" marB="37148"/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latin typeface="+mj-lt"/>
                        </a:rPr>
                        <a:t>Many Branches belongs to One Bank</a:t>
                      </a:r>
                      <a:endParaRPr lang="en-GB" sz="2000" dirty="0">
                        <a:latin typeface="+mj-lt"/>
                      </a:endParaRPr>
                    </a:p>
                  </a:txBody>
                  <a:tcPr marL="74295" marR="74295" marT="37148" marB="37148"/>
                </a:tc>
                <a:extLst>
                  <a:ext uri="{0D108BD9-81ED-4DB2-BD59-A6C34878D82A}">
                    <a16:rowId xmlns:a16="http://schemas.microsoft.com/office/drawing/2014/main" val="4284620924"/>
                  </a:ext>
                </a:extLst>
              </a:tr>
              <a:tr h="1396463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+mj-lt"/>
                        </a:rPr>
                        <a:t>Account – Customer</a:t>
                      </a:r>
                      <a:endParaRPr lang="en-GB" sz="2000" dirty="0">
                        <a:latin typeface="+mj-lt"/>
                      </a:endParaRPr>
                    </a:p>
                  </a:txBody>
                  <a:tcPr marL="74295" marR="74295" marT="37148" marB="37148"/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latin typeface="+mj-lt"/>
                        </a:rPr>
                        <a:t>Many To Many</a:t>
                      </a:r>
                      <a:endParaRPr lang="en-GB" sz="2000" dirty="0">
                        <a:latin typeface="+mj-lt"/>
                      </a:endParaRPr>
                    </a:p>
                  </a:txBody>
                  <a:tcPr marL="74295" marR="74295" marT="37148" marB="37148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+mj-lt"/>
                        </a:rPr>
                        <a:t>One Account belongs to many customer and one customer can have one many account</a:t>
                      </a:r>
                      <a:endParaRPr lang="en-GB" sz="2000" dirty="0">
                        <a:latin typeface="+mj-lt"/>
                      </a:endParaRPr>
                    </a:p>
                  </a:txBody>
                  <a:tcPr marL="74295" marR="74295" marT="37148" marB="37148"/>
                </a:tc>
                <a:extLst>
                  <a:ext uri="{0D108BD9-81ED-4DB2-BD59-A6C34878D82A}">
                    <a16:rowId xmlns:a16="http://schemas.microsoft.com/office/drawing/2014/main" val="10385737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22687620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327C37-384E-B75A-E1EA-1B12309799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One To One</a:t>
            </a:r>
            <a:endParaRPr lang="en-GB" b="1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E691587-25B4-2A0A-2E9E-C10DDD6D719B}"/>
              </a:ext>
            </a:extLst>
          </p:cNvPr>
          <p:cNvSpPr/>
          <p:nvPr/>
        </p:nvSpPr>
        <p:spPr>
          <a:xfrm>
            <a:off x="234742" y="1676400"/>
            <a:ext cx="4821342" cy="2408653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107000"/>
              </a:lnSpc>
            </a:pPr>
            <a:r>
              <a:rPr lang="en-GB" sz="1400" dirty="0">
                <a:solidFill>
                  <a:srgbClr val="646464"/>
                </a:solidFill>
                <a:latin typeface="+mj-lt"/>
                <a:ea typeface="Calibri" panose="020F0502020204030204" pitchFamily="34" charset="0"/>
                <a:cs typeface="Consolas" panose="020B0609020204030204" pitchFamily="49" charset="0"/>
              </a:rPr>
              <a:t>@Entity</a:t>
            </a:r>
            <a:endParaRPr lang="en-GB" sz="1400" dirty="0">
              <a:latin typeface="+mj-lt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</a:pPr>
            <a:r>
              <a:rPr lang="en-GB" sz="1400" b="1" dirty="0">
                <a:solidFill>
                  <a:srgbClr val="7F0055"/>
                </a:solidFill>
                <a:latin typeface="+mj-lt"/>
                <a:ea typeface="Calibri" panose="020F0502020204030204" pitchFamily="34" charset="0"/>
                <a:cs typeface="Consolas" panose="020B0609020204030204" pitchFamily="49" charset="0"/>
              </a:rPr>
              <a:t>public</a:t>
            </a:r>
            <a:r>
              <a:rPr lang="en-GB" sz="1400" dirty="0">
                <a:solidFill>
                  <a:srgbClr val="000000"/>
                </a:solidFill>
                <a:latin typeface="+mj-lt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GB" sz="1400" b="1" dirty="0">
                <a:solidFill>
                  <a:srgbClr val="7F0055"/>
                </a:solidFill>
                <a:latin typeface="+mj-lt"/>
                <a:ea typeface="Calibri" panose="020F0502020204030204" pitchFamily="34" charset="0"/>
                <a:cs typeface="Consolas" panose="020B0609020204030204" pitchFamily="49" charset="0"/>
              </a:rPr>
              <a:t>class</a:t>
            </a:r>
            <a:r>
              <a:rPr lang="en-GB" sz="1400" dirty="0">
                <a:solidFill>
                  <a:srgbClr val="000000"/>
                </a:solidFill>
                <a:latin typeface="+mj-lt"/>
                <a:ea typeface="Calibri" panose="020F0502020204030204" pitchFamily="34" charset="0"/>
                <a:cs typeface="Consolas" panose="020B0609020204030204" pitchFamily="49" charset="0"/>
              </a:rPr>
              <a:t> Customer {</a:t>
            </a:r>
            <a:r>
              <a:rPr lang="en-GB" sz="1400" dirty="0">
                <a:latin typeface="+mj-lt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endParaRPr lang="en-GB" sz="1400" dirty="0">
              <a:latin typeface="+mj-lt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</a:pPr>
            <a:r>
              <a:rPr lang="en-GB" sz="1400" dirty="0">
                <a:solidFill>
                  <a:srgbClr val="646464"/>
                </a:solidFill>
                <a:latin typeface="+mj-lt"/>
                <a:ea typeface="Calibri" panose="020F0502020204030204" pitchFamily="34" charset="0"/>
                <a:cs typeface="Consolas" panose="020B0609020204030204" pitchFamily="49" charset="0"/>
              </a:rPr>
              <a:t>	@Id</a:t>
            </a:r>
            <a:endParaRPr lang="en-GB" sz="1400" dirty="0">
              <a:latin typeface="+mj-lt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</a:pPr>
            <a:r>
              <a:rPr lang="en-GB" sz="1400" b="1" dirty="0">
                <a:solidFill>
                  <a:srgbClr val="7F0055"/>
                </a:solidFill>
                <a:latin typeface="+mj-lt"/>
                <a:ea typeface="Calibri" panose="020F0502020204030204" pitchFamily="34" charset="0"/>
                <a:cs typeface="Consolas" panose="020B0609020204030204" pitchFamily="49" charset="0"/>
              </a:rPr>
              <a:t>	private</a:t>
            </a:r>
            <a:r>
              <a:rPr lang="en-GB" sz="1400" dirty="0">
                <a:solidFill>
                  <a:srgbClr val="000000"/>
                </a:solidFill>
                <a:latin typeface="+mj-lt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GB" sz="1400" b="1" dirty="0">
                <a:solidFill>
                  <a:srgbClr val="7F0055"/>
                </a:solidFill>
                <a:latin typeface="+mj-lt"/>
                <a:ea typeface="Calibri" panose="020F0502020204030204" pitchFamily="34" charset="0"/>
                <a:cs typeface="Consolas" panose="020B0609020204030204" pitchFamily="49" charset="0"/>
              </a:rPr>
              <a:t>long</a:t>
            </a:r>
            <a:r>
              <a:rPr lang="en-GB" sz="1400" dirty="0">
                <a:solidFill>
                  <a:srgbClr val="000000"/>
                </a:solidFill>
                <a:latin typeface="+mj-lt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GB" sz="1400" dirty="0">
                <a:solidFill>
                  <a:srgbClr val="0000C0"/>
                </a:solidFill>
                <a:latin typeface="+mj-lt"/>
                <a:ea typeface="Calibri" panose="020F0502020204030204" pitchFamily="34" charset="0"/>
                <a:cs typeface="Consolas" panose="020B0609020204030204" pitchFamily="49" charset="0"/>
              </a:rPr>
              <a:t>customerId</a:t>
            </a:r>
            <a:r>
              <a:rPr lang="en-GB" sz="1400" dirty="0">
                <a:solidFill>
                  <a:srgbClr val="000000"/>
                </a:solidFill>
                <a:latin typeface="+mj-lt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en-GB" sz="1400" dirty="0">
              <a:latin typeface="+mj-lt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</a:pPr>
            <a:r>
              <a:rPr lang="en-GB" sz="1400" b="1" dirty="0">
                <a:solidFill>
                  <a:srgbClr val="7F0055"/>
                </a:solidFill>
                <a:latin typeface="+mj-lt"/>
                <a:ea typeface="Calibri" panose="020F0502020204030204" pitchFamily="34" charset="0"/>
                <a:cs typeface="Consolas" panose="020B0609020204030204" pitchFamily="49" charset="0"/>
              </a:rPr>
              <a:t>	private</a:t>
            </a:r>
            <a:r>
              <a:rPr lang="en-GB" sz="1400" dirty="0">
                <a:solidFill>
                  <a:srgbClr val="000000"/>
                </a:solidFill>
                <a:latin typeface="+mj-lt"/>
                <a:ea typeface="Calibri" panose="020F0502020204030204" pitchFamily="34" charset="0"/>
                <a:cs typeface="Consolas" panose="020B0609020204030204" pitchFamily="49" charset="0"/>
              </a:rPr>
              <a:t> String </a:t>
            </a:r>
            <a:r>
              <a:rPr lang="en-GB" sz="1400" dirty="0">
                <a:solidFill>
                  <a:srgbClr val="0000C0"/>
                </a:solidFill>
                <a:latin typeface="+mj-lt"/>
                <a:ea typeface="Calibri" panose="020F0502020204030204" pitchFamily="34" charset="0"/>
                <a:cs typeface="Consolas" panose="020B0609020204030204" pitchFamily="49" charset="0"/>
              </a:rPr>
              <a:t>name</a:t>
            </a:r>
            <a:r>
              <a:rPr lang="en-GB" sz="1400" dirty="0">
                <a:solidFill>
                  <a:srgbClr val="000000"/>
                </a:solidFill>
                <a:latin typeface="+mj-lt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r>
              <a:rPr lang="en-GB" sz="1400" dirty="0">
                <a:latin typeface="+mj-lt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endParaRPr lang="en-GB" sz="1400" dirty="0">
              <a:latin typeface="+mj-lt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</a:pPr>
            <a:r>
              <a:rPr lang="en-GB" sz="1400" dirty="0">
                <a:solidFill>
                  <a:srgbClr val="646464"/>
                </a:solidFill>
                <a:latin typeface="+mj-lt"/>
                <a:ea typeface="Calibri" panose="020F0502020204030204" pitchFamily="34" charset="0"/>
                <a:cs typeface="Consolas" panose="020B0609020204030204" pitchFamily="49" charset="0"/>
              </a:rPr>
              <a:t>	@OneToOne</a:t>
            </a:r>
            <a:r>
              <a:rPr lang="en-GB" sz="1400" dirty="0">
                <a:solidFill>
                  <a:srgbClr val="000000"/>
                </a:solidFill>
                <a:latin typeface="+mj-lt"/>
                <a:ea typeface="Calibri" panose="020F0502020204030204" pitchFamily="34" charset="0"/>
                <a:cs typeface="Consolas" panose="020B0609020204030204" pitchFamily="49" charset="0"/>
              </a:rPr>
              <a:t>(cascade=CascadeType.</a:t>
            </a:r>
            <a:r>
              <a:rPr lang="en-GB" sz="1400" b="1" i="1" dirty="0">
                <a:solidFill>
                  <a:srgbClr val="0000C0"/>
                </a:solidFill>
                <a:latin typeface="+mj-lt"/>
                <a:ea typeface="Calibri" panose="020F0502020204030204" pitchFamily="34" charset="0"/>
                <a:cs typeface="Consolas" panose="020B0609020204030204" pitchFamily="49" charset="0"/>
              </a:rPr>
              <a:t>ALL</a:t>
            </a:r>
            <a:r>
              <a:rPr lang="en-GB" sz="1400" dirty="0">
                <a:solidFill>
                  <a:srgbClr val="000000"/>
                </a:solidFill>
                <a:latin typeface="+mj-lt"/>
                <a:ea typeface="Calibri" panose="020F0502020204030204" pitchFamily="34" charset="0"/>
                <a:cs typeface="Consolas" panose="020B0609020204030204" pitchFamily="49" charset="0"/>
              </a:rPr>
              <a:t>)</a:t>
            </a:r>
            <a:endParaRPr lang="en-GB" sz="1400" dirty="0">
              <a:latin typeface="+mj-lt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</a:pPr>
            <a:r>
              <a:rPr lang="en-GB" sz="1400" dirty="0">
                <a:solidFill>
                  <a:srgbClr val="646464"/>
                </a:solidFill>
                <a:latin typeface="+mj-lt"/>
                <a:ea typeface="Calibri" panose="020F0502020204030204" pitchFamily="34" charset="0"/>
                <a:cs typeface="Consolas" panose="020B0609020204030204" pitchFamily="49" charset="0"/>
              </a:rPr>
              <a:t>	@JoinColumn</a:t>
            </a:r>
            <a:r>
              <a:rPr lang="en-GB" sz="1400" dirty="0">
                <a:solidFill>
                  <a:srgbClr val="000000"/>
                </a:solidFill>
                <a:latin typeface="+mj-lt"/>
                <a:ea typeface="Calibri" panose="020F0502020204030204" pitchFamily="34" charset="0"/>
                <a:cs typeface="Consolas" panose="020B0609020204030204" pitchFamily="49" charset="0"/>
              </a:rPr>
              <a:t>(name = </a:t>
            </a:r>
            <a:r>
              <a:rPr lang="en-GB" sz="1400" dirty="0">
                <a:solidFill>
                  <a:srgbClr val="2A00FF"/>
                </a:solidFill>
                <a:latin typeface="+mj-lt"/>
                <a:ea typeface="Calibri" panose="020F0502020204030204" pitchFamily="34" charset="0"/>
                <a:cs typeface="Consolas" panose="020B0609020204030204" pitchFamily="49" charset="0"/>
              </a:rPr>
              <a:t>"</a:t>
            </a:r>
            <a:r>
              <a:rPr lang="en-GB" sz="1400" dirty="0" err="1">
                <a:solidFill>
                  <a:srgbClr val="2A00FF"/>
                </a:solidFill>
                <a:latin typeface="+mj-lt"/>
                <a:ea typeface="Calibri" panose="020F0502020204030204" pitchFamily="34" charset="0"/>
                <a:cs typeface="Consolas" panose="020B0609020204030204" pitchFamily="49" charset="0"/>
              </a:rPr>
              <a:t>addressId</a:t>
            </a:r>
            <a:r>
              <a:rPr lang="en-GB" sz="1400" dirty="0">
                <a:solidFill>
                  <a:srgbClr val="2A00FF"/>
                </a:solidFill>
                <a:latin typeface="+mj-lt"/>
                <a:ea typeface="Calibri" panose="020F0502020204030204" pitchFamily="34" charset="0"/>
                <a:cs typeface="Consolas" panose="020B0609020204030204" pitchFamily="49" charset="0"/>
              </a:rPr>
              <a:t>"</a:t>
            </a:r>
            <a:r>
              <a:rPr lang="en-GB" sz="1400" dirty="0">
                <a:solidFill>
                  <a:srgbClr val="000000"/>
                </a:solidFill>
                <a:latin typeface="+mj-lt"/>
                <a:ea typeface="Calibri" panose="020F0502020204030204" pitchFamily="34" charset="0"/>
                <a:cs typeface="Consolas" panose="020B0609020204030204" pitchFamily="49" charset="0"/>
              </a:rPr>
              <a:t>)</a:t>
            </a:r>
            <a:endParaRPr lang="en-GB" sz="1400" dirty="0">
              <a:latin typeface="+mj-lt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</a:pPr>
            <a:r>
              <a:rPr lang="en-GB" sz="1400" b="1" dirty="0">
                <a:solidFill>
                  <a:srgbClr val="7F0055"/>
                </a:solidFill>
                <a:latin typeface="+mj-lt"/>
                <a:ea typeface="Calibri" panose="020F0502020204030204" pitchFamily="34" charset="0"/>
                <a:cs typeface="Consolas" panose="020B0609020204030204" pitchFamily="49" charset="0"/>
              </a:rPr>
              <a:t>	private</a:t>
            </a:r>
            <a:r>
              <a:rPr lang="en-GB" sz="1400" dirty="0">
                <a:solidFill>
                  <a:srgbClr val="000000"/>
                </a:solidFill>
                <a:latin typeface="+mj-lt"/>
                <a:ea typeface="Calibri" panose="020F0502020204030204" pitchFamily="34" charset="0"/>
                <a:cs typeface="Consolas" panose="020B0609020204030204" pitchFamily="49" charset="0"/>
              </a:rPr>
              <a:t> Address </a:t>
            </a:r>
            <a:r>
              <a:rPr lang="en-GB" sz="1400" dirty="0" err="1">
                <a:solidFill>
                  <a:srgbClr val="0000C0"/>
                </a:solidFill>
                <a:latin typeface="+mj-lt"/>
                <a:ea typeface="Calibri" panose="020F0502020204030204" pitchFamily="34" charset="0"/>
                <a:cs typeface="Consolas" panose="020B0609020204030204" pitchFamily="49" charset="0"/>
              </a:rPr>
              <a:t>address</a:t>
            </a:r>
            <a:r>
              <a:rPr lang="en-GB" sz="1400" dirty="0">
                <a:solidFill>
                  <a:srgbClr val="000000"/>
                </a:solidFill>
                <a:latin typeface="+mj-lt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</a:p>
          <a:p>
            <a:pPr>
              <a:lnSpc>
                <a:spcPct val="107000"/>
              </a:lnSpc>
            </a:pPr>
            <a:r>
              <a:rPr lang="en-GB" sz="1400" dirty="0">
                <a:solidFill>
                  <a:srgbClr val="000000"/>
                </a:solidFill>
                <a:latin typeface="+mj-lt"/>
                <a:ea typeface="Calibri" panose="020F0502020204030204" pitchFamily="34" charset="0"/>
                <a:cs typeface="Arial" panose="020B0604020202020204" pitchFamily="34" charset="0"/>
              </a:rPr>
              <a:t>}</a:t>
            </a:r>
            <a:endParaRPr lang="en-GB" sz="1400" dirty="0">
              <a:latin typeface="+mj-lt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79F9F51-400B-19DE-E94C-567478A1A093}"/>
              </a:ext>
            </a:extLst>
          </p:cNvPr>
          <p:cNvSpPr/>
          <p:nvPr/>
        </p:nvSpPr>
        <p:spPr>
          <a:xfrm>
            <a:off x="5089002" y="1676400"/>
            <a:ext cx="4788423" cy="2408653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l"/>
            <a:r>
              <a:rPr lang="en-GB" sz="1400" dirty="0">
                <a:solidFill>
                  <a:srgbClr val="646464"/>
                </a:solidFill>
                <a:latin typeface="+mj-lt"/>
              </a:rPr>
              <a:t>@Entity</a:t>
            </a:r>
          </a:p>
          <a:p>
            <a:pPr algn="l"/>
            <a:r>
              <a:rPr lang="en-GB" sz="1400" b="1" dirty="0">
                <a:solidFill>
                  <a:srgbClr val="7F0055"/>
                </a:solidFill>
                <a:latin typeface="+mj-lt"/>
              </a:rPr>
              <a:t>public</a:t>
            </a:r>
            <a:r>
              <a:rPr lang="en-GB" sz="1400" b="1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GB" sz="1400" b="1" dirty="0">
                <a:solidFill>
                  <a:srgbClr val="7F0055"/>
                </a:solidFill>
                <a:latin typeface="+mj-lt"/>
              </a:rPr>
              <a:t>class</a:t>
            </a:r>
            <a:r>
              <a:rPr lang="en-GB" sz="1400" b="1" dirty="0">
                <a:solidFill>
                  <a:srgbClr val="000000"/>
                </a:solidFill>
                <a:latin typeface="+mj-lt"/>
              </a:rPr>
              <a:t> Address {</a:t>
            </a:r>
            <a:endParaRPr lang="en-GB" sz="1400" dirty="0">
              <a:latin typeface="+mj-lt"/>
            </a:endParaRPr>
          </a:p>
          <a:p>
            <a:pPr algn="l"/>
            <a:r>
              <a:rPr lang="en-GB" sz="1400" dirty="0">
                <a:solidFill>
                  <a:srgbClr val="646464"/>
                </a:solidFill>
                <a:latin typeface="+mj-lt"/>
              </a:rPr>
              <a:t>	@Id</a:t>
            </a:r>
          </a:p>
          <a:p>
            <a:pPr algn="l"/>
            <a:r>
              <a:rPr lang="en-GB" sz="1400" dirty="0">
                <a:solidFill>
                  <a:srgbClr val="646464"/>
                </a:solidFill>
                <a:latin typeface="+mj-lt"/>
              </a:rPr>
              <a:t>	</a:t>
            </a:r>
            <a:r>
              <a:rPr lang="en-GB" sz="1400" b="1" dirty="0">
                <a:solidFill>
                  <a:srgbClr val="7F0055"/>
                </a:solidFill>
                <a:latin typeface="+mj-lt"/>
              </a:rPr>
              <a:t>private</a:t>
            </a:r>
            <a:r>
              <a:rPr lang="en-GB" sz="1400" b="1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GB" sz="1400" b="1" dirty="0">
                <a:solidFill>
                  <a:srgbClr val="7F0055"/>
                </a:solidFill>
                <a:latin typeface="+mj-lt"/>
              </a:rPr>
              <a:t>long</a:t>
            </a:r>
            <a:r>
              <a:rPr lang="en-GB" sz="1400" b="1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GB" sz="1400" b="1" dirty="0" err="1">
                <a:solidFill>
                  <a:srgbClr val="0000C0"/>
                </a:solidFill>
                <a:latin typeface="+mj-lt"/>
              </a:rPr>
              <a:t>addressId</a:t>
            </a:r>
            <a:r>
              <a:rPr lang="en-GB" sz="1400" b="1" dirty="0">
                <a:solidFill>
                  <a:srgbClr val="000000"/>
                </a:solidFill>
                <a:latin typeface="+mj-lt"/>
              </a:rPr>
              <a:t>;</a:t>
            </a:r>
          </a:p>
          <a:p>
            <a:pPr algn="l"/>
            <a:r>
              <a:rPr lang="en-GB" sz="1400" b="1" dirty="0">
                <a:solidFill>
                  <a:srgbClr val="7F0055"/>
                </a:solidFill>
                <a:latin typeface="+mj-lt"/>
              </a:rPr>
              <a:t>	private</a:t>
            </a:r>
            <a:r>
              <a:rPr lang="en-GB" sz="1400" b="1" dirty="0">
                <a:solidFill>
                  <a:srgbClr val="000000"/>
                </a:solidFill>
                <a:latin typeface="+mj-lt"/>
              </a:rPr>
              <a:t> String </a:t>
            </a:r>
            <a:r>
              <a:rPr lang="en-GB" sz="1400" b="1" dirty="0">
                <a:solidFill>
                  <a:srgbClr val="0000C0"/>
                </a:solidFill>
                <a:latin typeface="+mj-lt"/>
              </a:rPr>
              <a:t>street</a:t>
            </a:r>
            <a:r>
              <a:rPr lang="en-GB" sz="1400" b="1" dirty="0">
                <a:solidFill>
                  <a:srgbClr val="000000"/>
                </a:solidFill>
                <a:latin typeface="+mj-lt"/>
              </a:rPr>
              <a:t>;</a:t>
            </a:r>
          </a:p>
          <a:p>
            <a:pPr algn="l"/>
            <a:r>
              <a:rPr lang="en-GB" sz="1400" b="1" dirty="0">
                <a:solidFill>
                  <a:srgbClr val="7F0055"/>
                </a:solidFill>
                <a:latin typeface="+mj-lt"/>
              </a:rPr>
              <a:t>	private</a:t>
            </a:r>
            <a:r>
              <a:rPr lang="en-GB" sz="1400" b="1" dirty="0">
                <a:solidFill>
                  <a:srgbClr val="000000"/>
                </a:solidFill>
                <a:latin typeface="+mj-lt"/>
              </a:rPr>
              <a:t> String </a:t>
            </a:r>
            <a:r>
              <a:rPr lang="en-GB" sz="1400" b="1" dirty="0">
                <a:solidFill>
                  <a:srgbClr val="0000C0"/>
                </a:solidFill>
                <a:latin typeface="+mj-lt"/>
              </a:rPr>
              <a:t>city</a:t>
            </a:r>
            <a:r>
              <a:rPr lang="en-GB" sz="1400" b="1" dirty="0">
                <a:solidFill>
                  <a:srgbClr val="000000"/>
                </a:solidFill>
                <a:latin typeface="+mj-lt"/>
              </a:rPr>
              <a:t>;</a:t>
            </a:r>
          </a:p>
          <a:p>
            <a:pPr algn="l"/>
            <a:r>
              <a:rPr lang="en-GB" sz="1400" b="1" dirty="0">
                <a:solidFill>
                  <a:srgbClr val="7F0055"/>
                </a:solidFill>
                <a:latin typeface="+mj-lt"/>
              </a:rPr>
              <a:t>	private</a:t>
            </a:r>
            <a:r>
              <a:rPr lang="en-GB" sz="1400" b="1" dirty="0">
                <a:solidFill>
                  <a:srgbClr val="000000"/>
                </a:solidFill>
                <a:latin typeface="+mj-lt"/>
              </a:rPr>
              <a:t> String </a:t>
            </a:r>
            <a:r>
              <a:rPr lang="en-GB" sz="1400" b="1" dirty="0">
                <a:solidFill>
                  <a:srgbClr val="0000C0"/>
                </a:solidFill>
                <a:latin typeface="+mj-lt"/>
              </a:rPr>
              <a:t>state</a:t>
            </a:r>
            <a:r>
              <a:rPr lang="en-GB" sz="1400" b="1" dirty="0">
                <a:solidFill>
                  <a:srgbClr val="000000"/>
                </a:solidFill>
                <a:latin typeface="+mj-lt"/>
              </a:rPr>
              <a:t>;</a:t>
            </a:r>
          </a:p>
          <a:p>
            <a:pPr algn="l"/>
            <a:r>
              <a:rPr lang="en-GB" sz="1400" b="1" dirty="0">
                <a:solidFill>
                  <a:srgbClr val="7F0055"/>
                </a:solidFill>
                <a:latin typeface="+mj-lt"/>
              </a:rPr>
              <a:t>	private</a:t>
            </a:r>
            <a:r>
              <a:rPr lang="en-GB" sz="1400" b="1" dirty="0">
                <a:solidFill>
                  <a:srgbClr val="000000"/>
                </a:solidFill>
                <a:latin typeface="+mj-lt"/>
              </a:rPr>
              <a:t> String </a:t>
            </a:r>
            <a:r>
              <a:rPr lang="en-GB" sz="1400" b="1" dirty="0">
                <a:solidFill>
                  <a:srgbClr val="0000C0"/>
                </a:solidFill>
                <a:latin typeface="+mj-lt"/>
              </a:rPr>
              <a:t>country</a:t>
            </a:r>
            <a:r>
              <a:rPr lang="en-GB" sz="1400" b="1" dirty="0">
                <a:solidFill>
                  <a:srgbClr val="000000"/>
                </a:solidFill>
                <a:latin typeface="+mj-lt"/>
              </a:rPr>
              <a:t>;</a:t>
            </a:r>
          </a:p>
          <a:p>
            <a:pPr algn="l"/>
            <a:r>
              <a:rPr lang="en-GB" sz="1400" b="1" dirty="0">
                <a:solidFill>
                  <a:srgbClr val="000000"/>
                </a:solidFill>
                <a:latin typeface="+mj-lt"/>
              </a:rPr>
              <a:t>}</a:t>
            </a:r>
            <a:endParaRPr lang="en-GB" sz="14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637766858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AB4AF4-71CA-B126-6606-DE5145EA2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Bidirectional Mapping – One To One</a:t>
            </a:r>
            <a:endParaRPr lang="en-GB" b="1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1FE6CF8-F299-2136-423E-B3666DA35606}"/>
              </a:ext>
            </a:extLst>
          </p:cNvPr>
          <p:cNvSpPr/>
          <p:nvPr/>
        </p:nvSpPr>
        <p:spPr>
          <a:xfrm>
            <a:off x="76200" y="1524001"/>
            <a:ext cx="4745142" cy="3276600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107000"/>
              </a:lnSpc>
            </a:pPr>
            <a:r>
              <a:rPr lang="en-GB" sz="1400" dirty="0">
                <a:solidFill>
                  <a:srgbClr val="646464"/>
                </a:solidFill>
                <a:latin typeface="+mj-lt"/>
                <a:ea typeface="Calibri" panose="020F0502020204030204" pitchFamily="34" charset="0"/>
                <a:cs typeface="Consolas" panose="020B0609020204030204" pitchFamily="49" charset="0"/>
              </a:rPr>
              <a:t>@Entity</a:t>
            </a:r>
            <a:endParaRPr lang="en-GB" sz="1400" dirty="0">
              <a:latin typeface="+mj-lt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</a:pPr>
            <a:r>
              <a:rPr lang="en-GB" sz="1400" b="1" dirty="0">
                <a:solidFill>
                  <a:srgbClr val="7F0055"/>
                </a:solidFill>
                <a:latin typeface="+mj-lt"/>
                <a:ea typeface="Calibri" panose="020F0502020204030204" pitchFamily="34" charset="0"/>
                <a:cs typeface="Consolas" panose="020B0609020204030204" pitchFamily="49" charset="0"/>
              </a:rPr>
              <a:t>public</a:t>
            </a:r>
            <a:r>
              <a:rPr lang="en-GB" sz="1400" dirty="0">
                <a:solidFill>
                  <a:srgbClr val="000000"/>
                </a:solidFill>
                <a:latin typeface="+mj-lt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GB" sz="1400" b="1" dirty="0">
                <a:solidFill>
                  <a:srgbClr val="7F0055"/>
                </a:solidFill>
                <a:latin typeface="+mj-lt"/>
                <a:ea typeface="Calibri" panose="020F0502020204030204" pitchFamily="34" charset="0"/>
                <a:cs typeface="Consolas" panose="020B0609020204030204" pitchFamily="49" charset="0"/>
              </a:rPr>
              <a:t>class</a:t>
            </a:r>
            <a:r>
              <a:rPr lang="en-GB" sz="1400" dirty="0">
                <a:solidFill>
                  <a:srgbClr val="000000"/>
                </a:solidFill>
                <a:latin typeface="+mj-lt"/>
                <a:ea typeface="Calibri" panose="020F0502020204030204" pitchFamily="34" charset="0"/>
                <a:cs typeface="Consolas" panose="020B0609020204030204" pitchFamily="49" charset="0"/>
              </a:rPr>
              <a:t> Customer {</a:t>
            </a:r>
            <a:r>
              <a:rPr lang="en-GB" sz="1400" dirty="0">
                <a:latin typeface="+mj-lt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endParaRPr lang="en-GB" sz="1400" dirty="0">
              <a:latin typeface="+mj-lt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</a:pPr>
            <a:r>
              <a:rPr lang="en-GB" sz="1400" dirty="0">
                <a:solidFill>
                  <a:srgbClr val="000000"/>
                </a:solidFill>
                <a:latin typeface="+mj-lt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r>
              <a:rPr lang="en-GB" sz="1400" dirty="0">
                <a:solidFill>
                  <a:srgbClr val="646464"/>
                </a:solidFill>
                <a:latin typeface="+mj-lt"/>
                <a:ea typeface="Calibri" panose="020F0502020204030204" pitchFamily="34" charset="0"/>
                <a:cs typeface="Consolas" panose="020B0609020204030204" pitchFamily="49" charset="0"/>
              </a:rPr>
              <a:t>@Id</a:t>
            </a:r>
            <a:endParaRPr lang="en-GB" sz="1400" dirty="0">
              <a:latin typeface="+mj-lt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</a:pPr>
            <a:r>
              <a:rPr lang="en-GB" sz="1400" dirty="0">
                <a:solidFill>
                  <a:srgbClr val="000000"/>
                </a:solidFill>
                <a:latin typeface="+mj-lt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r>
              <a:rPr lang="en-GB" sz="1400" b="1" dirty="0">
                <a:solidFill>
                  <a:srgbClr val="7F0055"/>
                </a:solidFill>
                <a:latin typeface="+mj-lt"/>
                <a:ea typeface="Calibri" panose="020F0502020204030204" pitchFamily="34" charset="0"/>
                <a:cs typeface="Consolas" panose="020B0609020204030204" pitchFamily="49" charset="0"/>
              </a:rPr>
              <a:t>private</a:t>
            </a:r>
            <a:r>
              <a:rPr lang="en-GB" sz="1400" dirty="0">
                <a:solidFill>
                  <a:srgbClr val="000000"/>
                </a:solidFill>
                <a:latin typeface="+mj-lt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GB" sz="1400" b="1" dirty="0">
                <a:solidFill>
                  <a:srgbClr val="7F0055"/>
                </a:solidFill>
                <a:latin typeface="+mj-lt"/>
                <a:ea typeface="Calibri" panose="020F0502020204030204" pitchFamily="34" charset="0"/>
                <a:cs typeface="Consolas" panose="020B0609020204030204" pitchFamily="49" charset="0"/>
              </a:rPr>
              <a:t>long</a:t>
            </a:r>
            <a:r>
              <a:rPr lang="en-GB" sz="1400" dirty="0">
                <a:solidFill>
                  <a:srgbClr val="000000"/>
                </a:solidFill>
                <a:latin typeface="+mj-lt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GB" sz="1400" dirty="0">
                <a:solidFill>
                  <a:srgbClr val="0000C0"/>
                </a:solidFill>
                <a:latin typeface="+mj-lt"/>
                <a:ea typeface="Calibri" panose="020F0502020204030204" pitchFamily="34" charset="0"/>
                <a:cs typeface="Consolas" panose="020B0609020204030204" pitchFamily="49" charset="0"/>
              </a:rPr>
              <a:t>customerId</a:t>
            </a:r>
            <a:r>
              <a:rPr lang="en-GB" sz="1400" dirty="0">
                <a:solidFill>
                  <a:srgbClr val="000000"/>
                </a:solidFill>
                <a:latin typeface="+mj-lt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en-GB" sz="1400" dirty="0">
              <a:latin typeface="+mj-lt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</a:pPr>
            <a:r>
              <a:rPr lang="en-GB" sz="1400" dirty="0">
                <a:solidFill>
                  <a:srgbClr val="000000"/>
                </a:solidFill>
                <a:latin typeface="+mj-lt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r>
              <a:rPr lang="en-GB" sz="1400" b="1" dirty="0">
                <a:solidFill>
                  <a:srgbClr val="7F0055"/>
                </a:solidFill>
                <a:latin typeface="+mj-lt"/>
                <a:ea typeface="Calibri" panose="020F0502020204030204" pitchFamily="34" charset="0"/>
                <a:cs typeface="Consolas" panose="020B0609020204030204" pitchFamily="49" charset="0"/>
              </a:rPr>
              <a:t>private</a:t>
            </a:r>
            <a:r>
              <a:rPr lang="en-GB" sz="1400" dirty="0">
                <a:solidFill>
                  <a:srgbClr val="000000"/>
                </a:solidFill>
                <a:latin typeface="+mj-lt"/>
                <a:ea typeface="Calibri" panose="020F0502020204030204" pitchFamily="34" charset="0"/>
                <a:cs typeface="Consolas" panose="020B0609020204030204" pitchFamily="49" charset="0"/>
              </a:rPr>
              <a:t> String </a:t>
            </a:r>
            <a:r>
              <a:rPr lang="en-GB" sz="1400" dirty="0">
                <a:solidFill>
                  <a:srgbClr val="0000C0"/>
                </a:solidFill>
                <a:latin typeface="+mj-lt"/>
                <a:ea typeface="Calibri" panose="020F0502020204030204" pitchFamily="34" charset="0"/>
                <a:cs typeface="Consolas" panose="020B0609020204030204" pitchFamily="49" charset="0"/>
              </a:rPr>
              <a:t>name</a:t>
            </a:r>
            <a:r>
              <a:rPr lang="en-GB" sz="1400" dirty="0">
                <a:solidFill>
                  <a:srgbClr val="000000"/>
                </a:solidFill>
                <a:latin typeface="+mj-lt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r>
              <a:rPr lang="en-GB" sz="1400" dirty="0">
                <a:latin typeface="+mj-lt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endParaRPr lang="en-GB" sz="1400" dirty="0">
              <a:latin typeface="+mj-lt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</a:pPr>
            <a:r>
              <a:rPr lang="en-GB" sz="1400" dirty="0">
                <a:solidFill>
                  <a:srgbClr val="000000"/>
                </a:solidFill>
                <a:latin typeface="+mj-lt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r>
              <a:rPr lang="en-GB" sz="1400" dirty="0">
                <a:solidFill>
                  <a:srgbClr val="646464"/>
                </a:solidFill>
                <a:latin typeface="+mj-lt"/>
                <a:ea typeface="Calibri" panose="020F0502020204030204" pitchFamily="34" charset="0"/>
                <a:cs typeface="Consolas" panose="020B0609020204030204" pitchFamily="49" charset="0"/>
              </a:rPr>
              <a:t>@OneToOne</a:t>
            </a:r>
            <a:r>
              <a:rPr lang="en-GB" sz="1400" dirty="0">
                <a:solidFill>
                  <a:srgbClr val="000000"/>
                </a:solidFill>
                <a:latin typeface="+mj-lt"/>
                <a:ea typeface="Calibri" panose="020F0502020204030204" pitchFamily="34" charset="0"/>
                <a:cs typeface="Consolas" panose="020B0609020204030204" pitchFamily="49" charset="0"/>
              </a:rPr>
              <a:t>(mappedBy = </a:t>
            </a:r>
            <a:r>
              <a:rPr lang="en-GB" sz="1400" dirty="0">
                <a:solidFill>
                  <a:srgbClr val="2A00FF"/>
                </a:solidFill>
                <a:latin typeface="+mj-lt"/>
                <a:ea typeface="Calibri" panose="020F0502020204030204" pitchFamily="34" charset="0"/>
                <a:cs typeface="Consolas" panose="020B0609020204030204" pitchFamily="49" charset="0"/>
              </a:rPr>
              <a:t>"customer"</a:t>
            </a:r>
            <a:r>
              <a:rPr lang="en-GB" sz="1400" dirty="0">
                <a:solidFill>
                  <a:srgbClr val="000000"/>
                </a:solidFill>
                <a:latin typeface="+mj-lt"/>
                <a:ea typeface="Calibri" panose="020F0502020204030204" pitchFamily="34" charset="0"/>
                <a:cs typeface="Consolas" panose="020B0609020204030204" pitchFamily="49" charset="0"/>
              </a:rPr>
              <a:t>)</a:t>
            </a:r>
            <a:endParaRPr lang="en-GB" sz="1400" dirty="0">
              <a:latin typeface="+mj-lt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650"/>
              </a:spcAft>
            </a:pPr>
            <a:r>
              <a:rPr lang="en-GB" sz="1400" dirty="0">
                <a:solidFill>
                  <a:srgbClr val="000000"/>
                </a:solidFill>
                <a:latin typeface="+mj-lt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r>
              <a:rPr lang="en-GB" sz="1400" b="1" dirty="0">
                <a:solidFill>
                  <a:srgbClr val="7F0055"/>
                </a:solidFill>
                <a:latin typeface="+mj-lt"/>
                <a:ea typeface="Calibri" panose="020F0502020204030204" pitchFamily="34" charset="0"/>
                <a:cs typeface="Consolas" panose="020B0609020204030204" pitchFamily="49" charset="0"/>
              </a:rPr>
              <a:t>private</a:t>
            </a:r>
            <a:r>
              <a:rPr lang="en-GB" sz="1400" dirty="0">
                <a:solidFill>
                  <a:srgbClr val="000000"/>
                </a:solidFill>
                <a:latin typeface="+mj-lt"/>
                <a:ea typeface="Calibri" panose="020F0502020204030204" pitchFamily="34" charset="0"/>
                <a:cs typeface="Consolas" panose="020B0609020204030204" pitchFamily="49" charset="0"/>
              </a:rPr>
              <a:t> Address </a:t>
            </a:r>
            <a:r>
              <a:rPr lang="en-GB" sz="1400" dirty="0" err="1">
                <a:solidFill>
                  <a:srgbClr val="0000C0"/>
                </a:solidFill>
                <a:latin typeface="+mj-lt"/>
                <a:ea typeface="Calibri" panose="020F0502020204030204" pitchFamily="34" charset="0"/>
                <a:cs typeface="Consolas" panose="020B0609020204030204" pitchFamily="49" charset="0"/>
              </a:rPr>
              <a:t>address</a:t>
            </a:r>
            <a:r>
              <a:rPr lang="en-GB" sz="1400" dirty="0">
                <a:solidFill>
                  <a:srgbClr val="000000"/>
                </a:solidFill>
                <a:latin typeface="+mj-lt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</a:p>
          <a:p>
            <a:pPr>
              <a:lnSpc>
                <a:spcPct val="107000"/>
              </a:lnSpc>
              <a:spcAft>
                <a:spcPts val="650"/>
              </a:spcAft>
            </a:pPr>
            <a:r>
              <a:rPr lang="en-GB" sz="1400" dirty="0">
                <a:solidFill>
                  <a:srgbClr val="000000"/>
                </a:solidFill>
                <a:latin typeface="+mj-lt"/>
                <a:ea typeface="Calibri" panose="020F0502020204030204" pitchFamily="34" charset="0"/>
                <a:cs typeface="Arial" panose="020B0604020202020204" pitchFamily="34" charset="0"/>
              </a:rPr>
              <a:t>}</a:t>
            </a:r>
            <a:endParaRPr lang="en-GB" sz="1400" dirty="0">
              <a:latin typeface="+mj-lt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821F3CD-F56C-1D12-3FF4-B36655B9C3A3}"/>
              </a:ext>
            </a:extLst>
          </p:cNvPr>
          <p:cNvSpPr/>
          <p:nvPr/>
        </p:nvSpPr>
        <p:spPr>
          <a:xfrm>
            <a:off x="4938189" y="1524001"/>
            <a:ext cx="4836152" cy="3276600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l"/>
            <a:r>
              <a:rPr lang="en-GB" sz="1400" dirty="0">
                <a:solidFill>
                  <a:srgbClr val="646464"/>
                </a:solidFill>
                <a:latin typeface="+mj-lt"/>
              </a:rPr>
              <a:t>@Entity</a:t>
            </a:r>
          </a:p>
          <a:p>
            <a:pPr algn="l"/>
            <a:r>
              <a:rPr lang="en-GB" sz="1400" b="1" dirty="0">
                <a:solidFill>
                  <a:srgbClr val="7F0055"/>
                </a:solidFill>
                <a:latin typeface="+mj-lt"/>
              </a:rPr>
              <a:t>public</a:t>
            </a:r>
            <a:r>
              <a:rPr lang="en-GB" sz="1400" b="1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GB" sz="1400" b="1" dirty="0">
                <a:solidFill>
                  <a:srgbClr val="7F0055"/>
                </a:solidFill>
                <a:latin typeface="+mj-lt"/>
              </a:rPr>
              <a:t>class</a:t>
            </a:r>
            <a:r>
              <a:rPr lang="en-GB" sz="1400" b="1" dirty="0">
                <a:solidFill>
                  <a:srgbClr val="000000"/>
                </a:solidFill>
                <a:latin typeface="+mj-lt"/>
              </a:rPr>
              <a:t> Address {</a:t>
            </a:r>
            <a:endParaRPr lang="en-GB" sz="1400" dirty="0">
              <a:latin typeface="+mj-lt"/>
            </a:endParaRPr>
          </a:p>
          <a:p>
            <a:pPr algn="l"/>
            <a:r>
              <a:rPr lang="en-GB" sz="1400" dirty="0">
                <a:solidFill>
                  <a:srgbClr val="646464"/>
                </a:solidFill>
                <a:latin typeface="+mj-lt"/>
              </a:rPr>
              <a:t>	@Id</a:t>
            </a:r>
          </a:p>
          <a:p>
            <a:pPr algn="l"/>
            <a:r>
              <a:rPr lang="en-GB" sz="1400" b="1" dirty="0">
                <a:solidFill>
                  <a:srgbClr val="7F0055"/>
                </a:solidFill>
                <a:latin typeface="+mj-lt"/>
              </a:rPr>
              <a:t>	private</a:t>
            </a:r>
            <a:r>
              <a:rPr lang="en-GB" sz="1400" b="1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GB" sz="1400" b="1" dirty="0">
                <a:solidFill>
                  <a:srgbClr val="7F0055"/>
                </a:solidFill>
                <a:latin typeface="+mj-lt"/>
              </a:rPr>
              <a:t>long</a:t>
            </a:r>
            <a:r>
              <a:rPr lang="en-GB" sz="1400" b="1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GB" sz="1400" b="1" dirty="0" err="1">
                <a:solidFill>
                  <a:srgbClr val="0000C0"/>
                </a:solidFill>
                <a:latin typeface="+mj-lt"/>
              </a:rPr>
              <a:t>addressId</a:t>
            </a:r>
            <a:r>
              <a:rPr lang="en-GB" sz="1400" b="1" dirty="0">
                <a:solidFill>
                  <a:srgbClr val="000000"/>
                </a:solidFill>
                <a:latin typeface="+mj-lt"/>
              </a:rPr>
              <a:t>;</a:t>
            </a:r>
          </a:p>
          <a:p>
            <a:pPr algn="l"/>
            <a:r>
              <a:rPr lang="en-GB" sz="1400" b="1" dirty="0">
                <a:solidFill>
                  <a:srgbClr val="7F0055"/>
                </a:solidFill>
                <a:latin typeface="+mj-lt"/>
              </a:rPr>
              <a:t>	private</a:t>
            </a:r>
            <a:r>
              <a:rPr lang="en-GB" sz="1400" b="1" dirty="0">
                <a:solidFill>
                  <a:srgbClr val="000000"/>
                </a:solidFill>
                <a:latin typeface="+mj-lt"/>
              </a:rPr>
              <a:t> String </a:t>
            </a:r>
            <a:r>
              <a:rPr lang="en-GB" sz="1400" b="1" dirty="0">
                <a:solidFill>
                  <a:srgbClr val="0000C0"/>
                </a:solidFill>
                <a:latin typeface="+mj-lt"/>
              </a:rPr>
              <a:t>street</a:t>
            </a:r>
            <a:r>
              <a:rPr lang="en-GB" sz="1400" b="1" dirty="0">
                <a:solidFill>
                  <a:srgbClr val="000000"/>
                </a:solidFill>
                <a:latin typeface="+mj-lt"/>
              </a:rPr>
              <a:t>;</a:t>
            </a:r>
          </a:p>
          <a:p>
            <a:pPr algn="l"/>
            <a:r>
              <a:rPr lang="en-GB" sz="1400" b="1" dirty="0">
                <a:solidFill>
                  <a:srgbClr val="7F0055"/>
                </a:solidFill>
                <a:latin typeface="+mj-lt"/>
              </a:rPr>
              <a:t>	private</a:t>
            </a:r>
            <a:r>
              <a:rPr lang="en-GB" sz="1400" b="1" dirty="0">
                <a:solidFill>
                  <a:srgbClr val="000000"/>
                </a:solidFill>
                <a:latin typeface="+mj-lt"/>
              </a:rPr>
              <a:t> String </a:t>
            </a:r>
            <a:r>
              <a:rPr lang="en-GB" sz="1400" b="1" dirty="0">
                <a:solidFill>
                  <a:srgbClr val="0000C0"/>
                </a:solidFill>
                <a:latin typeface="+mj-lt"/>
              </a:rPr>
              <a:t>city</a:t>
            </a:r>
            <a:r>
              <a:rPr lang="en-GB" sz="1400" b="1" dirty="0">
                <a:solidFill>
                  <a:srgbClr val="000000"/>
                </a:solidFill>
                <a:latin typeface="+mj-lt"/>
              </a:rPr>
              <a:t>;</a:t>
            </a:r>
          </a:p>
          <a:p>
            <a:pPr algn="l"/>
            <a:r>
              <a:rPr lang="en-GB" sz="1400" b="1" dirty="0">
                <a:solidFill>
                  <a:srgbClr val="7F0055"/>
                </a:solidFill>
                <a:latin typeface="+mj-lt"/>
              </a:rPr>
              <a:t>	private</a:t>
            </a:r>
            <a:r>
              <a:rPr lang="en-GB" sz="1400" b="1" dirty="0">
                <a:solidFill>
                  <a:srgbClr val="000000"/>
                </a:solidFill>
                <a:latin typeface="+mj-lt"/>
              </a:rPr>
              <a:t> String </a:t>
            </a:r>
            <a:r>
              <a:rPr lang="en-GB" sz="1400" b="1" dirty="0">
                <a:solidFill>
                  <a:srgbClr val="0000C0"/>
                </a:solidFill>
                <a:latin typeface="+mj-lt"/>
              </a:rPr>
              <a:t>state</a:t>
            </a:r>
            <a:r>
              <a:rPr lang="en-GB" sz="1400" b="1" dirty="0">
                <a:solidFill>
                  <a:srgbClr val="000000"/>
                </a:solidFill>
                <a:latin typeface="+mj-lt"/>
              </a:rPr>
              <a:t>;</a:t>
            </a:r>
          </a:p>
          <a:p>
            <a:pPr algn="l"/>
            <a:r>
              <a:rPr lang="en-GB" sz="1400" b="1" dirty="0">
                <a:solidFill>
                  <a:srgbClr val="7F0055"/>
                </a:solidFill>
                <a:latin typeface="+mj-lt"/>
              </a:rPr>
              <a:t>	private</a:t>
            </a:r>
            <a:r>
              <a:rPr lang="en-GB" sz="1400" b="1" dirty="0">
                <a:solidFill>
                  <a:srgbClr val="000000"/>
                </a:solidFill>
                <a:latin typeface="+mj-lt"/>
              </a:rPr>
              <a:t> String </a:t>
            </a:r>
            <a:r>
              <a:rPr lang="en-GB" sz="1400" b="1" dirty="0">
                <a:solidFill>
                  <a:srgbClr val="0000C0"/>
                </a:solidFill>
                <a:latin typeface="+mj-lt"/>
              </a:rPr>
              <a:t>country</a:t>
            </a:r>
            <a:r>
              <a:rPr lang="en-GB" sz="1400" b="1" dirty="0">
                <a:solidFill>
                  <a:srgbClr val="000000"/>
                </a:solidFill>
                <a:latin typeface="+mj-lt"/>
              </a:rPr>
              <a:t>;</a:t>
            </a:r>
          </a:p>
          <a:p>
            <a:pPr algn="l"/>
            <a:endParaRPr lang="en-GB" sz="1400" dirty="0">
              <a:latin typeface="+mj-lt"/>
            </a:endParaRPr>
          </a:p>
          <a:p>
            <a:pPr algn="l"/>
            <a:r>
              <a:rPr lang="en-GB" sz="1200" dirty="0">
                <a:solidFill>
                  <a:srgbClr val="646464"/>
                </a:solidFill>
                <a:latin typeface="+mj-lt"/>
              </a:rPr>
              <a:t>	@OneToOne</a:t>
            </a:r>
            <a:r>
              <a:rPr lang="en-GB" sz="1200" dirty="0">
                <a:solidFill>
                  <a:srgbClr val="000000"/>
                </a:solidFill>
                <a:latin typeface="+mj-lt"/>
              </a:rPr>
              <a:t>(cascade = 	</a:t>
            </a:r>
            <a:r>
              <a:rPr lang="en-GB" sz="1200" dirty="0" err="1">
                <a:solidFill>
                  <a:srgbClr val="000000"/>
                </a:solidFill>
                <a:latin typeface="+mj-lt"/>
              </a:rPr>
              <a:t>CascadeType.</a:t>
            </a:r>
            <a:r>
              <a:rPr lang="en-GB" sz="1200" b="1" i="1" dirty="0" err="1">
                <a:solidFill>
                  <a:srgbClr val="0000C0"/>
                </a:solidFill>
                <a:latin typeface="+mj-lt"/>
              </a:rPr>
              <a:t>ALL</a:t>
            </a:r>
            <a:r>
              <a:rPr lang="en-GB" sz="1200" b="1" i="1" dirty="0">
                <a:solidFill>
                  <a:srgbClr val="000000"/>
                </a:solidFill>
                <a:latin typeface="+mj-lt"/>
              </a:rPr>
              <a:t>)</a:t>
            </a:r>
            <a:r>
              <a:rPr lang="en-GB" sz="1400" dirty="0">
                <a:solidFill>
                  <a:srgbClr val="646464"/>
                </a:solidFill>
                <a:latin typeface="+mj-lt"/>
              </a:rPr>
              <a:t>	</a:t>
            </a:r>
          </a:p>
          <a:p>
            <a:pPr algn="l"/>
            <a:r>
              <a:rPr lang="en-GB" sz="1400" dirty="0">
                <a:solidFill>
                  <a:srgbClr val="646464"/>
                </a:solidFill>
                <a:latin typeface="+mj-lt"/>
              </a:rPr>
              <a:t>	@JoinColumn</a:t>
            </a:r>
            <a:r>
              <a:rPr lang="en-GB" sz="1400" dirty="0">
                <a:solidFill>
                  <a:srgbClr val="000000"/>
                </a:solidFill>
                <a:latin typeface="+mj-lt"/>
              </a:rPr>
              <a:t>(name = </a:t>
            </a:r>
            <a:r>
              <a:rPr lang="en-GB" sz="1400" dirty="0">
                <a:solidFill>
                  <a:srgbClr val="2A00FF"/>
                </a:solidFill>
                <a:latin typeface="+mj-lt"/>
              </a:rPr>
              <a:t>"</a:t>
            </a:r>
            <a:r>
              <a:rPr lang="en-GB" sz="1400" dirty="0" err="1">
                <a:solidFill>
                  <a:srgbClr val="2A00FF"/>
                </a:solidFill>
                <a:latin typeface="+mj-lt"/>
              </a:rPr>
              <a:t>customer_id</a:t>
            </a:r>
            <a:r>
              <a:rPr lang="en-GB" sz="1400" dirty="0">
                <a:solidFill>
                  <a:srgbClr val="2A00FF"/>
                </a:solidFill>
                <a:latin typeface="+mj-lt"/>
              </a:rPr>
              <a:t>"</a:t>
            </a:r>
            <a:r>
              <a:rPr lang="en-GB" sz="1400" dirty="0">
                <a:solidFill>
                  <a:srgbClr val="000000"/>
                </a:solidFill>
                <a:latin typeface="+mj-lt"/>
              </a:rPr>
              <a:t>)</a:t>
            </a:r>
          </a:p>
          <a:p>
            <a:pPr algn="l"/>
            <a:r>
              <a:rPr lang="en-GB" sz="1400" b="1" dirty="0">
                <a:solidFill>
                  <a:srgbClr val="7F0055"/>
                </a:solidFill>
                <a:latin typeface="+mj-lt"/>
              </a:rPr>
              <a:t>	private</a:t>
            </a:r>
            <a:r>
              <a:rPr lang="en-GB" sz="1400" b="1" dirty="0">
                <a:solidFill>
                  <a:srgbClr val="000000"/>
                </a:solidFill>
                <a:latin typeface="+mj-lt"/>
              </a:rPr>
              <a:t> Customer </a:t>
            </a:r>
            <a:r>
              <a:rPr lang="en-GB" sz="1400" b="1" dirty="0" err="1">
                <a:solidFill>
                  <a:srgbClr val="0000C0"/>
                </a:solidFill>
                <a:latin typeface="+mj-lt"/>
              </a:rPr>
              <a:t>customer</a:t>
            </a:r>
            <a:r>
              <a:rPr lang="en-GB" sz="1400" b="1" dirty="0">
                <a:solidFill>
                  <a:srgbClr val="000000"/>
                </a:solidFill>
                <a:latin typeface="+mj-lt"/>
              </a:rPr>
              <a:t>;</a:t>
            </a:r>
          </a:p>
          <a:p>
            <a:pPr algn="l"/>
            <a:r>
              <a:rPr lang="en-GB" sz="1400" b="1" dirty="0">
                <a:solidFill>
                  <a:srgbClr val="000000"/>
                </a:solidFill>
                <a:latin typeface="+mj-lt"/>
              </a:rPr>
              <a:t>}</a:t>
            </a:r>
            <a:endParaRPr lang="en-GB" sz="14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356660580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7B7936-1876-FAC3-3C88-54C384A24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i="0" dirty="0">
                <a:effectLst/>
              </a:rPr>
              <a:t>One-To-Many</a:t>
            </a:r>
            <a:endParaRPr lang="en-GB" b="1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5EC1BE4-EC14-472D-F3E4-09F206000BE4}"/>
              </a:ext>
            </a:extLst>
          </p:cNvPr>
          <p:cNvSpPr/>
          <p:nvPr/>
        </p:nvSpPr>
        <p:spPr>
          <a:xfrm>
            <a:off x="507339" y="1524000"/>
            <a:ext cx="4419600" cy="2657598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107000"/>
              </a:lnSpc>
            </a:pPr>
            <a:r>
              <a:rPr lang="en-GB" sz="1625" dirty="0">
                <a:solidFill>
                  <a:srgbClr val="646464"/>
                </a:solidFill>
                <a:latin typeface="+mj-lt"/>
                <a:ea typeface="Calibri" panose="020F0502020204030204" pitchFamily="34" charset="0"/>
                <a:cs typeface="Consolas" panose="020B0609020204030204" pitchFamily="49" charset="0"/>
              </a:rPr>
              <a:t>@Entity</a:t>
            </a:r>
            <a:endParaRPr lang="en-GB" sz="1625" dirty="0">
              <a:latin typeface="+mj-lt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</a:pPr>
            <a:r>
              <a:rPr lang="en-GB" sz="1625" b="1" dirty="0">
                <a:solidFill>
                  <a:srgbClr val="7F0055"/>
                </a:solidFill>
                <a:latin typeface="+mj-lt"/>
                <a:ea typeface="Calibri" panose="020F0502020204030204" pitchFamily="34" charset="0"/>
                <a:cs typeface="Consolas" panose="020B0609020204030204" pitchFamily="49" charset="0"/>
              </a:rPr>
              <a:t>public</a:t>
            </a:r>
            <a:r>
              <a:rPr lang="en-GB" sz="1625" dirty="0">
                <a:solidFill>
                  <a:srgbClr val="000000"/>
                </a:solidFill>
                <a:latin typeface="+mj-lt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GB" sz="1625" b="1" dirty="0">
                <a:solidFill>
                  <a:srgbClr val="7F0055"/>
                </a:solidFill>
                <a:latin typeface="+mj-lt"/>
                <a:ea typeface="Calibri" panose="020F0502020204030204" pitchFamily="34" charset="0"/>
                <a:cs typeface="Consolas" panose="020B0609020204030204" pitchFamily="49" charset="0"/>
              </a:rPr>
              <a:t>class</a:t>
            </a:r>
            <a:r>
              <a:rPr lang="en-GB" sz="1625" dirty="0">
                <a:solidFill>
                  <a:srgbClr val="000000"/>
                </a:solidFill>
                <a:latin typeface="+mj-lt"/>
                <a:ea typeface="Calibri" panose="020F0502020204030204" pitchFamily="34" charset="0"/>
                <a:cs typeface="Consolas" panose="020B0609020204030204" pitchFamily="49" charset="0"/>
              </a:rPr>
              <a:t> Bank {</a:t>
            </a:r>
            <a:r>
              <a:rPr lang="en-GB" sz="1625" dirty="0">
                <a:latin typeface="+mj-lt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endParaRPr lang="en-GB" sz="1625" dirty="0">
              <a:latin typeface="+mj-lt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</a:pPr>
            <a:r>
              <a:rPr lang="en-GB" sz="1625" dirty="0">
                <a:solidFill>
                  <a:srgbClr val="000000"/>
                </a:solidFill>
                <a:latin typeface="+mj-lt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r>
              <a:rPr lang="en-GB" sz="1625" dirty="0">
                <a:solidFill>
                  <a:srgbClr val="646464"/>
                </a:solidFill>
                <a:latin typeface="+mj-lt"/>
                <a:ea typeface="Calibri" panose="020F0502020204030204" pitchFamily="34" charset="0"/>
                <a:cs typeface="Consolas" panose="020B0609020204030204" pitchFamily="49" charset="0"/>
              </a:rPr>
              <a:t>@Id</a:t>
            </a:r>
            <a:endParaRPr lang="en-GB" sz="1625" dirty="0">
              <a:latin typeface="+mj-lt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</a:pPr>
            <a:r>
              <a:rPr lang="en-GB" sz="1625" dirty="0">
                <a:solidFill>
                  <a:srgbClr val="000000"/>
                </a:solidFill>
                <a:latin typeface="+mj-lt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r>
              <a:rPr lang="en-GB" sz="1625" b="1" dirty="0">
                <a:solidFill>
                  <a:srgbClr val="7F0055"/>
                </a:solidFill>
                <a:latin typeface="+mj-lt"/>
                <a:ea typeface="Calibri" panose="020F0502020204030204" pitchFamily="34" charset="0"/>
                <a:cs typeface="Consolas" panose="020B0609020204030204" pitchFamily="49" charset="0"/>
              </a:rPr>
              <a:t>private</a:t>
            </a:r>
            <a:r>
              <a:rPr lang="en-GB" sz="1625" dirty="0">
                <a:solidFill>
                  <a:srgbClr val="000000"/>
                </a:solidFill>
                <a:latin typeface="+mj-lt"/>
                <a:ea typeface="Calibri" panose="020F0502020204030204" pitchFamily="34" charset="0"/>
                <a:cs typeface="Consolas" panose="020B0609020204030204" pitchFamily="49" charset="0"/>
              </a:rPr>
              <a:t> String </a:t>
            </a:r>
            <a:r>
              <a:rPr lang="en-GB" sz="1625" dirty="0">
                <a:solidFill>
                  <a:srgbClr val="0000C0"/>
                </a:solidFill>
                <a:latin typeface="+mj-lt"/>
                <a:ea typeface="Calibri" panose="020F0502020204030204" pitchFamily="34" charset="0"/>
                <a:cs typeface="Consolas" panose="020B0609020204030204" pitchFamily="49" charset="0"/>
              </a:rPr>
              <a:t>code</a:t>
            </a:r>
            <a:r>
              <a:rPr lang="en-GB" sz="1625" dirty="0">
                <a:solidFill>
                  <a:srgbClr val="000000"/>
                </a:solidFill>
                <a:latin typeface="+mj-lt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en-GB" sz="1625" dirty="0">
              <a:latin typeface="+mj-lt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</a:pPr>
            <a:r>
              <a:rPr lang="en-GB" sz="1625" dirty="0">
                <a:solidFill>
                  <a:srgbClr val="000000"/>
                </a:solidFill>
                <a:latin typeface="+mj-lt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r>
              <a:rPr lang="en-GB" sz="1625" b="1" dirty="0">
                <a:solidFill>
                  <a:srgbClr val="7F0055"/>
                </a:solidFill>
                <a:latin typeface="+mj-lt"/>
                <a:ea typeface="Calibri" panose="020F0502020204030204" pitchFamily="34" charset="0"/>
                <a:cs typeface="Consolas" panose="020B0609020204030204" pitchFamily="49" charset="0"/>
              </a:rPr>
              <a:t>private</a:t>
            </a:r>
            <a:r>
              <a:rPr lang="en-GB" sz="1625" dirty="0">
                <a:solidFill>
                  <a:srgbClr val="000000"/>
                </a:solidFill>
                <a:latin typeface="+mj-lt"/>
                <a:ea typeface="Calibri" panose="020F0502020204030204" pitchFamily="34" charset="0"/>
                <a:cs typeface="Consolas" panose="020B0609020204030204" pitchFamily="49" charset="0"/>
              </a:rPr>
              <a:t> String </a:t>
            </a:r>
            <a:r>
              <a:rPr lang="en-GB" sz="1625" dirty="0">
                <a:solidFill>
                  <a:srgbClr val="0000C0"/>
                </a:solidFill>
                <a:latin typeface="+mj-lt"/>
                <a:ea typeface="Calibri" panose="020F0502020204030204" pitchFamily="34" charset="0"/>
                <a:cs typeface="Consolas" panose="020B0609020204030204" pitchFamily="49" charset="0"/>
              </a:rPr>
              <a:t>name</a:t>
            </a:r>
            <a:r>
              <a:rPr lang="en-GB" sz="1625" dirty="0">
                <a:solidFill>
                  <a:srgbClr val="000000"/>
                </a:solidFill>
                <a:latin typeface="+mj-lt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r>
              <a:rPr lang="en-GB" sz="1625" dirty="0">
                <a:latin typeface="+mj-lt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endParaRPr lang="en-GB" sz="1625" dirty="0">
              <a:latin typeface="+mj-lt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</a:pPr>
            <a:r>
              <a:rPr lang="en-GB" sz="1625" dirty="0">
                <a:solidFill>
                  <a:srgbClr val="000000"/>
                </a:solidFill>
                <a:latin typeface="+mj-lt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r>
              <a:rPr lang="en-GB" sz="1625" dirty="0">
                <a:solidFill>
                  <a:srgbClr val="646464"/>
                </a:solidFill>
                <a:latin typeface="+mj-lt"/>
                <a:ea typeface="Calibri" panose="020F0502020204030204" pitchFamily="34" charset="0"/>
                <a:cs typeface="Consolas" panose="020B0609020204030204" pitchFamily="49" charset="0"/>
              </a:rPr>
              <a:t>@OneToMany</a:t>
            </a:r>
            <a:r>
              <a:rPr lang="en-GB" sz="1625" dirty="0">
                <a:solidFill>
                  <a:srgbClr val="000000"/>
                </a:solidFill>
                <a:latin typeface="+mj-lt"/>
                <a:ea typeface="Calibri" panose="020F0502020204030204" pitchFamily="34" charset="0"/>
                <a:cs typeface="Consolas" panose="020B0609020204030204" pitchFamily="49" charset="0"/>
              </a:rPr>
              <a:t>(mappedBy = </a:t>
            </a:r>
            <a:r>
              <a:rPr lang="en-GB" sz="1625" dirty="0">
                <a:solidFill>
                  <a:srgbClr val="2A00FF"/>
                </a:solidFill>
                <a:latin typeface="+mj-lt"/>
                <a:ea typeface="Calibri" panose="020F0502020204030204" pitchFamily="34" charset="0"/>
                <a:cs typeface="Consolas" panose="020B0609020204030204" pitchFamily="49" charset="0"/>
              </a:rPr>
              <a:t>"bank"</a:t>
            </a:r>
            <a:r>
              <a:rPr lang="en-GB" sz="1625" dirty="0">
                <a:solidFill>
                  <a:srgbClr val="000000"/>
                </a:solidFill>
                <a:latin typeface="+mj-lt"/>
                <a:ea typeface="Calibri" panose="020F0502020204030204" pitchFamily="34" charset="0"/>
                <a:cs typeface="Consolas" panose="020B0609020204030204" pitchFamily="49" charset="0"/>
              </a:rPr>
              <a:t>)</a:t>
            </a:r>
            <a:endParaRPr lang="en-GB" sz="1625" dirty="0">
              <a:latin typeface="+mj-lt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650"/>
              </a:spcAft>
            </a:pPr>
            <a:r>
              <a:rPr lang="en-GB" sz="1625" dirty="0">
                <a:solidFill>
                  <a:srgbClr val="000000"/>
                </a:solidFill>
                <a:latin typeface="+mj-lt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r>
              <a:rPr lang="en-GB" sz="1625" b="1" dirty="0">
                <a:solidFill>
                  <a:srgbClr val="7F0055"/>
                </a:solidFill>
                <a:latin typeface="+mj-lt"/>
                <a:ea typeface="Calibri" panose="020F0502020204030204" pitchFamily="34" charset="0"/>
                <a:cs typeface="Consolas" panose="020B0609020204030204" pitchFamily="49" charset="0"/>
              </a:rPr>
              <a:t>private</a:t>
            </a:r>
            <a:r>
              <a:rPr lang="en-GB" sz="1625" dirty="0">
                <a:solidFill>
                  <a:srgbClr val="000000"/>
                </a:solidFill>
                <a:latin typeface="+mj-lt"/>
                <a:ea typeface="Calibri" panose="020F0502020204030204" pitchFamily="34" charset="0"/>
                <a:cs typeface="Consolas" panose="020B0609020204030204" pitchFamily="49" charset="0"/>
              </a:rPr>
              <a:t> Set&lt;Branch&gt; </a:t>
            </a:r>
            <a:r>
              <a:rPr lang="en-GB" sz="1625" dirty="0">
                <a:solidFill>
                  <a:srgbClr val="0000C0"/>
                </a:solidFill>
                <a:latin typeface="+mj-lt"/>
                <a:ea typeface="Calibri" panose="020F0502020204030204" pitchFamily="34" charset="0"/>
                <a:cs typeface="Consolas" panose="020B0609020204030204" pitchFamily="49" charset="0"/>
              </a:rPr>
              <a:t>branch</a:t>
            </a:r>
            <a:r>
              <a:rPr lang="en-GB" sz="1625" dirty="0">
                <a:solidFill>
                  <a:srgbClr val="000000"/>
                </a:solidFill>
                <a:latin typeface="+mj-lt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</a:p>
          <a:p>
            <a:pPr>
              <a:lnSpc>
                <a:spcPct val="107000"/>
              </a:lnSpc>
              <a:spcAft>
                <a:spcPts val="650"/>
              </a:spcAft>
            </a:pPr>
            <a:r>
              <a:rPr lang="en-GB" sz="1625" dirty="0">
                <a:solidFill>
                  <a:srgbClr val="000000"/>
                </a:solidFill>
                <a:latin typeface="+mj-lt"/>
                <a:ea typeface="Calibri" panose="020F0502020204030204" pitchFamily="34" charset="0"/>
                <a:cs typeface="Arial" panose="020B0604020202020204" pitchFamily="34" charset="0"/>
              </a:rPr>
              <a:t>}</a:t>
            </a:r>
            <a:endParaRPr lang="en-GB" sz="1625" dirty="0">
              <a:latin typeface="+mj-lt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0C19515-7A87-5847-AAF9-8BF5997F85BB}"/>
              </a:ext>
            </a:extLst>
          </p:cNvPr>
          <p:cNvSpPr/>
          <p:nvPr/>
        </p:nvSpPr>
        <p:spPr>
          <a:xfrm>
            <a:off x="5176552" y="1524000"/>
            <a:ext cx="4055574" cy="2657599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107000"/>
              </a:lnSpc>
            </a:pPr>
            <a:r>
              <a:rPr lang="en-GB" sz="1625" dirty="0">
                <a:solidFill>
                  <a:srgbClr val="646464"/>
                </a:solidFill>
                <a:latin typeface="+mj-lt"/>
                <a:ea typeface="Calibri" panose="020F0502020204030204" pitchFamily="34" charset="0"/>
                <a:cs typeface="Consolas" panose="020B0609020204030204" pitchFamily="49" charset="0"/>
              </a:rPr>
              <a:t>@Entity</a:t>
            </a:r>
            <a:endParaRPr lang="en-GB" sz="1625" dirty="0">
              <a:latin typeface="+mj-lt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</a:pPr>
            <a:r>
              <a:rPr lang="en-GB" sz="1625" b="1" dirty="0">
                <a:solidFill>
                  <a:srgbClr val="7F0055"/>
                </a:solidFill>
                <a:latin typeface="+mj-lt"/>
                <a:ea typeface="Calibri" panose="020F0502020204030204" pitchFamily="34" charset="0"/>
                <a:cs typeface="Consolas" panose="020B0609020204030204" pitchFamily="49" charset="0"/>
              </a:rPr>
              <a:t>public</a:t>
            </a:r>
            <a:r>
              <a:rPr lang="en-GB" sz="1625" dirty="0">
                <a:solidFill>
                  <a:srgbClr val="000000"/>
                </a:solidFill>
                <a:latin typeface="+mj-lt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GB" sz="1625" b="1" dirty="0">
                <a:solidFill>
                  <a:srgbClr val="7F0055"/>
                </a:solidFill>
                <a:latin typeface="+mj-lt"/>
                <a:ea typeface="Calibri" panose="020F0502020204030204" pitchFamily="34" charset="0"/>
                <a:cs typeface="Consolas" panose="020B0609020204030204" pitchFamily="49" charset="0"/>
              </a:rPr>
              <a:t>class</a:t>
            </a:r>
            <a:r>
              <a:rPr lang="en-GB" sz="1625" dirty="0">
                <a:solidFill>
                  <a:srgbClr val="000000"/>
                </a:solidFill>
                <a:latin typeface="+mj-lt"/>
                <a:ea typeface="Calibri" panose="020F0502020204030204" pitchFamily="34" charset="0"/>
                <a:cs typeface="Consolas" panose="020B0609020204030204" pitchFamily="49" charset="0"/>
              </a:rPr>
              <a:t> Branch {</a:t>
            </a:r>
            <a:r>
              <a:rPr lang="en-GB" sz="1625" dirty="0">
                <a:latin typeface="+mj-lt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endParaRPr lang="en-GB" sz="1625" dirty="0">
              <a:latin typeface="+mj-lt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</a:pPr>
            <a:r>
              <a:rPr lang="en-GB" sz="1625" dirty="0">
                <a:solidFill>
                  <a:srgbClr val="000000"/>
                </a:solidFill>
                <a:latin typeface="+mj-lt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r>
              <a:rPr lang="en-GB" sz="1625" dirty="0">
                <a:solidFill>
                  <a:srgbClr val="646464"/>
                </a:solidFill>
                <a:latin typeface="+mj-lt"/>
                <a:ea typeface="Calibri" panose="020F0502020204030204" pitchFamily="34" charset="0"/>
                <a:cs typeface="Consolas" panose="020B0609020204030204" pitchFamily="49" charset="0"/>
              </a:rPr>
              <a:t>@Id</a:t>
            </a:r>
            <a:endParaRPr lang="en-GB" sz="1625" dirty="0">
              <a:latin typeface="+mj-lt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</a:pPr>
            <a:r>
              <a:rPr lang="en-GB" sz="1625" dirty="0">
                <a:solidFill>
                  <a:srgbClr val="000000"/>
                </a:solidFill>
                <a:latin typeface="+mj-lt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r>
              <a:rPr lang="en-GB" sz="1625" b="1" dirty="0">
                <a:solidFill>
                  <a:srgbClr val="7F0055"/>
                </a:solidFill>
                <a:latin typeface="+mj-lt"/>
                <a:ea typeface="Calibri" panose="020F0502020204030204" pitchFamily="34" charset="0"/>
                <a:cs typeface="Consolas" panose="020B0609020204030204" pitchFamily="49" charset="0"/>
              </a:rPr>
              <a:t>private</a:t>
            </a:r>
            <a:r>
              <a:rPr lang="en-GB" sz="1625" dirty="0">
                <a:solidFill>
                  <a:srgbClr val="000000"/>
                </a:solidFill>
                <a:latin typeface="+mj-lt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GB" sz="1625" b="1" dirty="0">
                <a:solidFill>
                  <a:srgbClr val="7F0055"/>
                </a:solidFill>
                <a:latin typeface="+mj-lt"/>
                <a:ea typeface="Calibri" panose="020F0502020204030204" pitchFamily="34" charset="0"/>
                <a:cs typeface="Consolas" panose="020B0609020204030204" pitchFamily="49" charset="0"/>
              </a:rPr>
              <a:t>long</a:t>
            </a:r>
            <a:r>
              <a:rPr lang="en-GB" sz="1625" dirty="0">
                <a:solidFill>
                  <a:srgbClr val="000000"/>
                </a:solidFill>
                <a:latin typeface="+mj-lt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GB" sz="1625" dirty="0" err="1">
                <a:solidFill>
                  <a:srgbClr val="0000C0"/>
                </a:solidFill>
                <a:latin typeface="+mj-lt"/>
                <a:ea typeface="Calibri" panose="020F0502020204030204" pitchFamily="34" charset="0"/>
                <a:cs typeface="Consolas" panose="020B0609020204030204" pitchFamily="49" charset="0"/>
              </a:rPr>
              <a:t>branchCode</a:t>
            </a:r>
            <a:r>
              <a:rPr lang="en-GB" sz="1625" dirty="0">
                <a:solidFill>
                  <a:srgbClr val="000000"/>
                </a:solidFill>
                <a:latin typeface="+mj-lt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en-GB" sz="1625" dirty="0">
              <a:latin typeface="+mj-lt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</a:pPr>
            <a:r>
              <a:rPr lang="en-GB" sz="1625" dirty="0">
                <a:solidFill>
                  <a:srgbClr val="000000"/>
                </a:solidFill>
                <a:latin typeface="+mj-lt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r>
              <a:rPr lang="en-GB" sz="1625" b="1" dirty="0">
                <a:solidFill>
                  <a:srgbClr val="7F0055"/>
                </a:solidFill>
                <a:latin typeface="+mj-lt"/>
                <a:ea typeface="Calibri" panose="020F0502020204030204" pitchFamily="34" charset="0"/>
                <a:cs typeface="Consolas" panose="020B0609020204030204" pitchFamily="49" charset="0"/>
              </a:rPr>
              <a:t>private</a:t>
            </a:r>
            <a:r>
              <a:rPr lang="en-GB" sz="1625" dirty="0">
                <a:solidFill>
                  <a:srgbClr val="000000"/>
                </a:solidFill>
                <a:latin typeface="+mj-lt"/>
                <a:ea typeface="Calibri" panose="020F0502020204030204" pitchFamily="34" charset="0"/>
                <a:cs typeface="Consolas" panose="020B0609020204030204" pitchFamily="49" charset="0"/>
              </a:rPr>
              <a:t> String </a:t>
            </a:r>
            <a:r>
              <a:rPr lang="en-GB" sz="1625" dirty="0">
                <a:solidFill>
                  <a:srgbClr val="0000C0"/>
                </a:solidFill>
                <a:latin typeface="+mj-lt"/>
                <a:ea typeface="Calibri" panose="020F0502020204030204" pitchFamily="34" charset="0"/>
                <a:cs typeface="Consolas" panose="020B0609020204030204" pitchFamily="49" charset="0"/>
              </a:rPr>
              <a:t>name</a:t>
            </a:r>
            <a:r>
              <a:rPr lang="en-GB" sz="1625" dirty="0">
                <a:solidFill>
                  <a:srgbClr val="000000"/>
                </a:solidFill>
                <a:latin typeface="+mj-lt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en-GB" sz="1625" dirty="0">
              <a:latin typeface="+mj-lt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</a:pPr>
            <a:r>
              <a:rPr lang="en-GB" sz="1625" dirty="0">
                <a:solidFill>
                  <a:srgbClr val="000000"/>
                </a:solidFill>
                <a:latin typeface="+mj-lt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r>
              <a:rPr lang="en-GB" sz="1625" b="1" dirty="0">
                <a:solidFill>
                  <a:srgbClr val="7F0055"/>
                </a:solidFill>
                <a:latin typeface="+mj-lt"/>
                <a:ea typeface="Calibri" panose="020F0502020204030204" pitchFamily="34" charset="0"/>
                <a:cs typeface="Consolas" panose="020B0609020204030204" pitchFamily="49" charset="0"/>
              </a:rPr>
              <a:t>private</a:t>
            </a:r>
            <a:r>
              <a:rPr lang="en-GB" sz="1625" dirty="0">
                <a:solidFill>
                  <a:srgbClr val="000000"/>
                </a:solidFill>
                <a:latin typeface="+mj-lt"/>
                <a:ea typeface="Calibri" panose="020F0502020204030204" pitchFamily="34" charset="0"/>
                <a:cs typeface="Consolas" panose="020B0609020204030204" pitchFamily="49" charset="0"/>
              </a:rPr>
              <a:t> String </a:t>
            </a:r>
            <a:r>
              <a:rPr lang="en-GB" sz="1625" dirty="0">
                <a:solidFill>
                  <a:srgbClr val="0000C0"/>
                </a:solidFill>
                <a:latin typeface="+mj-lt"/>
                <a:ea typeface="Calibri" panose="020F0502020204030204" pitchFamily="34" charset="0"/>
                <a:cs typeface="Consolas" panose="020B0609020204030204" pitchFamily="49" charset="0"/>
              </a:rPr>
              <a:t>address</a:t>
            </a:r>
            <a:r>
              <a:rPr lang="en-GB" sz="1625" dirty="0">
                <a:solidFill>
                  <a:srgbClr val="000000"/>
                </a:solidFill>
                <a:latin typeface="+mj-lt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r>
              <a:rPr lang="en-GB" sz="1625" dirty="0">
                <a:latin typeface="+mj-lt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endParaRPr lang="en-GB" sz="1625" dirty="0">
              <a:latin typeface="+mj-lt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</a:pPr>
            <a:r>
              <a:rPr lang="en-GB" sz="1625" dirty="0">
                <a:solidFill>
                  <a:srgbClr val="000000"/>
                </a:solidFill>
                <a:latin typeface="+mj-lt"/>
                <a:ea typeface="Calibri" panose="020F0502020204030204" pitchFamily="34" charset="0"/>
                <a:cs typeface="Arial" panose="020B0604020202020204" pitchFamily="34" charset="0"/>
              </a:rPr>
              <a:t>}</a:t>
            </a:r>
            <a:endParaRPr lang="en-GB" sz="1625" dirty="0">
              <a:latin typeface="+mj-lt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9619329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7B7936-1876-FAC3-3C88-54C384A24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i="0" dirty="0">
                <a:effectLst/>
              </a:rPr>
              <a:t>Many-To One</a:t>
            </a:r>
            <a:endParaRPr lang="en-GB" b="1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5EC1BE4-EC14-472D-F3E4-09F206000BE4}"/>
              </a:ext>
            </a:extLst>
          </p:cNvPr>
          <p:cNvSpPr/>
          <p:nvPr/>
        </p:nvSpPr>
        <p:spPr>
          <a:xfrm>
            <a:off x="304800" y="1609725"/>
            <a:ext cx="3911764" cy="3048001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107000"/>
              </a:lnSpc>
            </a:pPr>
            <a:r>
              <a:rPr lang="en-GB" sz="1400" dirty="0">
                <a:solidFill>
                  <a:srgbClr val="646464"/>
                </a:solidFill>
                <a:latin typeface="+mj-lt"/>
                <a:ea typeface="Calibri" panose="020F0502020204030204" pitchFamily="34" charset="0"/>
                <a:cs typeface="Consolas" panose="020B0609020204030204" pitchFamily="49" charset="0"/>
              </a:rPr>
              <a:t>@Entity</a:t>
            </a:r>
            <a:endParaRPr lang="en-GB" sz="1400" dirty="0">
              <a:latin typeface="+mj-lt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</a:pPr>
            <a:r>
              <a:rPr lang="en-GB" sz="1400" b="1" dirty="0">
                <a:solidFill>
                  <a:srgbClr val="7F0055"/>
                </a:solidFill>
                <a:latin typeface="+mj-lt"/>
                <a:ea typeface="Calibri" panose="020F0502020204030204" pitchFamily="34" charset="0"/>
                <a:cs typeface="Consolas" panose="020B0609020204030204" pitchFamily="49" charset="0"/>
              </a:rPr>
              <a:t>public</a:t>
            </a:r>
            <a:r>
              <a:rPr lang="en-GB" sz="1400" dirty="0">
                <a:solidFill>
                  <a:srgbClr val="000000"/>
                </a:solidFill>
                <a:latin typeface="+mj-lt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GB" sz="1400" b="1" dirty="0">
                <a:solidFill>
                  <a:srgbClr val="7F0055"/>
                </a:solidFill>
                <a:latin typeface="+mj-lt"/>
                <a:ea typeface="Calibri" panose="020F0502020204030204" pitchFamily="34" charset="0"/>
                <a:cs typeface="Consolas" panose="020B0609020204030204" pitchFamily="49" charset="0"/>
              </a:rPr>
              <a:t>class</a:t>
            </a:r>
            <a:r>
              <a:rPr lang="en-GB" sz="1400" dirty="0">
                <a:solidFill>
                  <a:srgbClr val="000000"/>
                </a:solidFill>
                <a:latin typeface="+mj-lt"/>
                <a:ea typeface="Calibri" panose="020F0502020204030204" pitchFamily="34" charset="0"/>
                <a:cs typeface="Consolas" panose="020B0609020204030204" pitchFamily="49" charset="0"/>
              </a:rPr>
              <a:t> Bank {</a:t>
            </a:r>
            <a:r>
              <a:rPr lang="en-GB" sz="1400" dirty="0">
                <a:latin typeface="+mj-lt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endParaRPr lang="en-GB" sz="1400" dirty="0">
              <a:latin typeface="+mj-lt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</a:pPr>
            <a:r>
              <a:rPr lang="en-GB" sz="1400" dirty="0">
                <a:solidFill>
                  <a:srgbClr val="000000"/>
                </a:solidFill>
                <a:latin typeface="+mj-lt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r>
              <a:rPr lang="en-GB" sz="1400" dirty="0">
                <a:solidFill>
                  <a:srgbClr val="646464"/>
                </a:solidFill>
                <a:latin typeface="+mj-lt"/>
                <a:ea typeface="Calibri" panose="020F0502020204030204" pitchFamily="34" charset="0"/>
                <a:cs typeface="Consolas" panose="020B0609020204030204" pitchFamily="49" charset="0"/>
              </a:rPr>
              <a:t>@Id</a:t>
            </a:r>
            <a:endParaRPr lang="en-GB" sz="1400" dirty="0">
              <a:latin typeface="+mj-lt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</a:pPr>
            <a:r>
              <a:rPr lang="en-GB" sz="1400" dirty="0">
                <a:solidFill>
                  <a:srgbClr val="000000"/>
                </a:solidFill>
                <a:latin typeface="+mj-lt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r>
              <a:rPr lang="en-GB" sz="1400" b="1" dirty="0">
                <a:solidFill>
                  <a:srgbClr val="7F0055"/>
                </a:solidFill>
                <a:latin typeface="+mj-lt"/>
                <a:ea typeface="Calibri" panose="020F0502020204030204" pitchFamily="34" charset="0"/>
                <a:cs typeface="Consolas" panose="020B0609020204030204" pitchFamily="49" charset="0"/>
              </a:rPr>
              <a:t>private</a:t>
            </a:r>
            <a:r>
              <a:rPr lang="en-GB" sz="1400" dirty="0">
                <a:solidFill>
                  <a:srgbClr val="000000"/>
                </a:solidFill>
                <a:latin typeface="+mj-lt"/>
                <a:ea typeface="Calibri" panose="020F0502020204030204" pitchFamily="34" charset="0"/>
                <a:cs typeface="Consolas" panose="020B0609020204030204" pitchFamily="49" charset="0"/>
              </a:rPr>
              <a:t> String </a:t>
            </a:r>
            <a:r>
              <a:rPr lang="en-GB" sz="1400" dirty="0">
                <a:solidFill>
                  <a:srgbClr val="0000C0"/>
                </a:solidFill>
                <a:latin typeface="+mj-lt"/>
                <a:ea typeface="Calibri" panose="020F0502020204030204" pitchFamily="34" charset="0"/>
                <a:cs typeface="Consolas" panose="020B0609020204030204" pitchFamily="49" charset="0"/>
              </a:rPr>
              <a:t>code</a:t>
            </a:r>
            <a:r>
              <a:rPr lang="en-GB" sz="1400" dirty="0">
                <a:solidFill>
                  <a:srgbClr val="000000"/>
                </a:solidFill>
                <a:latin typeface="+mj-lt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en-GB" sz="1400" dirty="0">
              <a:latin typeface="+mj-lt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</a:pPr>
            <a:r>
              <a:rPr lang="en-GB" sz="1400" dirty="0">
                <a:solidFill>
                  <a:srgbClr val="000000"/>
                </a:solidFill>
                <a:latin typeface="+mj-lt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r>
              <a:rPr lang="en-GB" sz="1400" b="1" dirty="0">
                <a:solidFill>
                  <a:srgbClr val="7F0055"/>
                </a:solidFill>
                <a:latin typeface="+mj-lt"/>
                <a:ea typeface="Calibri" panose="020F0502020204030204" pitchFamily="34" charset="0"/>
                <a:cs typeface="Consolas" panose="020B0609020204030204" pitchFamily="49" charset="0"/>
              </a:rPr>
              <a:t>private</a:t>
            </a:r>
            <a:r>
              <a:rPr lang="en-GB" sz="1400" dirty="0">
                <a:solidFill>
                  <a:srgbClr val="000000"/>
                </a:solidFill>
                <a:latin typeface="+mj-lt"/>
                <a:ea typeface="Calibri" panose="020F0502020204030204" pitchFamily="34" charset="0"/>
                <a:cs typeface="Consolas" panose="020B0609020204030204" pitchFamily="49" charset="0"/>
              </a:rPr>
              <a:t> String </a:t>
            </a:r>
            <a:r>
              <a:rPr lang="en-GB" sz="1400" dirty="0">
                <a:solidFill>
                  <a:srgbClr val="0000C0"/>
                </a:solidFill>
                <a:latin typeface="+mj-lt"/>
                <a:ea typeface="Calibri" panose="020F0502020204030204" pitchFamily="34" charset="0"/>
                <a:cs typeface="Consolas" panose="020B0609020204030204" pitchFamily="49" charset="0"/>
              </a:rPr>
              <a:t>name</a:t>
            </a:r>
            <a:r>
              <a:rPr lang="en-GB" sz="1400" dirty="0">
                <a:solidFill>
                  <a:srgbClr val="000000"/>
                </a:solidFill>
                <a:latin typeface="+mj-lt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r>
              <a:rPr lang="en-GB" sz="1400" dirty="0">
                <a:latin typeface="+mj-lt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endParaRPr lang="en-GB" sz="1400" dirty="0">
              <a:latin typeface="+mj-lt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</a:pPr>
            <a:r>
              <a:rPr lang="en-GB" sz="1400" dirty="0">
                <a:solidFill>
                  <a:srgbClr val="000000"/>
                </a:solidFill>
                <a:latin typeface="+mj-lt"/>
                <a:ea typeface="Calibri" panose="020F0502020204030204" pitchFamily="34" charset="0"/>
                <a:cs typeface="Arial" panose="020B0604020202020204" pitchFamily="34" charset="0"/>
              </a:rPr>
              <a:t>}</a:t>
            </a:r>
            <a:endParaRPr lang="en-GB" sz="1400" dirty="0">
              <a:latin typeface="+mj-lt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0C19515-7A87-5847-AAF9-8BF5997F85BB}"/>
              </a:ext>
            </a:extLst>
          </p:cNvPr>
          <p:cNvSpPr/>
          <p:nvPr/>
        </p:nvSpPr>
        <p:spPr>
          <a:xfrm>
            <a:off x="4343400" y="1600199"/>
            <a:ext cx="4267200" cy="3048002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107000"/>
              </a:lnSpc>
            </a:pPr>
            <a:r>
              <a:rPr lang="en-GB" sz="1400" dirty="0">
                <a:solidFill>
                  <a:srgbClr val="646464"/>
                </a:solidFill>
                <a:latin typeface="+mj-lt"/>
                <a:ea typeface="Calibri" panose="020F0502020204030204" pitchFamily="34" charset="0"/>
                <a:cs typeface="Consolas" panose="020B0609020204030204" pitchFamily="49" charset="0"/>
              </a:rPr>
              <a:t>@Entity</a:t>
            </a:r>
            <a:endParaRPr lang="en-GB" sz="1400" dirty="0">
              <a:latin typeface="+mj-lt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</a:pPr>
            <a:r>
              <a:rPr lang="en-GB" sz="1400" b="1" dirty="0">
                <a:solidFill>
                  <a:srgbClr val="7F0055"/>
                </a:solidFill>
                <a:latin typeface="+mj-lt"/>
                <a:ea typeface="Calibri" panose="020F0502020204030204" pitchFamily="34" charset="0"/>
                <a:cs typeface="Consolas" panose="020B0609020204030204" pitchFamily="49" charset="0"/>
              </a:rPr>
              <a:t>public</a:t>
            </a:r>
            <a:r>
              <a:rPr lang="en-GB" sz="1400" dirty="0">
                <a:solidFill>
                  <a:srgbClr val="000000"/>
                </a:solidFill>
                <a:latin typeface="+mj-lt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GB" sz="1400" b="1" dirty="0">
                <a:solidFill>
                  <a:srgbClr val="7F0055"/>
                </a:solidFill>
                <a:latin typeface="+mj-lt"/>
                <a:ea typeface="Calibri" panose="020F0502020204030204" pitchFamily="34" charset="0"/>
                <a:cs typeface="Consolas" panose="020B0609020204030204" pitchFamily="49" charset="0"/>
              </a:rPr>
              <a:t>class</a:t>
            </a:r>
            <a:r>
              <a:rPr lang="en-GB" sz="1400" dirty="0">
                <a:solidFill>
                  <a:srgbClr val="000000"/>
                </a:solidFill>
                <a:latin typeface="+mj-lt"/>
                <a:ea typeface="Calibri" panose="020F0502020204030204" pitchFamily="34" charset="0"/>
                <a:cs typeface="Consolas" panose="020B0609020204030204" pitchFamily="49" charset="0"/>
              </a:rPr>
              <a:t> Branch {</a:t>
            </a:r>
            <a:r>
              <a:rPr lang="en-GB" sz="1400" dirty="0">
                <a:latin typeface="+mj-lt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endParaRPr lang="en-GB" sz="1400" dirty="0">
              <a:latin typeface="+mj-lt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</a:pPr>
            <a:r>
              <a:rPr lang="en-GB" sz="1400" dirty="0">
                <a:solidFill>
                  <a:srgbClr val="000000"/>
                </a:solidFill>
                <a:latin typeface="+mj-lt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r>
              <a:rPr lang="en-GB" sz="1400" dirty="0">
                <a:solidFill>
                  <a:srgbClr val="646464"/>
                </a:solidFill>
                <a:latin typeface="+mj-lt"/>
                <a:ea typeface="Calibri" panose="020F0502020204030204" pitchFamily="34" charset="0"/>
                <a:cs typeface="Consolas" panose="020B0609020204030204" pitchFamily="49" charset="0"/>
              </a:rPr>
              <a:t>@Id</a:t>
            </a:r>
            <a:endParaRPr lang="en-GB" sz="1400" dirty="0">
              <a:latin typeface="+mj-lt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</a:pPr>
            <a:r>
              <a:rPr lang="en-GB" sz="1400" dirty="0">
                <a:solidFill>
                  <a:srgbClr val="000000"/>
                </a:solidFill>
                <a:latin typeface="+mj-lt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r>
              <a:rPr lang="en-GB" sz="1400" b="1" dirty="0">
                <a:solidFill>
                  <a:srgbClr val="7F0055"/>
                </a:solidFill>
                <a:latin typeface="+mj-lt"/>
                <a:ea typeface="Calibri" panose="020F0502020204030204" pitchFamily="34" charset="0"/>
                <a:cs typeface="Consolas" panose="020B0609020204030204" pitchFamily="49" charset="0"/>
              </a:rPr>
              <a:t>private</a:t>
            </a:r>
            <a:r>
              <a:rPr lang="en-GB" sz="1400" dirty="0">
                <a:solidFill>
                  <a:srgbClr val="000000"/>
                </a:solidFill>
                <a:latin typeface="+mj-lt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GB" sz="1400" b="1" dirty="0">
                <a:solidFill>
                  <a:srgbClr val="7F0055"/>
                </a:solidFill>
                <a:latin typeface="+mj-lt"/>
                <a:ea typeface="Calibri" panose="020F0502020204030204" pitchFamily="34" charset="0"/>
                <a:cs typeface="Consolas" panose="020B0609020204030204" pitchFamily="49" charset="0"/>
              </a:rPr>
              <a:t>long</a:t>
            </a:r>
            <a:r>
              <a:rPr lang="en-GB" sz="1400" dirty="0">
                <a:solidFill>
                  <a:srgbClr val="000000"/>
                </a:solidFill>
                <a:latin typeface="+mj-lt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GB" sz="1400" dirty="0" err="1">
                <a:solidFill>
                  <a:srgbClr val="0000C0"/>
                </a:solidFill>
                <a:latin typeface="+mj-lt"/>
                <a:ea typeface="Calibri" panose="020F0502020204030204" pitchFamily="34" charset="0"/>
                <a:cs typeface="Consolas" panose="020B0609020204030204" pitchFamily="49" charset="0"/>
              </a:rPr>
              <a:t>branchCode</a:t>
            </a:r>
            <a:r>
              <a:rPr lang="en-GB" sz="1400" dirty="0">
                <a:solidFill>
                  <a:srgbClr val="000000"/>
                </a:solidFill>
                <a:latin typeface="+mj-lt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en-GB" sz="1400" dirty="0">
              <a:latin typeface="+mj-lt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</a:pPr>
            <a:r>
              <a:rPr lang="en-GB" sz="1400" dirty="0">
                <a:solidFill>
                  <a:srgbClr val="000000"/>
                </a:solidFill>
                <a:latin typeface="+mj-lt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r>
              <a:rPr lang="en-GB" sz="1400" b="1" dirty="0">
                <a:solidFill>
                  <a:srgbClr val="7F0055"/>
                </a:solidFill>
                <a:latin typeface="+mj-lt"/>
                <a:ea typeface="Calibri" panose="020F0502020204030204" pitchFamily="34" charset="0"/>
                <a:cs typeface="Consolas" panose="020B0609020204030204" pitchFamily="49" charset="0"/>
              </a:rPr>
              <a:t>private</a:t>
            </a:r>
            <a:r>
              <a:rPr lang="en-GB" sz="1400" dirty="0">
                <a:solidFill>
                  <a:srgbClr val="000000"/>
                </a:solidFill>
                <a:latin typeface="+mj-lt"/>
                <a:ea typeface="Calibri" panose="020F0502020204030204" pitchFamily="34" charset="0"/>
                <a:cs typeface="Consolas" panose="020B0609020204030204" pitchFamily="49" charset="0"/>
              </a:rPr>
              <a:t> String </a:t>
            </a:r>
            <a:r>
              <a:rPr lang="en-GB" sz="1400" dirty="0">
                <a:solidFill>
                  <a:srgbClr val="0000C0"/>
                </a:solidFill>
                <a:latin typeface="+mj-lt"/>
                <a:ea typeface="Calibri" panose="020F0502020204030204" pitchFamily="34" charset="0"/>
                <a:cs typeface="Consolas" panose="020B0609020204030204" pitchFamily="49" charset="0"/>
              </a:rPr>
              <a:t>name</a:t>
            </a:r>
            <a:r>
              <a:rPr lang="en-GB" sz="1400" dirty="0">
                <a:solidFill>
                  <a:srgbClr val="000000"/>
                </a:solidFill>
                <a:latin typeface="+mj-lt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en-GB" sz="1400" dirty="0">
              <a:latin typeface="+mj-lt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</a:pPr>
            <a:r>
              <a:rPr lang="en-GB" sz="1400" dirty="0">
                <a:solidFill>
                  <a:srgbClr val="000000"/>
                </a:solidFill>
                <a:latin typeface="+mj-lt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r>
              <a:rPr lang="en-GB" sz="1400" b="1" dirty="0">
                <a:solidFill>
                  <a:srgbClr val="7F0055"/>
                </a:solidFill>
                <a:latin typeface="+mj-lt"/>
                <a:ea typeface="Calibri" panose="020F0502020204030204" pitchFamily="34" charset="0"/>
                <a:cs typeface="Consolas" panose="020B0609020204030204" pitchFamily="49" charset="0"/>
              </a:rPr>
              <a:t>private</a:t>
            </a:r>
            <a:r>
              <a:rPr lang="en-GB" sz="1400" dirty="0">
                <a:solidFill>
                  <a:srgbClr val="000000"/>
                </a:solidFill>
                <a:latin typeface="+mj-lt"/>
                <a:ea typeface="Calibri" panose="020F0502020204030204" pitchFamily="34" charset="0"/>
                <a:cs typeface="Consolas" panose="020B0609020204030204" pitchFamily="49" charset="0"/>
              </a:rPr>
              <a:t> String </a:t>
            </a:r>
            <a:r>
              <a:rPr lang="en-GB" sz="1400" dirty="0">
                <a:solidFill>
                  <a:srgbClr val="0000C0"/>
                </a:solidFill>
                <a:latin typeface="+mj-lt"/>
                <a:ea typeface="Calibri" panose="020F0502020204030204" pitchFamily="34" charset="0"/>
                <a:cs typeface="Consolas" panose="020B0609020204030204" pitchFamily="49" charset="0"/>
              </a:rPr>
              <a:t>address</a:t>
            </a:r>
            <a:r>
              <a:rPr lang="en-GB" sz="1400" dirty="0">
                <a:solidFill>
                  <a:srgbClr val="000000"/>
                </a:solidFill>
                <a:latin typeface="+mj-lt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r>
              <a:rPr lang="en-GB" sz="1400" dirty="0">
                <a:latin typeface="+mj-lt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endParaRPr lang="en-GB" sz="1400" dirty="0">
              <a:latin typeface="+mj-lt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</a:pPr>
            <a:r>
              <a:rPr lang="en-GB" sz="1400" dirty="0">
                <a:solidFill>
                  <a:srgbClr val="000000"/>
                </a:solidFill>
                <a:latin typeface="+mj-lt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r>
              <a:rPr lang="en-GB" sz="1400" dirty="0">
                <a:solidFill>
                  <a:srgbClr val="646464"/>
                </a:solidFill>
                <a:latin typeface="+mj-lt"/>
                <a:ea typeface="Calibri" panose="020F0502020204030204" pitchFamily="34" charset="0"/>
                <a:cs typeface="Consolas" panose="020B0609020204030204" pitchFamily="49" charset="0"/>
              </a:rPr>
              <a:t>@ManyToOne</a:t>
            </a:r>
          </a:p>
          <a:p>
            <a:pPr>
              <a:lnSpc>
                <a:spcPct val="107000"/>
              </a:lnSpc>
            </a:pPr>
            <a:r>
              <a:rPr lang="en-GB" sz="1400" dirty="0">
                <a:solidFill>
                  <a:srgbClr val="000000"/>
                </a:solidFill>
                <a:latin typeface="+mj-lt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r>
              <a:rPr lang="en-GB" sz="1400" dirty="0">
                <a:solidFill>
                  <a:srgbClr val="646464"/>
                </a:solidFill>
                <a:latin typeface="+mj-lt"/>
                <a:ea typeface="Calibri" panose="020F0502020204030204" pitchFamily="34" charset="0"/>
                <a:cs typeface="Consolas" panose="020B0609020204030204" pitchFamily="49" charset="0"/>
              </a:rPr>
              <a:t>@JoinColumn</a:t>
            </a:r>
            <a:r>
              <a:rPr lang="en-GB" sz="1400" dirty="0">
                <a:solidFill>
                  <a:srgbClr val="000000"/>
                </a:solidFill>
                <a:latin typeface="+mj-lt"/>
                <a:ea typeface="Calibri" panose="020F0502020204030204" pitchFamily="34" charset="0"/>
                <a:cs typeface="Consolas" panose="020B0609020204030204" pitchFamily="49" charset="0"/>
              </a:rPr>
              <a:t>(name = </a:t>
            </a:r>
            <a:r>
              <a:rPr lang="en-GB" sz="1400" dirty="0">
                <a:solidFill>
                  <a:srgbClr val="2A00FF"/>
                </a:solidFill>
                <a:latin typeface="+mj-lt"/>
                <a:ea typeface="Calibri" panose="020F0502020204030204" pitchFamily="34" charset="0"/>
                <a:cs typeface="Consolas" panose="020B0609020204030204" pitchFamily="49" charset="0"/>
              </a:rPr>
              <a:t>"</a:t>
            </a:r>
            <a:r>
              <a:rPr lang="en-GB" sz="1400" dirty="0" err="1">
                <a:solidFill>
                  <a:srgbClr val="2A00FF"/>
                </a:solidFill>
                <a:latin typeface="+mj-lt"/>
                <a:ea typeface="Calibri" panose="020F0502020204030204" pitchFamily="34" charset="0"/>
                <a:cs typeface="Consolas" panose="020B0609020204030204" pitchFamily="49" charset="0"/>
              </a:rPr>
              <a:t>bank_code</a:t>
            </a:r>
            <a:r>
              <a:rPr lang="en-GB" sz="1400" dirty="0">
                <a:solidFill>
                  <a:srgbClr val="2A00FF"/>
                </a:solidFill>
                <a:latin typeface="+mj-lt"/>
                <a:ea typeface="Calibri" panose="020F0502020204030204" pitchFamily="34" charset="0"/>
                <a:cs typeface="Consolas" panose="020B0609020204030204" pitchFamily="49" charset="0"/>
              </a:rPr>
              <a:t>"</a:t>
            </a:r>
            <a:r>
              <a:rPr lang="en-GB" sz="1400" dirty="0">
                <a:solidFill>
                  <a:srgbClr val="000000"/>
                </a:solidFill>
                <a:latin typeface="+mj-lt"/>
                <a:ea typeface="Calibri" panose="020F0502020204030204" pitchFamily="34" charset="0"/>
                <a:cs typeface="Consolas" panose="020B0609020204030204" pitchFamily="49" charset="0"/>
              </a:rPr>
              <a:t>)</a:t>
            </a:r>
            <a:endParaRPr lang="en-GB" sz="1400" dirty="0">
              <a:latin typeface="+mj-lt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650"/>
              </a:spcAft>
            </a:pPr>
            <a:r>
              <a:rPr lang="en-GB" sz="1400" dirty="0">
                <a:solidFill>
                  <a:srgbClr val="000000"/>
                </a:solidFill>
                <a:latin typeface="+mj-lt"/>
                <a:ea typeface="Calibri" panose="020F0502020204030204" pitchFamily="34" charset="0"/>
                <a:cs typeface="Consolas" panose="020B0609020204030204" pitchFamily="49" charset="0"/>
              </a:rPr>
              <a:t>	</a:t>
            </a:r>
            <a:r>
              <a:rPr lang="en-GB" sz="1400" b="1" dirty="0">
                <a:solidFill>
                  <a:srgbClr val="7F0055"/>
                </a:solidFill>
                <a:latin typeface="+mj-lt"/>
                <a:ea typeface="Calibri" panose="020F0502020204030204" pitchFamily="34" charset="0"/>
                <a:cs typeface="Consolas" panose="020B0609020204030204" pitchFamily="49" charset="0"/>
              </a:rPr>
              <a:t>private</a:t>
            </a:r>
            <a:r>
              <a:rPr lang="en-GB" sz="1400" dirty="0">
                <a:solidFill>
                  <a:srgbClr val="000000"/>
                </a:solidFill>
                <a:latin typeface="+mj-lt"/>
                <a:ea typeface="Calibri" panose="020F0502020204030204" pitchFamily="34" charset="0"/>
                <a:cs typeface="Consolas" panose="020B0609020204030204" pitchFamily="49" charset="0"/>
              </a:rPr>
              <a:t> Bank </a:t>
            </a:r>
            <a:r>
              <a:rPr lang="en-GB" sz="1400" dirty="0" err="1">
                <a:solidFill>
                  <a:srgbClr val="0000C0"/>
                </a:solidFill>
                <a:latin typeface="+mj-lt"/>
                <a:ea typeface="Calibri" panose="020F0502020204030204" pitchFamily="34" charset="0"/>
                <a:cs typeface="Consolas" panose="020B0609020204030204" pitchFamily="49" charset="0"/>
              </a:rPr>
              <a:t>bank</a:t>
            </a:r>
            <a:r>
              <a:rPr lang="en-GB" sz="1400" dirty="0">
                <a:solidFill>
                  <a:srgbClr val="000000"/>
                </a:solidFill>
                <a:latin typeface="+mj-lt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</a:p>
          <a:p>
            <a:pPr>
              <a:lnSpc>
                <a:spcPct val="107000"/>
              </a:lnSpc>
              <a:spcAft>
                <a:spcPts val="650"/>
              </a:spcAft>
            </a:pPr>
            <a:r>
              <a:rPr lang="en-GB" sz="1400" dirty="0">
                <a:solidFill>
                  <a:srgbClr val="000000"/>
                </a:solidFill>
                <a:latin typeface="+mj-lt"/>
                <a:ea typeface="Calibri" panose="020F0502020204030204" pitchFamily="34" charset="0"/>
                <a:cs typeface="Arial" panose="020B0604020202020204" pitchFamily="34" charset="0"/>
              </a:rPr>
              <a:t>}</a:t>
            </a:r>
            <a:endParaRPr lang="en-GB" sz="1400" dirty="0">
              <a:latin typeface="+mj-lt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9452909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3196C6-7F55-7DBD-C85C-62B2F7B45D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381000"/>
            <a:ext cx="8876999" cy="935317"/>
          </a:xfrm>
        </p:spPr>
        <p:txBody>
          <a:bodyPr>
            <a:normAutofit/>
          </a:bodyPr>
          <a:lstStyle/>
          <a:p>
            <a:r>
              <a:rPr lang="en-GB" b="1" i="0" dirty="0">
                <a:effectLst/>
              </a:rPr>
              <a:t>What Is Cascading?</a:t>
            </a:r>
            <a:br>
              <a:rPr lang="en-GB" b="0" i="0" dirty="0">
                <a:solidFill>
                  <a:srgbClr val="555555"/>
                </a:solidFill>
                <a:effectLst/>
              </a:rPr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433B5E-37BD-73B4-BFBF-0FD69A7435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0" y="1143000"/>
            <a:ext cx="8543925" cy="446369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950" dirty="0">
                <a:latin typeface="+mj-lt"/>
              </a:rPr>
              <a:t>When we perform some action on the target entity, the same action will also be applied to the associated entity.</a:t>
            </a:r>
          </a:p>
          <a:p>
            <a:pPr marL="0" indent="0">
              <a:buNone/>
            </a:pPr>
            <a:endParaRPr lang="en-US" sz="1950" dirty="0">
              <a:latin typeface="+mj-lt"/>
            </a:endParaRPr>
          </a:p>
          <a:p>
            <a:pPr marL="0" indent="0">
              <a:buNone/>
            </a:pPr>
            <a:r>
              <a:rPr lang="en-GB" sz="1950" b="1" dirty="0">
                <a:latin typeface="+mj-lt"/>
              </a:rPr>
              <a:t>Cascade Type :</a:t>
            </a:r>
            <a:endParaRPr lang="en-US" sz="1950" b="1" dirty="0">
              <a:latin typeface="+mj-lt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effectLst/>
                <a:latin typeface="+mj-lt"/>
              </a:rPr>
              <a:t>PERSIST</a:t>
            </a:r>
            <a:r>
              <a:rPr lang="en-US" i="1" dirty="0">
                <a:effectLst/>
                <a:latin typeface="+mj-lt"/>
              </a:rPr>
              <a:t> - </a:t>
            </a:r>
            <a:r>
              <a:rPr lang="en-US" i="0" dirty="0">
                <a:effectLst/>
                <a:latin typeface="+mj-lt"/>
              </a:rPr>
              <a:t>propagates the Persist operation from a parent to the following child entity.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effectLst/>
                <a:latin typeface="+mj-lt"/>
              </a:rPr>
              <a:t>MERGE</a:t>
            </a:r>
            <a:r>
              <a:rPr lang="en-US" i="1" dirty="0">
                <a:effectLst/>
                <a:latin typeface="+mj-lt"/>
              </a:rPr>
              <a:t> - </a:t>
            </a:r>
            <a:r>
              <a:rPr lang="en-US" i="0" dirty="0">
                <a:effectLst/>
                <a:latin typeface="+mj-lt"/>
              </a:rPr>
              <a:t>propagates the merge operation from a parent to the following child entity.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effectLst/>
                <a:latin typeface="+mj-lt"/>
              </a:rPr>
              <a:t>REMOVE</a:t>
            </a:r>
            <a:r>
              <a:rPr lang="en-US" i="1" dirty="0">
                <a:effectLst/>
                <a:latin typeface="+mj-lt"/>
              </a:rPr>
              <a:t> - </a:t>
            </a:r>
            <a:r>
              <a:rPr lang="en-US" i="0" dirty="0">
                <a:effectLst/>
                <a:latin typeface="+mj-lt"/>
              </a:rPr>
              <a:t>propagates the removal operation from parent to following child entity. 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effectLst/>
                <a:latin typeface="+mj-lt"/>
              </a:rPr>
              <a:t>REFRESH</a:t>
            </a:r>
            <a:r>
              <a:rPr lang="en-US" i="1" dirty="0">
                <a:effectLst/>
                <a:latin typeface="+mj-lt"/>
              </a:rPr>
              <a:t> - </a:t>
            </a:r>
            <a:r>
              <a:rPr lang="en-US" i="0" dirty="0">
                <a:effectLst/>
                <a:latin typeface="+mj-lt"/>
              </a:rPr>
              <a:t>the child entity also gets reloaded from the database whenever the parent entity is also being refreshed.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effectLst/>
                <a:latin typeface="+mj-lt"/>
              </a:rPr>
              <a:t>DETACH</a:t>
            </a:r>
            <a:r>
              <a:rPr lang="en-US" i="1" dirty="0">
                <a:effectLst/>
                <a:latin typeface="+mj-lt"/>
              </a:rPr>
              <a:t> - - </a:t>
            </a:r>
            <a:r>
              <a:rPr lang="en-US" i="0" dirty="0">
                <a:effectLst/>
                <a:latin typeface="+mj-lt"/>
              </a:rPr>
              <a:t>the child entity will eventually get removed from the persistent context.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+mj-lt"/>
              </a:rPr>
              <a:t>ALL</a:t>
            </a:r>
            <a:r>
              <a:rPr lang="en-US" i="1" dirty="0">
                <a:latin typeface="+mj-lt"/>
              </a:rPr>
              <a:t> - </a:t>
            </a:r>
            <a:r>
              <a:rPr lang="en-US" i="0" dirty="0">
                <a:effectLst/>
                <a:latin typeface="+mj-lt"/>
              </a:rPr>
              <a:t>propagate all the operations - from a parent to a child entity.</a:t>
            </a:r>
          </a:p>
          <a:p>
            <a:pPr algn="l">
              <a:buFont typeface="Wingdings" panose="05000000000000000000" pitchFamily="2" charset="2"/>
              <a:buChar char="Ø"/>
            </a:pPr>
            <a:endParaRPr lang="en-US" sz="1950" dirty="0">
              <a:latin typeface="+mj-lt"/>
            </a:endParaRPr>
          </a:p>
          <a:p>
            <a:endParaRPr lang="en-GB" sz="1950" dirty="0">
              <a:latin typeface="+mj-lt"/>
            </a:endParaRPr>
          </a:p>
          <a:p>
            <a:endParaRPr lang="en-GB" sz="195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641873399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85084F1-7DB7-5C06-8EEC-D53DBC2DF2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781000"/>
            <a:ext cx="8126015" cy="648000"/>
          </a:xfrm>
        </p:spPr>
        <p:txBody>
          <a:bodyPr/>
          <a:lstStyle/>
          <a:p>
            <a:r>
              <a:rPr lang="en-US" dirty="0"/>
              <a:t>Let us implement use case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51490841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10C61E-7505-4670-8F53-3036FE817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Use case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DEE5CA-B036-47A6-A139-1991A15982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6516" y="1333500"/>
            <a:ext cx="9200909" cy="5306399"/>
          </a:xfrm>
        </p:spPr>
        <p:txBody>
          <a:bodyPr/>
          <a:lstStyle/>
          <a:p>
            <a:r>
              <a:rPr lang="en-IN" dirty="0"/>
              <a:t>All of the operations should exactly work similar to Use case 1 (slides 4 to 7)</a:t>
            </a:r>
          </a:p>
          <a:p>
            <a:r>
              <a:rPr lang="en-IN" dirty="0"/>
              <a:t>But, Customer data should be fetched from the </a:t>
            </a:r>
            <a:r>
              <a:rPr lang="en-IN" dirty="0" err="1"/>
              <a:t>postgres</a:t>
            </a:r>
            <a:r>
              <a:rPr lang="en-IN" dirty="0"/>
              <a:t> database compared to in-memory</a:t>
            </a:r>
          </a:p>
          <a:p>
            <a:r>
              <a:rPr lang="en-IN" dirty="0"/>
              <a:t>2 tables should be created in the database (</a:t>
            </a:r>
            <a:r>
              <a:rPr lang="en-IN" b="1" dirty="0"/>
              <a:t>Customers</a:t>
            </a:r>
            <a:r>
              <a:rPr lang="en-IN" dirty="0"/>
              <a:t> and </a:t>
            </a:r>
            <a:r>
              <a:rPr lang="en-IN" b="1" dirty="0"/>
              <a:t>Accounts</a:t>
            </a:r>
            <a:r>
              <a:rPr lang="en-IN" dirty="0"/>
              <a:t>)</a:t>
            </a:r>
          </a:p>
          <a:p>
            <a:r>
              <a:rPr lang="en-IN" dirty="0"/>
              <a:t>Accounts table should have a foreign key relationship with the Customers table through (</a:t>
            </a:r>
            <a:r>
              <a:rPr lang="en-IN" b="1" dirty="0" err="1"/>
              <a:t>customer_id</a:t>
            </a:r>
            <a:r>
              <a:rPr lang="en-IN" dirty="0"/>
              <a:t>) as the foreign key as demonstrated in the below diagram</a:t>
            </a:r>
          </a:p>
          <a:p>
            <a:endParaRPr lang="en-IN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D3C6F70-F507-4D5C-8AB6-9936E0386D6D}"/>
              </a:ext>
            </a:extLst>
          </p:cNvPr>
          <p:cNvGraphicFramePr>
            <a:graphicFrameLocks noGrp="1"/>
          </p:cNvGraphicFramePr>
          <p:nvPr/>
        </p:nvGraphicFramePr>
        <p:xfrm>
          <a:off x="5429249" y="2971800"/>
          <a:ext cx="3048000" cy="2734732"/>
        </p:xfrm>
        <a:graphic>
          <a:graphicData uri="http://schemas.openxmlformats.org/drawingml/2006/table">
            <a:tbl>
              <a:tblPr firstRow="1" bandRow="1">
                <a:tableStyleId>{E269D01E-BC32-4049-B463-5C60D7B0CCD2}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1564213493"/>
                    </a:ext>
                  </a:extLst>
                </a:gridCol>
              </a:tblGrid>
              <a:tr h="390676">
                <a:tc>
                  <a:txBody>
                    <a:bodyPr/>
                    <a:lstStyle/>
                    <a:p>
                      <a:r>
                        <a:rPr lang="en-IN" dirty="0"/>
                        <a:t>Accounts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3116724"/>
                  </a:ext>
                </a:extLst>
              </a:tr>
              <a:tr h="390676">
                <a:tc>
                  <a:txBody>
                    <a:bodyPr/>
                    <a:lstStyle/>
                    <a:p>
                      <a:r>
                        <a:rPr lang="en-IN" dirty="0"/>
                        <a:t>id - number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5129001"/>
                  </a:ext>
                </a:extLst>
              </a:tr>
              <a:tr h="390676">
                <a:tc>
                  <a:txBody>
                    <a:bodyPr/>
                    <a:lstStyle/>
                    <a:p>
                      <a:r>
                        <a:rPr lang="en-IN" dirty="0" err="1"/>
                        <a:t>account_type</a:t>
                      </a:r>
                      <a:r>
                        <a:rPr lang="en-IN" dirty="0"/>
                        <a:t> - number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0141767"/>
                  </a:ext>
                </a:extLst>
              </a:tr>
              <a:tr h="390676">
                <a:tc>
                  <a:txBody>
                    <a:bodyPr/>
                    <a:lstStyle/>
                    <a:p>
                      <a:r>
                        <a:rPr lang="en-IN" dirty="0" err="1"/>
                        <a:t>account_number</a:t>
                      </a:r>
                      <a:r>
                        <a:rPr lang="en-IN" dirty="0"/>
                        <a:t> - string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6258284"/>
                  </a:ext>
                </a:extLst>
              </a:tr>
              <a:tr h="390676">
                <a:tc>
                  <a:txBody>
                    <a:bodyPr/>
                    <a:lstStyle/>
                    <a:p>
                      <a:r>
                        <a:rPr lang="en-IN" dirty="0" err="1"/>
                        <a:t>account_branch</a:t>
                      </a:r>
                      <a:r>
                        <a:rPr lang="en-IN" dirty="0"/>
                        <a:t> - string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2252690"/>
                  </a:ext>
                </a:extLst>
              </a:tr>
              <a:tr h="390676">
                <a:tc>
                  <a:txBody>
                    <a:bodyPr/>
                    <a:lstStyle/>
                    <a:p>
                      <a:r>
                        <a:rPr lang="en-IN" dirty="0" err="1"/>
                        <a:t>account_balance</a:t>
                      </a:r>
                      <a:r>
                        <a:rPr lang="en-IN" dirty="0"/>
                        <a:t> - numeric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5562309"/>
                  </a:ext>
                </a:extLst>
              </a:tr>
              <a:tr h="390676">
                <a:tc>
                  <a:txBody>
                    <a:bodyPr/>
                    <a:lstStyle/>
                    <a:p>
                      <a:r>
                        <a:rPr lang="en-IN" dirty="0" err="1"/>
                        <a:t>customer_id</a:t>
                      </a:r>
                      <a:r>
                        <a:rPr lang="en-IN" dirty="0"/>
                        <a:t> - number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8967863"/>
                  </a:ext>
                </a:extLst>
              </a:tr>
            </a:tbl>
          </a:graphicData>
        </a:graphic>
      </p:graphicFrame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EEE3370-90F2-4164-9591-60CA174E5E76}"/>
              </a:ext>
            </a:extLst>
          </p:cNvPr>
          <p:cNvCxnSpPr>
            <a:cxnSpLocks/>
            <a:endCxn id="5" idx="1"/>
          </p:cNvCxnSpPr>
          <p:nvPr/>
        </p:nvCxnSpPr>
        <p:spPr>
          <a:xfrm flipV="1">
            <a:off x="3702049" y="4339166"/>
            <a:ext cx="1727200" cy="2915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5D11573A-682A-44CC-97E2-76C1D2D15E8C}"/>
              </a:ext>
            </a:extLst>
          </p:cNvPr>
          <p:cNvSpPr txBox="1"/>
          <p:nvPr/>
        </p:nvSpPr>
        <p:spPr>
          <a:xfrm>
            <a:off x="4216158" y="3969834"/>
            <a:ext cx="83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1:N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0A6C3AA-1A8A-90C1-67D6-BCF5F357EB2D}"/>
              </a:ext>
            </a:extLst>
          </p:cNvPr>
          <p:cNvGraphicFramePr>
            <a:graphicFrameLocks noGrp="1"/>
          </p:cNvGraphicFramePr>
          <p:nvPr/>
        </p:nvGraphicFramePr>
        <p:xfrm>
          <a:off x="930273" y="2685369"/>
          <a:ext cx="2743200" cy="3365893"/>
        </p:xfrm>
        <a:graphic>
          <a:graphicData uri="http://schemas.openxmlformats.org/drawingml/2006/table">
            <a:tbl>
              <a:tblPr firstRow="1" bandRow="1">
                <a:tableStyleId>{18603FDC-E32A-4AB5-989C-0864C3EAD2B8}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561383226"/>
                    </a:ext>
                  </a:extLst>
                </a:gridCol>
              </a:tblGrid>
              <a:tr h="294106">
                <a:tc>
                  <a:txBody>
                    <a:bodyPr/>
                    <a:lstStyle/>
                    <a:p>
                      <a:r>
                        <a:rPr lang="en-IN" dirty="0"/>
                        <a:t>Customer Model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257410"/>
                  </a:ext>
                </a:extLst>
              </a:tr>
              <a:tr h="381438">
                <a:tc>
                  <a:txBody>
                    <a:bodyPr/>
                    <a:lstStyle/>
                    <a:p>
                      <a:r>
                        <a:rPr lang="en-IN" dirty="0"/>
                        <a:t>id - number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7915506"/>
                  </a:ext>
                </a:extLst>
              </a:tr>
              <a:tr h="381438">
                <a:tc>
                  <a:txBody>
                    <a:bodyPr/>
                    <a:lstStyle/>
                    <a:p>
                      <a:r>
                        <a:rPr lang="en-IN" dirty="0" err="1"/>
                        <a:t>firstName</a:t>
                      </a:r>
                      <a:r>
                        <a:rPr lang="en-IN" dirty="0"/>
                        <a:t> - string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9224374"/>
                  </a:ext>
                </a:extLst>
              </a:tr>
              <a:tr h="381438">
                <a:tc>
                  <a:txBody>
                    <a:bodyPr/>
                    <a:lstStyle/>
                    <a:p>
                      <a:r>
                        <a:rPr lang="en-IN" dirty="0" err="1"/>
                        <a:t>lastName</a:t>
                      </a:r>
                      <a:r>
                        <a:rPr lang="en-IN" dirty="0"/>
                        <a:t> - string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1464388"/>
                  </a:ext>
                </a:extLst>
              </a:tr>
              <a:tr h="381438">
                <a:tc>
                  <a:txBody>
                    <a:bodyPr/>
                    <a:lstStyle/>
                    <a:p>
                      <a:r>
                        <a:rPr lang="en-IN" dirty="0"/>
                        <a:t>email - string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3593197"/>
                  </a:ext>
                </a:extLst>
              </a:tr>
              <a:tr h="381438">
                <a:tc>
                  <a:txBody>
                    <a:bodyPr/>
                    <a:lstStyle/>
                    <a:p>
                      <a:r>
                        <a:rPr lang="en-IN" dirty="0"/>
                        <a:t>phone - string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6786266"/>
                  </a:ext>
                </a:extLst>
              </a:tr>
              <a:tr h="381438">
                <a:tc>
                  <a:txBody>
                    <a:bodyPr/>
                    <a:lstStyle/>
                    <a:p>
                      <a:r>
                        <a:rPr lang="en-IN" dirty="0"/>
                        <a:t>active - string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837305"/>
                  </a:ext>
                </a:extLst>
              </a:tr>
              <a:tr h="381438">
                <a:tc>
                  <a:txBody>
                    <a:bodyPr/>
                    <a:lstStyle/>
                    <a:p>
                      <a:r>
                        <a:rPr lang="en-IN" dirty="0"/>
                        <a:t>password – string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2885262"/>
                  </a:ext>
                </a:extLst>
              </a:tr>
              <a:tr h="381438">
                <a:tc>
                  <a:txBody>
                    <a:bodyPr/>
                    <a:lstStyle/>
                    <a:p>
                      <a:r>
                        <a:rPr lang="en-IN" dirty="0"/>
                        <a:t>role - string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93104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90603278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638EE09-BB0C-5F6E-C6D3-F319E7E53E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2895600"/>
            <a:ext cx="8126015" cy="648000"/>
          </a:xfrm>
        </p:spPr>
        <p:txBody>
          <a:bodyPr/>
          <a:lstStyle/>
          <a:p>
            <a:r>
              <a:rPr lang="en-US" dirty="0"/>
              <a:t>Pagination and Transaction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38185648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95EBBF-F373-0D65-7C88-82984B0B9E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Pagination and Sorting</a:t>
            </a:r>
            <a:endParaRPr lang="en-GB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685395-A6D9-3CF5-7C93-401689A381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i="0" dirty="0">
                <a:effectLst/>
              </a:rPr>
              <a:t>Pagination is the process of displaying the data on multiple pages rather than showing them on a single page. </a:t>
            </a:r>
          </a:p>
          <a:p>
            <a:r>
              <a:rPr lang="en-US" i="0" dirty="0">
                <a:effectLst/>
              </a:rPr>
              <a:t>Also, we often need to sort that data by some criteria while paging.</a:t>
            </a:r>
          </a:p>
          <a:p>
            <a:r>
              <a:rPr lang="en-US" i="0" dirty="0">
                <a:effectLst/>
              </a:rPr>
              <a:t>You usually do pagination when there is a database with numerous records. Dividing those records increases the readability of the data. </a:t>
            </a:r>
          </a:p>
          <a:p>
            <a:r>
              <a:rPr lang="en-US" i="0" dirty="0">
                <a:effectLst/>
              </a:rPr>
              <a:t>It can retrieve this data as per the user’s requests.</a:t>
            </a: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4100619-F9E3-436B-8B4D-14C72D9A8E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389" y="3078405"/>
            <a:ext cx="8025408" cy="825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7997142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8AC05A-965E-9E6E-DCF0-0E81B8FEF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Transaction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28A8CC-692E-30D8-FF42-F4DD26BC89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b="1" i="0" dirty="0">
                <a:effectLst/>
              </a:rPr>
              <a:t>A transaction is a unit of work</a:t>
            </a:r>
            <a:r>
              <a:rPr lang="en-US" b="0" i="0" dirty="0">
                <a:effectLst/>
              </a:rPr>
              <a:t>. We generally group the related work within one transaction so that if part of the work is failed then entire transaction should be failed.  A transaction can be described by ACID properties (Atomicity, Consistency, Isolation and Durability).</a:t>
            </a:r>
          </a:p>
          <a:p>
            <a:pPr>
              <a:lnSpc>
                <a:spcPct val="100000"/>
              </a:lnSpc>
            </a:pPr>
            <a:endParaRPr lang="en-US" b="0" i="0" dirty="0">
              <a:effectLst/>
            </a:endParaRPr>
          </a:p>
          <a:p>
            <a:pPr lvl="1">
              <a:lnSpc>
                <a:spcPct val="100000"/>
              </a:lnSpc>
            </a:pPr>
            <a:r>
              <a:rPr lang="en-GB" dirty="0"/>
              <a:t>Atomicity : The entire transaction takes place at once or doesn’t happen at all.</a:t>
            </a:r>
          </a:p>
          <a:p>
            <a:pPr lvl="1">
              <a:lnSpc>
                <a:spcPct val="100000"/>
              </a:lnSpc>
            </a:pPr>
            <a:r>
              <a:rPr lang="en-GB" dirty="0"/>
              <a:t>Consistency: The database must be consistent before and after the transaction.</a:t>
            </a:r>
          </a:p>
          <a:p>
            <a:pPr lvl="1">
              <a:lnSpc>
                <a:spcPct val="100000"/>
              </a:lnSpc>
            </a:pPr>
            <a:r>
              <a:rPr lang="en-GB" dirty="0"/>
              <a:t>Isolation: Multiple Transaction occur independently without interference.</a:t>
            </a:r>
          </a:p>
          <a:p>
            <a:pPr lvl="1">
              <a:lnSpc>
                <a:spcPct val="100000"/>
              </a:lnSpc>
            </a:pPr>
            <a:r>
              <a:rPr lang="en-GB" dirty="0"/>
              <a:t>Durability: The changes of successful transaction occurs even if the system failure occur. </a:t>
            </a:r>
          </a:p>
          <a:p>
            <a:pPr marL="182817" lvl="1" indent="0">
              <a:lnSpc>
                <a:spcPct val="100000"/>
              </a:lnSpc>
              <a:buNone/>
            </a:pPr>
            <a:endParaRPr lang="en-US" b="1" i="0" dirty="0">
              <a:effectLst/>
            </a:endParaRP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b="1" i="0" dirty="0">
                <a:effectLst/>
              </a:rPr>
              <a:t>@Transactional annotation</a:t>
            </a:r>
            <a:r>
              <a:rPr lang="en-US" b="0" i="0" dirty="0">
                <a:effectLst/>
              </a:rPr>
              <a:t> provides an easy way to declare your transaction handling in Spring.</a:t>
            </a: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29761335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C23D69-A2A8-4D02-BEFE-A2701FF0D1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Transaction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73D115-CE15-43C6-ABFC-37918BF3F9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@Transactional </a:t>
            </a:r>
            <a:r>
              <a:rPr lang="en-IN" dirty="0"/>
              <a:t>annotation is used for managing transactions in </a:t>
            </a:r>
            <a:r>
              <a:rPr lang="en-IN" dirty="0" err="1"/>
              <a:t>jdbc</a:t>
            </a:r>
            <a:r>
              <a:rPr lang="en-IN" dirty="0"/>
              <a:t> queries</a:t>
            </a:r>
          </a:p>
          <a:p>
            <a:r>
              <a:rPr lang="en-IN" dirty="0"/>
              <a:t>It can be applied in class level or method level where in we run the </a:t>
            </a:r>
            <a:r>
              <a:rPr lang="en-IN" b="1" dirty="0" err="1"/>
              <a:t>JdbcTemplate</a:t>
            </a:r>
            <a:r>
              <a:rPr lang="en-IN" dirty="0"/>
              <a:t> queries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In this we have attached </a:t>
            </a:r>
            <a:r>
              <a:rPr lang="en-IN" b="1" dirty="0"/>
              <a:t>@Transactional </a:t>
            </a:r>
            <a:r>
              <a:rPr lang="en-IN" dirty="0"/>
              <a:t>annotation with the entire </a:t>
            </a:r>
            <a:r>
              <a:rPr lang="en-IN" dirty="0" err="1"/>
              <a:t>CustomerDAO</a:t>
            </a:r>
            <a:r>
              <a:rPr lang="en-IN" dirty="0"/>
              <a:t> class, which deals with the CRUD operations</a:t>
            </a:r>
          </a:p>
          <a:p>
            <a:r>
              <a:rPr lang="en-IN" dirty="0"/>
              <a:t>Hence every </a:t>
            </a:r>
            <a:r>
              <a:rPr lang="en-IN" dirty="0" err="1"/>
              <a:t>jdbc</a:t>
            </a:r>
            <a:r>
              <a:rPr lang="en-IN" dirty="0"/>
              <a:t> query in the methods will be carried over as transactions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E2604E5-4C29-4B5D-987E-6DCCAC5467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3283" y="1828800"/>
            <a:ext cx="6315075" cy="1504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7055379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79AAB0E-AD24-A300-300E-79FB512AC8E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76180097"/>
      </p:ext>
    </p:extLst>
  </p:cSld>
  <p:clrMapOvr>
    <a:masterClrMapping/>
  </p:clrMapOvr>
</p:sld>
</file>

<file path=ppt/theme/theme1.xml><?xml version="1.0" encoding="utf-8"?>
<a:theme xmlns:a="http://schemas.openxmlformats.org/drawingml/2006/main" name="Standard Chartered">
  <a:themeElements>
    <a:clrScheme name="Standard Chartered Colours">
      <a:dk1>
        <a:srgbClr val="525355"/>
      </a:dk1>
      <a:lt1>
        <a:srgbClr val="FFFFFF"/>
      </a:lt1>
      <a:dk2>
        <a:srgbClr val="525355"/>
      </a:dk2>
      <a:lt2>
        <a:srgbClr val="FFFFFF"/>
      </a:lt2>
      <a:accent1>
        <a:srgbClr val="0473EA"/>
      </a:accent1>
      <a:accent2>
        <a:srgbClr val="38D200"/>
      </a:accent2>
      <a:accent3>
        <a:srgbClr val="D4D4D4"/>
      </a:accent3>
      <a:accent4>
        <a:srgbClr val="0083B3"/>
      </a:accent4>
      <a:accent5>
        <a:srgbClr val="20ACFF"/>
      </a:accent5>
      <a:accent6>
        <a:srgbClr val="52DAFF"/>
      </a:accent6>
      <a:hlink>
        <a:srgbClr val="525355"/>
      </a:hlink>
      <a:folHlink>
        <a:srgbClr val="525355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Accent 7">
      <a:srgbClr val="3BEB8D"/>
    </a:custClr>
    <a:custClr name="70% of SC Green">
      <a:srgbClr val="74DF4C"/>
    </a:custClr>
    <a:custClr name="50% of SC Green">
      <a:srgbClr val="9BE880"/>
    </a:custClr>
    <a:custClr name="20% of SC Green">
      <a:srgbClr val="D7F6CC"/>
    </a:custClr>
    <a:custClr name="70% of SC Blue">
      <a:srgbClr val="4F9DF0"/>
    </a:custClr>
    <a:custClr name="50% of SC Blue">
      <a:srgbClr val="81B9F4"/>
    </a:custClr>
    <a:custClr name="20% of SC Blue">
      <a:srgbClr val="CDE3FB"/>
    </a:custClr>
    <a:custClr name="70% of SC Grey">
      <a:srgbClr val="868788"/>
    </a:custClr>
    <a:custClr name="50% of SC Grey">
      <a:srgbClr val="A8A9AA"/>
    </a:custClr>
    <a:custClr name="25% of SC Grey">
      <a:srgbClr val="D4D4D4"/>
    </a:custClr>
    <a:custClr name="15% of SC Grey">
      <a:srgbClr val="E5E5E5"/>
    </a:custClr>
  </a:custClrLst>
  <a:extLst>
    <a:ext uri="{05A4C25C-085E-4340-85A3-A5531E510DB2}">
      <thm15:themeFamily xmlns:thm15="http://schemas.microsoft.com/office/thememl/2012/main" name="Standard Chartered" id="{C8E03503-E082-2F4B-923F-E7E947988A83}" vid="{8C62C1AB-8DCE-0841-9A24-180CBCC2DE2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840e60c6-cef6-4cc0-a98d-364c7249d74b}" enabled="1" method="Privileged" siteId="{b44900f1-2def-4c3b-9ec6-9020d604e19e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JSON</Template>
  <TotalTime>0</TotalTime>
  <Words>6994</Words>
  <Application>Microsoft Office PowerPoint</Application>
  <PresentationFormat>A4 Paper (210x297 mm)</PresentationFormat>
  <Paragraphs>977</Paragraphs>
  <Slides>109</Slides>
  <Notes>8</Notes>
  <HiddenSlides>3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109</vt:i4>
      </vt:variant>
    </vt:vector>
  </HeadingPairs>
  <TitlesOfParts>
    <vt:vector size="120" baseType="lpstr">
      <vt:lpstr>Arial</vt:lpstr>
      <vt:lpstr>Arial (heading)</vt:lpstr>
      <vt:lpstr>Body Level 1</vt:lpstr>
      <vt:lpstr>Body Level 2</vt:lpstr>
      <vt:lpstr>Calibri</vt:lpstr>
      <vt:lpstr>Cover Description</vt:lpstr>
      <vt:lpstr>Cover Title</vt:lpstr>
      <vt:lpstr>Garamond</vt:lpstr>
      <vt:lpstr>Open Sans</vt:lpstr>
      <vt:lpstr>Wingdings</vt:lpstr>
      <vt:lpstr>Standard Chartered</vt:lpstr>
      <vt:lpstr>Spring Boot</vt:lpstr>
      <vt:lpstr>Module 1: Spring Boot Basics</vt:lpstr>
      <vt:lpstr>Module 1 Design</vt:lpstr>
      <vt:lpstr>Module 1 Overview</vt:lpstr>
      <vt:lpstr>Use case 1</vt:lpstr>
      <vt:lpstr>Use Case 1 – Output – GET All Customers</vt:lpstr>
      <vt:lpstr>Use Case 1 – GET One Customer Details</vt:lpstr>
      <vt:lpstr>Use case 1 – Create, Update and Delete</vt:lpstr>
      <vt:lpstr>Module 1: Spring Boot Basics</vt:lpstr>
      <vt:lpstr>What is Spring Boot</vt:lpstr>
      <vt:lpstr>Spring Boot – Background &amp; Evolution</vt:lpstr>
      <vt:lpstr>Creating a Spring Boot Project</vt:lpstr>
      <vt:lpstr>Spring Boot Project through STS</vt:lpstr>
      <vt:lpstr>STS – Project details screen</vt:lpstr>
      <vt:lpstr>STS – Adding Project Dependencies</vt:lpstr>
      <vt:lpstr>Spring Boot project structure</vt:lpstr>
      <vt:lpstr>Maven dependencies Section</vt:lpstr>
      <vt:lpstr>Spring Boot – Empty Project Pom.xml</vt:lpstr>
      <vt:lpstr>Pom.xml – parent section</vt:lpstr>
      <vt:lpstr>Spring Boot – Adding web dependency</vt:lpstr>
      <vt:lpstr>Spring Boot – Web related dependencies</vt:lpstr>
      <vt:lpstr>Spring Boot – The main file</vt:lpstr>
      <vt:lpstr>Running the spring boot app</vt:lpstr>
      <vt:lpstr>Spring Boot – Standard output</vt:lpstr>
      <vt:lpstr>Embedded Servlet Containers </vt:lpstr>
      <vt:lpstr>DevTools</vt:lpstr>
      <vt:lpstr>Spring Boot Starters</vt:lpstr>
      <vt:lpstr>Important Starters</vt:lpstr>
      <vt:lpstr>Advantages of Spring framework</vt:lpstr>
      <vt:lpstr>Spring Framework Modules</vt:lpstr>
      <vt:lpstr>Spring Core Container</vt:lpstr>
      <vt:lpstr>What is dependency injection?</vt:lpstr>
      <vt:lpstr>Dependency Injection – Loosely Coupled System</vt:lpstr>
      <vt:lpstr>A Sample dependency injection</vt:lpstr>
      <vt:lpstr>Spring Problems/Disadvantages</vt:lpstr>
      <vt:lpstr>Spring Boot – But Why?</vt:lpstr>
      <vt:lpstr>Spring Boot Benefits</vt:lpstr>
      <vt:lpstr>API first approach – Spring Boot</vt:lpstr>
      <vt:lpstr>MVC Architecture</vt:lpstr>
      <vt:lpstr>MVC - An explanation</vt:lpstr>
      <vt:lpstr>MVC – More detailed diagram</vt:lpstr>
      <vt:lpstr>Spring Boot Annotations</vt:lpstr>
      <vt:lpstr>Spring Boot - Annotations</vt:lpstr>
      <vt:lpstr>REST Controller</vt:lpstr>
      <vt:lpstr>Controller Annotations explained</vt:lpstr>
      <vt:lpstr>Swagger Integration</vt:lpstr>
      <vt:lpstr>Swagger Integration</vt:lpstr>
      <vt:lpstr>Let us implement of use case</vt:lpstr>
      <vt:lpstr>Use case 1</vt:lpstr>
      <vt:lpstr>A full CRUD API</vt:lpstr>
      <vt:lpstr>Writing a simple REST Controller</vt:lpstr>
      <vt:lpstr>Implementing Customer Service</vt:lpstr>
      <vt:lpstr>CustomerService CRUD methods</vt:lpstr>
      <vt:lpstr>Create, Update and Delete (CUD operation)</vt:lpstr>
      <vt:lpstr>The Controller – Get operation</vt:lpstr>
      <vt:lpstr>Controller – Post, Put and Delete operations</vt:lpstr>
      <vt:lpstr>RequestMapping Annotation</vt:lpstr>
      <vt:lpstr>RequestMapping continued</vt:lpstr>
      <vt:lpstr>Dynamic URL handling - @PathVariable</vt:lpstr>
      <vt:lpstr>REST API testing tools</vt:lpstr>
      <vt:lpstr>@RequestBody – Handling POST/PUT data</vt:lpstr>
      <vt:lpstr>Exception Handling </vt:lpstr>
      <vt:lpstr>Exception Handling</vt:lpstr>
      <vt:lpstr>Creating Custom Exception</vt:lpstr>
      <vt:lpstr>Throwing an Exception</vt:lpstr>
      <vt:lpstr>Handling the Exception</vt:lpstr>
      <vt:lpstr>Module 2 :Spring Data JPA</vt:lpstr>
      <vt:lpstr>Module 2 Design</vt:lpstr>
      <vt:lpstr>Module 2 Overview</vt:lpstr>
      <vt:lpstr>Use case 2</vt:lpstr>
      <vt:lpstr>Use case 2 explained</vt:lpstr>
      <vt:lpstr>Use case 2 – Accounts REST API</vt:lpstr>
      <vt:lpstr>Layered Architecture</vt:lpstr>
      <vt:lpstr>Layered Architecture</vt:lpstr>
      <vt:lpstr>Layered Architecture</vt:lpstr>
      <vt:lpstr>Adding a DAL (Data access Layer)</vt:lpstr>
      <vt:lpstr>ORM and JPA</vt:lpstr>
      <vt:lpstr>What is ORM?</vt:lpstr>
      <vt:lpstr>What is JPA?</vt:lpstr>
      <vt:lpstr>JPA- Entity Life Cycle Management</vt:lpstr>
      <vt:lpstr>JPA- Entity Life Cycle Management</vt:lpstr>
      <vt:lpstr>JPA- Entity Life Cycle Management</vt:lpstr>
      <vt:lpstr>What is Persistence Context?  </vt:lpstr>
      <vt:lpstr>Spring Data JPA</vt:lpstr>
      <vt:lpstr>What is Spring Data JPA?</vt:lpstr>
      <vt:lpstr>Spring Data JPA</vt:lpstr>
      <vt:lpstr>JPA Dependency using Maven</vt:lpstr>
      <vt:lpstr>Entity of Customer and Repository </vt:lpstr>
      <vt:lpstr>Datasource and connection properties</vt:lpstr>
      <vt:lpstr>    </vt:lpstr>
      <vt:lpstr>Controller for @RequestMapping </vt:lpstr>
      <vt:lpstr>Annotations</vt:lpstr>
      <vt:lpstr>Custom Query</vt:lpstr>
      <vt:lpstr>JPQL(Java Persistence Query language)</vt:lpstr>
      <vt:lpstr>Association Mapping</vt:lpstr>
      <vt:lpstr>Association Mapping</vt:lpstr>
      <vt:lpstr>Association Mapping</vt:lpstr>
      <vt:lpstr>One To One</vt:lpstr>
      <vt:lpstr>Bidirectional Mapping – One To One</vt:lpstr>
      <vt:lpstr>One-To-Many</vt:lpstr>
      <vt:lpstr>Many-To One</vt:lpstr>
      <vt:lpstr>What Is Cascading? </vt:lpstr>
      <vt:lpstr>Let us implement use case</vt:lpstr>
      <vt:lpstr>Use case 2</vt:lpstr>
      <vt:lpstr>Pagination and Transaction</vt:lpstr>
      <vt:lpstr>Pagination and Sorting</vt:lpstr>
      <vt:lpstr>Transaction</vt:lpstr>
      <vt:lpstr>Transaction Management</vt:lpstr>
      <vt:lpstr>PowerPoint Presentation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2019-02-13T05:36:40Z</dcterms:created>
  <dcterms:modified xsi:type="dcterms:W3CDTF">2024-05-17T11:02:55Z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840e60c6-cef6-4cc0-a98d-364c7249d74b_Enabled">
    <vt:lpwstr>true</vt:lpwstr>
  </property>
  <property fmtid="{D5CDD505-2E9C-101B-9397-08002B2CF9AE}" pid="3" name="MSIP_Label_840e60c6-cef6-4cc0-a98d-364c7249d74b_SetDate">
    <vt:lpwstr>2024-04-24T08:53:43Z</vt:lpwstr>
  </property>
  <property fmtid="{D5CDD505-2E9C-101B-9397-08002B2CF9AE}" pid="4" name="MSIP_Label_840e60c6-cef6-4cc0-a98d-364c7249d74b_Method">
    <vt:lpwstr>Privileged</vt:lpwstr>
  </property>
  <property fmtid="{D5CDD505-2E9C-101B-9397-08002B2CF9AE}" pid="5" name="MSIP_Label_840e60c6-cef6-4cc0-a98d-364c7249d74b_Name">
    <vt:lpwstr>840e60c6-cef6-4cc0-a98d-364c7249d74b</vt:lpwstr>
  </property>
  <property fmtid="{D5CDD505-2E9C-101B-9397-08002B2CF9AE}" pid="6" name="MSIP_Label_840e60c6-cef6-4cc0-a98d-364c7249d74b_SiteId">
    <vt:lpwstr>b44900f1-2def-4c3b-9ec6-9020d604e19e</vt:lpwstr>
  </property>
  <property fmtid="{D5CDD505-2E9C-101B-9397-08002B2CF9AE}" pid="7" name="MSIP_Label_840e60c6-cef6-4cc0-a98d-364c7249d74b_ActionId">
    <vt:lpwstr>d01cc4b5-5537-456a-93f5-6da816bab5dd</vt:lpwstr>
  </property>
  <property fmtid="{D5CDD505-2E9C-101B-9397-08002B2CF9AE}" pid="8" name="MSIP_Label_840e60c6-cef6-4cc0-a98d-364c7249d74b_ContentBits">
    <vt:lpwstr>1</vt:lpwstr>
  </property>
</Properties>
</file>